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610" r:id="rId2"/>
    <p:sldId id="621" r:id="rId3"/>
    <p:sldId id="622" r:id="rId4"/>
    <p:sldId id="623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047FC-F2F2-4B28-B76C-DEA75FAA1BBF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EE069-51CE-4666-ABB7-EF37398B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646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50B6-46D7-776B-C34A-13879160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2ABC6-89B9-DCAD-148E-9F515CD6D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21C62-71AF-56A6-25B2-496BC4707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FAC1A-C101-499E-E676-A567D3FE8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650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C33DBD-30A7-E643-FCD2-DC470EF16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C0F8063-35CE-1BB4-B609-6921326C3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629BAB-A1EA-5D65-355A-5BC2835D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5DC00B-E112-3FD1-7FBF-8ECDE121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B451CC-EBB0-67E6-240F-07BCF527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062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9F34E1-6DA7-ACDF-2EA3-A4B25689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33E8D0-BACC-2B71-2728-728D58230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49BCD1-11F5-5AF0-3D72-B4AC1851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B63DA8-ADAD-2D21-01A8-45A085C8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3DF8DA-9BA5-115D-AAF3-38F519BA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044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4E29B-98BF-E15A-AD45-546E652C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4BA60D-DB6A-6DD7-7BFF-1697A7006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B90189-8796-710C-0645-2C2DB160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86A46F-C75B-72CE-6602-3D3D94D7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5602BB-4699-D4D3-F73E-F8E3E7FB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53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2EC9A-3319-C498-347B-BFE6267C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049843-BC1E-D025-E2F8-77B14DE37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5F6AFB-E126-66E0-AE5E-2366A7C86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E57DE9-BEA8-787C-5976-C900FD23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952411-1BF3-AD9E-AC01-6C9764F3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7B04FE-8AE5-5948-9073-06CF80EC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772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87D15-E667-9991-6242-CB3A448F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9DED76-9DA0-E694-445D-E401F6559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ABC7AE8-046B-FDC9-752B-F60E69F18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BD53AE-3EA2-4E41-76C2-55008769A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3EAB69-B1F5-A5B7-2ED0-79A3E72AC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3DC8008-8383-B633-7856-902B1AB1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56D3EF6-F04E-DE27-2AF7-52C2EDAE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32538CF-86D9-4C01-133B-35F707E34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72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7CC31-1CBB-CEB9-4BA3-F5B0664E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428463-95FD-CC3D-F671-4AEB24B4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55CF9EA-DF25-56E1-1DD5-AC7AF7BA6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CC2502-3DAC-9BCA-FDB1-BCB01E50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234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7743AE6-3064-9D03-1840-F472B9F9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B94C23-0CB9-AA21-9A91-05B3847FA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DD1ADB-1490-8A88-615B-95A56757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46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C451CD-98A4-3B9B-003C-AE285ABE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DBD4CD-0834-0BB8-8005-6C80DC8D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765767-D79A-D5C1-9335-63185C0D6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8A6BEB-A1C4-972F-5E6A-BD945E86A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D32E46-4D3A-B726-88F9-3471BBEF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C5195F-9029-A553-9596-8E1B9DCA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58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2CBD3A-1D1F-2452-C2FC-FFB4E4D9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C899642-3179-C44D-0376-B3C22F9B2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FEB103-E994-2E8C-4168-CC261BEDC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45A45E-D97F-01B1-81AB-D361C7278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766214-C586-6F6A-F784-FB63036A9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063AD3-4F75-38A6-2637-3C26ACF4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22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CA4984-9561-C7A4-7576-11F7B772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B2213E-EE7B-B601-CD39-7C40C31E4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2EB70-D52D-6418-CE80-89451E7B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5B1D86-93AD-784D-4C8A-3F907121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D5AC94-DB99-7725-155C-35A60003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15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60B0C25-382F-DBFA-1477-DA2323E33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158CB8-23AE-269D-7FA3-A4AB2050C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14A69C-310F-D659-5353-C0CEAD731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BABECD-7EDA-B10B-7055-32F2F5BB7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4CC821-245B-9443-E5E6-B30FF029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901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630034"/>
            <a:ext cx="11345332" cy="461836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B.Sc. Adrian Keil (TUM) | Meeting 16.01.2025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8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BD2D1D3-3C07-AC5B-8AAE-C5806F59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C0C4F2-B4B2-A5DB-2D9B-4781CDAB2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B62660-0102-49A1-A658-433EDE37B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8CC02-5EFB-42DA-BC90-4C89E884E64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6CCA3C-AAB3-8C20-4864-AC8F44750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052ACD-B2C1-736C-6A8C-649E3EB82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8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04BC6-F870-443C-04F0-7CFA9BF6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10779D1C-678E-7900-724C-990376FB5B57}"/>
              </a:ext>
            </a:extLst>
          </p:cNvPr>
          <p:cNvSpPr/>
          <p:nvPr/>
        </p:nvSpPr>
        <p:spPr>
          <a:xfrm rot="10800000">
            <a:off x="103309" y="577496"/>
            <a:ext cx="304868" cy="73097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B5DA103-6530-FFE3-86B4-1D0028BE4846}"/>
              </a:ext>
            </a:extLst>
          </p:cNvPr>
          <p:cNvSpPr/>
          <p:nvPr/>
        </p:nvSpPr>
        <p:spPr>
          <a:xfrm rot="10800000">
            <a:off x="1077644" y="589288"/>
            <a:ext cx="267517" cy="6239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hteck 3">
            <a:extLst>
              <a:ext uri="{FF2B5EF4-FFF2-40B4-BE49-F238E27FC236}">
                <a16:creationId xmlns:a16="http://schemas.microsoft.com/office/drawing/2014/main" id="{AEB21980-8BED-56EB-9C50-B2B46700CE52}"/>
              </a:ext>
            </a:extLst>
          </p:cNvPr>
          <p:cNvSpPr/>
          <p:nvPr/>
        </p:nvSpPr>
        <p:spPr>
          <a:xfrm rot="5400000">
            <a:off x="531770" y="880010"/>
            <a:ext cx="384931" cy="124185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hteck 3">
            <a:extLst>
              <a:ext uri="{FF2B5EF4-FFF2-40B4-BE49-F238E27FC236}">
                <a16:creationId xmlns:a16="http://schemas.microsoft.com/office/drawing/2014/main" id="{782353B5-B0DD-54D3-0772-333F6E396194}"/>
              </a:ext>
            </a:extLst>
          </p:cNvPr>
          <p:cNvSpPr/>
          <p:nvPr/>
        </p:nvSpPr>
        <p:spPr>
          <a:xfrm rot="5400000">
            <a:off x="2281032" y="-2082909"/>
            <a:ext cx="384931" cy="47403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8" name="Rechteck 3">
            <a:extLst>
              <a:ext uri="{FF2B5EF4-FFF2-40B4-BE49-F238E27FC236}">
                <a16:creationId xmlns:a16="http://schemas.microsoft.com/office/drawing/2014/main" id="{5E8AD8E7-7674-4902-CC1C-0E6A74FE4D87}"/>
              </a:ext>
            </a:extLst>
          </p:cNvPr>
          <p:cNvSpPr/>
          <p:nvPr/>
        </p:nvSpPr>
        <p:spPr>
          <a:xfrm rot="10800000" flipH="1">
            <a:off x="2281678" y="577496"/>
            <a:ext cx="304868" cy="73097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hteck 6">
            <a:extLst>
              <a:ext uri="{FF2B5EF4-FFF2-40B4-BE49-F238E27FC236}">
                <a16:creationId xmlns:a16="http://schemas.microsoft.com/office/drawing/2014/main" id="{0822CD51-991C-17B0-45F0-94EAE49EBDF6}"/>
              </a:ext>
            </a:extLst>
          </p:cNvPr>
          <p:cNvSpPr/>
          <p:nvPr/>
        </p:nvSpPr>
        <p:spPr>
          <a:xfrm rot="10800000" flipH="1">
            <a:off x="1344694" y="589288"/>
            <a:ext cx="267517" cy="6239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4" name="Rechteck 3">
            <a:extLst>
              <a:ext uri="{FF2B5EF4-FFF2-40B4-BE49-F238E27FC236}">
                <a16:creationId xmlns:a16="http://schemas.microsoft.com/office/drawing/2014/main" id="{2431A278-B2F3-401D-6EEA-C3F13FA3B0A8}"/>
              </a:ext>
            </a:extLst>
          </p:cNvPr>
          <p:cNvSpPr/>
          <p:nvPr/>
        </p:nvSpPr>
        <p:spPr>
          <a:xfrm rot="16200000" flipH="1">
            <a:off x="1773154" y="880010"/>
            <a:ext cx="384931" cy="124185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hteck 3">
            <a:extLst>
              <a:ext uri="{FF2B5EF4-FFF2-40B4-BE49-F238E27FC236}">
                <a16:creationId xmlns:a16="http://schemas.microsoft.com/office/drawing/2014/main" id="{2908B653-5A9C-90C7-9357-D3BA9DFF3B81}"/>
              </a:ext>
            </a:extLst>
          </p:cNvPr>
          <p:cNvSpPr/>
          <p:nvPr/>
        </p:nvSpPr>
        <p:spPr>
          <a:xfrm rot="10800000">
            <a:off x="2360448" y="577496"/>
            <a:ext cx="304868" cy="73097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hteck 6">
            <a:extLst>
              <a:ext uri="{FF2B5EF4-FFF2-40B4-BE49-F238E27FC236}">
                <a16:creationId xmlns:a16="http://schemas.microsoft.com/office/drawing/2014/main" id="{71139733-EA14-B31A-15DE-D2C71E084E07}"/>
              </a:ext>
            </a:extLst>
          </p:cNvPr>
          <p:cNvSpPr/>
          <p:nvPr/>
        </p:nvSpPr>
        <p:spPr>
          <a:xfrm rot="10800000">
            <a:off x="3335350" y="589288"/>
            <a:ext cx="267517" cy="6239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Rechteck 3">
            <a:extLst>
              <a:ext uri="{FF2B5EF4-FFF2-40B4-BE49-F238E27FC236}">
                <a16:creationId xmlns:a16="http://schemas.microsoft.com/office/drawing/2014/main" id="{3679B681-7BF5-B8D0-7FCA-C72D856BDA95}"/>
              </a:ext>
            </a:extLst>
          </p:cNvPr>
          <p:cNvSpPr/>
          <p:nvPr/>
        </p:nvSpPr>
        <p:spPr>
          <a:xfrm rot="5400000">
            <a:off x="2788910" y="880010"/>
            <a:ext cx="384931" cy="124185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hteck 3">
            <a:extLst>
              <a:ext uri="{FF2B5EF4-FFF2-40B4-BE49-F238E27FC236}">
                <a16:creationId xmlns:a16="http://schemas.microsoft.com/office/drawing/2014/main" id="{16519937-228A-0F6B-2C2F-93FDB4F1C196}"/>
              </a:ext>
            </a:extLst>
          </p:cNvPr>
          <p:cNvSpPr/>
          <p:nvPr/>
        </p:nvSpPr>
        <p:spPr>
          <a:xfrm rot="10800000" flipH="1">
            <a:off x="4538818" y="577496"/>
            <a:ext cx="304868" cy="73097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3" name="Rechteck 6">
            <a:extLst>
              <a:ext uri="{FF2B5EF4-FFF2-40B4-BE49-F238E27FC236}">
                <a16:creationId xmlns:a16="http://schemas.microsoft.com/office/drawing/2014/main" id="{EA30300D-F442-7A10-0BAC-B3289439998B}"/>
              </a:ext>
            </a:extLst>
          </p:cNvPr>
          <p:cNvSpPr/>
          <p:nvPr/>
        </p:nvSpPr>
        <p:spPr>
          <a:xfrm rot="10800000" flipH="1">
            <a:off x="3602399" y="589288"/>
            <a:ext cx="267517" cy="6239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Rechteck 3">
            <a:extLst>
              <a:ext uri="{FF2B5EF4-FFF2-40B4-BE49-F238E27FC236}">
                <a16:creationId xmlns:a16="http://schemas.microsoft.com/office/drawing/2014/main" id="{C8C8B136-4D77-B0EF-1279-AE9867971EEB}"/>
              </a:ext>
            </a:extLst>
          </p:cNvPr>
          <p:cNvSpPr/>
          <p:nvPr/>
        </p:nvSpPr>
        <p:spPr>
          <a:xfrm rot="16200000" flipH="1">
            <a:off x="4030294" y="880010"/>
            <a:ext cx="384931" cy="124185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D430166-BDBD-6B6D-0598-D6D58BD9016A}"/>
              </a:ext>
            </a:extLst>
          </p:cNvPr>
          <p:cNvSpPr/>
          <p:nvPr/>
        </p:nvSpPr>
        <p:spPr>
          <a:xfrm rot="10800000">
            <a:off x="5335332" y="583152"/>
            <a:ext cx="371438" cy="73237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9BC0F19-E729-4634-6D7D-4286F266AEA3}"/>
              </a:ext>
            </a:extLst>
          </p:cNvPr>
          <p:cNvSpPr/>
          <p:nvPr/>
        </p:nvSpPr>
        <p:spPr>
          <a:xfrm rot="10800000">
            <a:off x="6516793" y="598123"/>
            <a:ext cx="325931" cy="6251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hteck 3">
            <a:extLst>
              <a:ext uri="{FF2B5EF4-FFF2-40B4-BE49-F238E27FC236}">
                <a16:creationId xmlns:a16="http://schemas.microsoft.com/office/drawing/2014/main" id="{8DDE4CC9-6BD0-D3D5-47E2-60A96D7BB0AE}"/>
              </a:ext>
            </a:extLst>
          </p:cNvPr>
          <p:cNvSpPr/>
          <p:nvPr/>
        </p:nvSpPr>
        <p:spPr>
          <a:xfrm rot="5400000">
            <a:off x="5899006" y="751858"/>
            <a:ext cx="385670" cy="151301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4" name="Rechteck 3">
            <a:extLst>
              <a:ext uri="{FF2B5EF4-FFF2-40B4-BE49-F238E27FC236}">
                <a16:creationId xmlns:a16="http://schemas.microsoft.com/office/drawing/2014/main" id="{7B3A8542-798D-4CF1-EB62-CD7DCAFDF45A}"/>
              </a:ext>
            </a:extLst>
          </p:cNvPr>
          <p:cNvSpPr/>
          <p:nvPr/>
        </p:nvSpPr>
        <p:spPr>
          <a:xfrm rot="5400000">
            <a:off x="7756873" y="-2321998"/>
            <a:ext cx="385670" cy="522874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5" name="Rechteck 6">
            <a:extLst>
              <a:ext uri="{FF2B5EF4-FFF2-40B4-BE49-F238E27FC236}">
                <a16:creationId xmlns:a16="http://schemas.microsoft.com/office/drawing/2014/main" id="{BBF2ED2B-8F4C-29E8-F8B8-3F174B4998BB}"/>
              </a:ext>
            </a:extLst>
          </p:cNvPr>
          <p:cNvSpPr/>
          <p:nvPr/>
        </p:nvSpPr>
        <p:spPr>
          <a:xfrm rot="10800000" flipH="1">
            <a:off x="6842155" y="598123"/>
            <a:ext cx="325931" cy="6251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0" name="Rechteck 3">
            <a:extLst>
              <a:ext uri="{FF2B5EF4-FFF2-40B4-BE49-F238E27FC236}">
                <a16:creationId xmlns:a16="http://schemas.microsoft.com/office/drawing/2014/main" id="{7481BEEE-F2EA-982C-1513-B0753FE2E162}"/>
              </a:ext>
            </a:extLst>
          </p:cNvPr>
          <p:cNvSpPr/>
          <p:nvPr/>
        </p:nvSpPr>
        <p:spPr>
          <a:xfrm rot="16200000" flipH="1">
            <a:off x="7411453" y="751858"/>
            <a:ext cx="385670" cy="151301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1" name="Rechteck 6">
            <a:extLst>
              <a:ext uri="{FF2B5EF4-FFF2-40B4-BE49-F238E27FC236}">
                <a16:creationId xmlns:a16="http://schemas.microsoft.com/office/drawing/2014/main" id="{262FD029-3BDD-D9D3-E2F6-F06BC8DF1A51}"/>
              </a:ext>
            </a:extLst>
          </p:cNvPr>
          <p:cNvSpPr/>
          <p:nvPr/>
        </p:nvSpPr>
        <p:spPr>
          <a:xfrm rot="10800000">
            <a:off x="8720080" y="598123"/>
            <a:ext cx="325931" cy="6251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6" name="Rechteck 3">
            <a:extLst>
              <a:ext uri="{FF2B5EF4-FFF2-40B4-BE49-F238E27FC236}">
                <a16:creationId xmlns:a16="http://schemas.microsoft.com/office/drawing/2014/main" id="{D1653E75-5590-E29B-8A59-0BE3B17813FD}"/>
              </a:ext>
            </a:extLst>
          </p:cNvPr>
          <p:cNvSpPr/>
          <p:nvPr/>
        </p:nvSpPr>
        <p:spPr>
          <a:xfrm rot="5400000">
            <a:off x="8102293" y="751858"/>
            <a:ext cx="385670" cy="151301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7" name="Rechteck 3">
            <a:extLst>
              <a:ext uri="{FF2B5EF4-FFF2-40B4-BE49-F238E27FC236}">
                <a16:creationId xmlns:a16="http://schemas.microsoft.com/office/drawing/2014/main" id="{19A3F0C2-1AE6-13EF-D834-E4AD8D36825C}"/>
              </a:ext>
            </a:extLst>
          </p:cNvPr>
          <p:cNvSpPr/>
          <p:nvPr/>
        </p:nvSpPr>
        <p:spPr>
          <a:xfrm rot="10800000" flipH="1">
            <a:off x="10192646" y="583152"/>
            <a:ext cx="371438" cy="73237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8" name="Rechteck 6">
            <a:extLst>
              <a:ext uri="{FF2B5EF4-FFF2-40B4-BE49-F238E27FC236}">
                <a16:creationId xmlns:a16="http://schemas.microsoft.com/office/drawing/2014/main" id="{FBA78FAA-9E2A-6D2D-5123-F9AACF196C88}"/>
              </a:ext>
            </a:extLst>
          </p:cNvPr>
          <p:cNvSpPr/>
          <p:nvPr/>
        </p:nvSpPr>
        <p:spPr>
          <a:xfrm rot="10800000" flipH="1">
            <a:off x="9045441" y="598123"/>
            <a:ext cx="325931" cy="6251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3" name="Rechteck 3">
            <a:extLst>
              <a:ext uri="{FF2B5EF4-FFF2-40B4-BE49-F238E27FC236}">
                <a16:creationId xmlns:a16="http://schemas.microsoft.com/office/drawing/2014/main" id="{E2E72862-1061-BD50-A5A8-D218364E8649}"/>
              </a:ext>
            </a:extLst>
          </p:cNvPr>
          <p:cNvSpPr/>
          <p:nvPr/>
        </p:nvSpPr>
        <p:spPr>
          <a:xfrm rot="16200000" flipH="1">
            <a:off x="9614739" y="751858"/>
            <a:ext cx="385670" cy="151301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3FB8CC30-18E3-762E-3C22-412447977045}"/>
              </a:ext>
            </a:extLst>
          </p:cNvPr>
          <p:cNvSpPr/>
          <p:nvPr/>
        </p:nvSpPr>
        <p:spPr>
          <a:xfrm rot="10800000">
            <a:off x="5331340" y="2617906"/>
            <a:ext cx="311012" cy="8289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4" name="Rechteck 3">
            <a:extLst>
              <a:ext uri="{FF2B5EF4-FFF2-40B4-BE49-F238E27FC236}">
                <a16:creationId xmlns:a16="http://schemas.microsoft.com/office/drawing/2014/main" id="{DEE0AB9F-F317-6B81-83BD-104A646C3103}"/>
              </a:ext>
            </a:extLst>
          </p:cNvPr>
          <p:cNvSpPr/>
          <p:nvPr/>
        </p:nvSpPr>
        <p:spPr>
          <a:xfrm rot="5400000">
            <a:off x="5410648" y="3367592"/>
            <a:ext cx="436547" cy="595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6" name="Rechteck 3">
            <a:extLst>
              <a:ext uri="{FF2B5EF4-FFF2-40B4-BE49-F238E27FC236}">
                <a16:creationId xmlns:a16="http://schemas.microsoft.com/office/drawing/2014/main" id="{F40ADE2A-FCAE-AAF8-A7B1-BDF49E0A8182}"/>
              </a:ext>
            </a:extLst>
          </p:cNvPr>
          <p:cNvSpPr/>
          <p:nvPr/>
        </p:nvSpPr>
        <p:spPr>
          <a:xfrm rot="10800000" flipH="1">
            <a:off x="7553608" y="2617906"/>
            <a:ext cx="311012" cy="8289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1" name="Rechteck 3">
            <a:extLst>
              <a:ext uri="{FF2B5EF4-FFF2-40B4-BE49-F238E27FC236}">
                <a16:creationId xmlns:a16="http://schemas.microsoft.com/office/drawing/2014/main" id="{4C0975E6-9B6B-66C2-438A-9EC1B41BF970}"/>
              </a:ext>
            </a:extLst>
          </p:cNvPr>
          <p:cNvSpPr/>
          <p:nvPr/>
        </p:nvSpPr>
        <p:spPr>
          <a:xfrm rot="16200000" flipH="1">
            <a:off x="7348763" y="3367591"/>
            <a:ext cx="436547" cy="595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2" name="Rechteck 3">
            <a:extLst>
              <a:ext uri="{FF2B5EF4-FFF2-40B4-BE49-F238E27FC236}">
                <a16:creationId xmlns:a16="http://schemas.microsoft.com/office/drawing/2014/main" id="{597405B7-DA09-0828-802E-1FBE369B8DD7}"/>
              </a:ext>
            </a:extLst>
          </p:cNvPr>
          <p:cNvSpPr/>
          <p:nvPr/>
        </p:nvSpPr>
        <p:spPr>
          <a:xfrm rot="10800000">
            <a:off x="8016015" y="2617906"/>
            <a:ext cx="311012" cy="8289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8" name="Rechteck 3">
            <a:extLst>
              <a:ext uri="{FF2B5EF4-FFF2-40B4-BE49-F238E27FC236}">
                <a16:creationId xmlns:a16="http://schemas.microsoft.com/office/drawing/2014/main" id="{CE6C9259-42F9-FC9D-A864-8CD0A1E7CAC1}"/>
              </a:ext>
            </a:extLst>
          </p:cNvPr>
          <p:cNvSpPr/>
          <p:nvPr/>
        </p:nvSpPr>
        <p:spPr>
          <a:xfrm rot="10800000" flipH="1">
            <a:off x="10238283" y="2617906"/>
            <a:ext cx="311012" cy="8289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9E3879D0-DC5B-6C09-A4C9-E021D2355B36}"/>
              </a:ext>
            </a:extLst>
          </p:cNvPr>
          <p:cNvSpPr/>
          <p:nvPr/>
        </p:nvSpPr>
        <p:spPr>
          <a:xfrm rot="10800000">
            <a:off x="103307" y="2625871"/>
            <a:ext cx="283892" cy="89668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5" name="Rechteck 3">
            <a:extLst>
              <a:ext uri="{FF2B5EF4-FFF2-40B4-BE49-F238E27FC236}">
                <a16:creationId xmlns:a16="http://schemas.microsoft.com/office/drawing/2014/main" id="{ECB8AB0F-8D06-9C75-E616-5F80DD0F8F84}"/>
              </a:ext>
            </a:extLst>
          </p:cNvPr>
          <p:cNvSpPr/>
          <p:nvPr/>
        </p:nvSpPr>
        <p:spPr>
          <a:xfrm rot="5400000">
            <a:off x="1065477" y="2536347"/>
            <a:ext cx="384930" cy="23092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6" name="Rechteck 3">
            <a:extLst>
              <a:ext uri="{FF2B5EF4-FFF2-40B4-BE49-F238E27FC236}">
                <a16:creationId xmlns:a16="http://schemas.microsoft.com/office/drawing/2014/main" id="{9C73CE74-A1A5-772B-6852-4B5C41C3819D}"/>
              </a:ext>
            </a:extLst>
          </p:cNvPr>
          <p:cNvSpPr/>
          <p:nvPr/>
        </p:nvSpPr>
        <p:spPr>
          <a:xfrm rot="5400000">
            <a:off x="1067031" y="1338022"/>
            <a:ext cx="384933" cy="23123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27" name="Rechteck 3">
            <a:extLst>
              <a:ext uri="{FF2B5EF4-FFF2-40B4-BE49-F238E27FC236}">
                <a16:creationId xmlns:a16="http://schemas.microsoft.com/office/drawing/2014/main" id="{6B82130A-DA07-85A4-2A35-0B7BBEA5CA54}"/>
              </a:ext>
            </a:extLst>
          </p:cNvPr>
          <p:cNvSpPr/>
          <p:nvPr/>
        </p:nvSpPr>
        <p:spPr>
          <a:xfrm rot="10800000" flipH="1">
            <a:off x="2131796" y="2625871"/>
            <a:ext cx="283892" cy="9538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5" name="Rechteck 3">
            <a:extLst>
              <a:ext uri="{FF2B5EF4-FFF2-40B4-BE49-F238E27FC236}">
                <a16:creationId xmlns:a16="http://schemas.microsoft.com/office/drawing/2014/main" id="{F97DAEEE-30DD-F6B8-E332-EC0D9ECC801C}"/>
              </a:ext>
            </a:extLst>
          </p:cNvPr>
          <p:cNvSpPr/>
          <p:nvPr/>
        </p:nvSpPr>
        <p:spPr>
          <a:xfrm rot="10800000">
            <a:off x="2553883" y="2625871"/>
            <a:ext cx="283892" cy="94113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1" name="Rechteck 3">
            <a:extLst>
              <a:ext uri="{FF2B5EF4-FFF2-40B4-BE49-F238E27FC236}">
                <a16:creationId xmlns:a16="http://schemas.microsoft.com/office/drawing/2014/main" id="{B17F7657-82B6-5E76-50AD-46B4A8031F5D}"/>
              </a:ext>
            </a:extLst>
          </p:cNvPr>
          <p:cNvSpPr/>
          <p:nvPr/>
        </p:nvSpPr>
        <p:spPr>
          <a:xfrm rot="10800000" flipH="1">
            <a:off x="4582372" y="2625871"/>
            <a:ext cx="283892" cy="105659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5393548A-E271-BAB6-AEB2-5DA51F6A6F8F}"/>
              </a:ext>
            </a:extLst>
          </p:cNvPr>
          <p:cNvSpPr/>
          <p:nvPr/>
        </p:nvSpPr>
        <p:spPr>
          <a:xfrm rot="10800000">
            <a:off x="6344825" y="2739153"/>
            <a:ext cx="249111" cy="7077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67016D6A-91F5-7FF9-462F-559300EA8ED0}"/>
              </a:ext>
            </a:extLst>
          </p:cNvPr>
          <p:cNvSpPr/>
          <p:nvPr/>
        </p:nvSpPr>
        <p:spPr>
          <a:xfrm rot="10800000">
            <a:off x="6593499" y="2739156"/>
            <a:ext cx="249111" cy="70774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6" name="Rechteck 3">
            <a:extLst>
              <a:ext uri="{FF2B5EF4-FFF2-40B4-BE49-F238E27FC236}">
                <a16:creationId xmlns:a16="http://schemas.microsoft.com/office/drawing/2014/main" id="{7882FCED-7605-4EED-2239-2E07FBC16A6F}"/>
              </a:ext>
            </a:extLst>
          </p:cNvPr>
          <p:cNvSpPr/>
          <p:nvPr/>
        </p:nvSpPr>
        <p:spPr>
          <a:xfrm rot="5400000">
            <a:off x="6384949" y="3086971"/>
            <a:ext cx="436547" cy="11564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7" name="Rechteck 3">
            <a:extLst>
              <a:ext uri="{FF2B5EF4-FFF2-40B4-BE49-F238E27FC236}">
                <a16:creationId xmlns:a16="http://schemas.microsoft.com/office/drawing/2014/main" id="{34E56539-2C02-8EE6-A8B1-A04F3017C80A}"/>
              </a:ext>
            </a:extLst>
          </p:cNvPr>
          <p:cNvSpPr/>
          <p:nvPr/>
        </p:nvSpPr>
        <p:spPr>
          <a:xfrm rot="5400000">
            <a:off x="5410648" y="2223303"/>
            <a:ext cx="436547" cy="595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8" name="Rechteck 3">
            <a:extLst>
              <a:ext uri="{FF2B5EF4-FFF2-40B4-BE49-F238E27FC236}">
                <a16:creationId xmlns:a16="http://schemas.microsoft.com/office/drawing/2014/main" id="{C2D69A98-C432-49CE-D5A2-2D0E5A33A6CA}"/>
              </a:ext>
            </a:extLst>
          </p:cNvPr>
          <p:cNvSpPr/>
          <p:nvPr/>
        </p:nvSpPr>
        <p:spPr>
          <a:xfrm rot="16200000" flipH="1">
            <a:off x="7348763" y="2223302"/>
            <a:ext cx="436547" cy="595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9" name="Rechteck 3">
            <a:extLst>
              <a:ext uri="{FF2B5EF4-FFF2-40B4-BE49-F238E27FC236}">
                <a16:creationId xmlns:a16="http://schemas.microsoft.com/office/drawing/2014/main" id="{CF85360C-4791-3355-25B1-4E73DE0FB130}"/>
              </a:ext>
            </a:extLst>
          </p:cNvPr>
          <p:cNvSpPr/>
          <p:nvPr/>
        </p:nvSpPr>
        <p:spPr>
          <a:xfrm rot="5400000">
            <a:off x="6384949" y="1942682"/>
            <a:ext cx="436547" cy="11564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0" name="Rechteck 3">
            <a:extLst>
              <a:ext uri="{FF2B5EF4-FFF2-40B4-BE49-F238E27FC236}">
                <a16:creationId xmlns:a16="http://schemas.microsoft.com/office/drawing/2014/main" id="{ED4559DD-10D9-2036-4316-60D57F6AFB83}"/>
              </a:ext>
            </a:extLst>
          </p:cNvPr>
          <p:cNvSpPr/>
          <p:nvPr/>
        </p:nvSpPr>
        <p:spPr>
          <a:xfrm rot="5400000">
            <a:off x="8095325" y="3367588"/>
            <a:ext cx="436547" cy="595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1" name="Rechteck 3">
            <a:extLst>
              <a:ext uri="{FF2B5EF4-FFF2-40B4-BE49-F238E27FC236}">
                <a16:creationId xmlns:a16="http://schemas.microsoft.com/office/drawing/2014/main" id="{D4D4B9EC-8468-2C76-8B1E-739D8737BF53}"/>
              </a:ext>
            </a:extLst>
          </p:cNvPr>
          <p:cNvSpPr/>
          <p:nvPr/>
        </p:nvSpPr>
        <p:spPr>
          <a:xfrm rot="16200000" flipH="1">
            <a:off x="10033440" y="3367587"/>
            <a:ext cx="436547" cy="595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5DB06FC3-2D5D-CEDB-A400-2A685D9A73F9}"/>
              </a:ext>
            </a:extLst>
          </p:cNvPr>
          <p:cNvSpPr/>
          <p:nvPr/>
        </p:nvSpPr>
        <p:spPr>
          <a:xfrm rot="10800000">
            <a:off x="9029502" y="2739149"/>
            <a:ext cx="249111" cy="7077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14ED9A30-A986-E941-8706-3817672F07B5}"/>
              </a:ext>
            </a:extLst>
          </p:cNvPr>
          <p:cNvSpPr/>
          <p:nvPr/>
        </p:nvSpPr>
        <p:spPr>
          <a:xfrm rot="10800000">
            <a:off x="9278176" y="2739152"/>
            <a:ext cx="249111" cy="70774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4" name="Rechteck 3">
            <a:extLst>
              <a:ext uri="{FF2B5EF4-FFF2-40B4-BE49-F238E27FC236}">
                <a16:creationId xmlns:a16="http://schemas.microsoft.com/office/drawing/2014/main" id="{4C799BCC-F73D-7F2E-20D2-C2B4D4B2AF07}"/>
              </a:ext>
            </a:extLst>
          </p:cNvPr>
          <p:cNvSpPr/>
          <p:nvPr/>
        </p:nvSpPr>
        <p:spPr>
          <a:xfrm rot="5400000">
            <a:off x="9069626" y="3086967"/>
            <a:ext cx="436547" cy="11564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5" name="Rechteck 3">
            <a:extLst>
              <a:ext uri="{FF2B5EF4-FFF2-40B4-BE49-F238E27FC236}">
                <a16:creationId xmlns:a16="http://schemas.microsoft.com/office/drawing/2014/main" id="{F5337450-CD47-3A2B-9F99-BFD80ADB8A14}"/>
              </a:ext>
            </a:extLst>
          </p:cNvPr>
          <p:cNvSpPr/>
          <p:nvPr/>
        </p:nvSpPr>
        <p:spPr>
          <a:xfrm rot="5400000">
            <a:off x="8095325" y="2223299"/>
            <a:ext cx="436547" cy="595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6" name="Rechteck 3">
            <a:extLst>
              <a:ext uri="{FF2B5EF4-FFF2-40B4-BE49-F238E27FC236}">
                <a16:creationId xmlns:a16="http://schemas.microsoft.com/office/drawing/2014/main" id="{3C3D6A2F-334F-D6E2-5C67-68B636FC582C}"/>
              </a:ext>
            </a:extLst>
          </p:cNvPr>
          <p:cNvSpPr/>
          <p:nvPr/>
        </p:nvSpPr>
        <p:spPr>
          <a:xfrm rot="16200000" flipH="1">
            <a:off x="10033440" y="2223298"/>
            <a:ext cx="436547" cy="595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7" name="Rechteck 3">
            <a:extLst>
              <a:ext uri="{FF2B5EF4-FFF2-40B4-BE49-F238E27FC236}">
                <a16:creationId xmlns:a16="http://schemas.microsoft.com/office/drawing/2014/main" id="{F15729F2-8AE7-0676-7711-98637FFC4341}"/>
              </a:ext>
            </a:extLst>
          </p:cNvPr>
          <p:cNvSpPr/>
          <p:nvPr/>
        </p:nvSpPr>
        <p:spPr>
          <a:xfrm rot="5400000">
            <a:off x="9069626" y="1942678"/>
            <a:ext cx="436547" cy="11564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CBCEF080-4A44-5669-D82A-EDBC38116CA4}"/>
              </a:ext>
            </a:extLst>
          </p:cNvPr>
          <p:cNvSpPr/>
          <p:nvPr/>
        </p:nvSpPr>
        <p:spPr>
          <a:xfrm rot="10800000">
            <a:off x="1013282" y="2782135"/>
            <a:ext cx="491244" cy="6239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5" name="Rechteck 3">
            <a:extLst>
              <a:ext uri="{FF2B5EF4-FFF2-40B4-BE49-F238E27FC236}">
                <a16:creationId xmlns:a16="http://schemas.microsoft.com/office/drawing/2014/main" id="{31511836-BD0C-5AEF-F07C-182CC95B5E0C}"/>
              </a:ext>
            </a:extLst>
          </p:cNvPr>
          <p:cNvSpPr/>
          <p:nvPr/>
        </p:nvSpPr>
        <p:spPr>
          <a:xfrm rot="5400000">
            <a:off x="3518119" y="1331671"/>
            <a:ext cx="384933" cy="23123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E653E1A1-02D2-E803-12C8-3BED7C0A274F}"/>
              </a:ext>
            </a:extLst>
          </p:cNvPr>
          <p:cNvSpPr/>
          <p:nvPr/>
        </p:nvSpPr>
        <p:spPr>
          <a:xfrm rot="10800000">
            <a:off x="3464370" y="2775784"/>
            <a:ext cx="491244" cy="6239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7" name="Rechteck 3">
            <a:extLst>
              <a:ext uri="{FF2B5EF4-FFF2-40B4-BE49-F238E27FC236}">
                <a16:creationId xmlns:a16="http://schemas.microsoft.com/office/drawing/2014/main" id="{D22A7CB0-3819-FE4F-BEAC-8DF75E28E183}"/>
              </a:ext>
            </a:extLst>
          </p:cNvPr>
          <p:cNvSpPr/>
          <p:nvPr/>
        </p:nvSpPr>
        <p:spPr>
          <a:xfrm rot="5400000">
            <a:off x="3518978" y="2536347"/>
            <a:ext cx="384930" cy="23092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8" name="Textfeld 157">
            <a:extLst>
              <a:ext uri="{FF2B5EF4-FFF2-40B4-BE49-F238E27FC236}">
                <a16:creationId xmlns:a16="http://schemas.microsoft.com/office/drawing/2014/main" id="{426915EA-AB35-F927-8B90-4F924463D9B8}"/>
              </a:ext>
            </a:extLst>
          </p:cNvPr>
          <p:cNvSpPr txBox="1"/>
          <p:nvPr/>
        </p:nvSpPr>
        <p:spPr>
          <a:xfrm>
            <a:off x="103309" y="1701201"/>
            <a:ext cx="474037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Double-PQ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Dual Air Gap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DB00CA30-CA1D-7F13-639F-08C5AB786D04}"/>
              </a:ext>
            </a:extLst>
          </p:cNvPr>
          <p:cNvSpPr txBox="1"/>
          <p:nvPr/>
        </p:nvSpPr>
        <p:spPr>
          <a:xfrm>
            <a:off x="5331341" y="1685813"/>
            <a:ext cx="52287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-Pole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Dual Air Gap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73DFF9A4-EC83-0431-28DB-0F3BFFC693FB}"/>
              </a:ext>
            </a:extLst>
          </p:cNvPr>
          <p:cNvSpPr txBox="1"/>
          <p:nvPr/>
        </p:nvSpPr>
        <p:spPr>
          <a:xfrm>
            <a:off x="103308" y="3883446"/>
            <a:ext cx="474037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EE</a:t>
            </a:r>
          </a:p>
        </p:txBody>
      </p:sp>
      <p:sp>
        <p:nvSpPr>
          <p:cNvPr id="161" name="Textfeld 160">
            <a:extLst>
              <a:ext uri="{FF2B5EF4-FFF2-40B4-BE49-F238E27FC236}">
                <a16:creationId xmlns:a16="http://schemas.microsoft.com/office/drawing/2014/main" id="{195A4E73-7216-B7E2-0F44-B90A29958D71}"/>
              </a:ext>
            </a:extLst>
          </p:cNvPr>
          <p:cNvSpPr txBox="1"/>
          <p:nvPr/>
        </p:nvSpPr>
        <p:spPr>
          <a:xfrm>
            <a:off x="5331341" y="3883446"/>
            <a:ext cx="521795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757F9A8-3A43-6B3D-297A-8ED4BAF4D497}"/>
              </a:ext>
            </a:extLst>
          </p:cNvPr>
          <p:cNvSpPr txBox="1"/>
          <p:nvPr/>
        </p:nvSpPr>
        <p:spPr>
          <a:xfrm>
            <a:off x="4094545" y="3995163"/>
            <a:ext cx="26375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solidFill>
                  <a:srgbClr val="00B050">
                    <a:alpha val="69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Air Gap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7B8360AE-A978-8929-B751-AEB4F16877D6}"/>
              </a:ext>
            </a:extLst>
          </p:cNvPr>
          <p:cNvSpPr/>
          <p:nvPr/>
        </p:nvSpPr>
        <p:spPr>
          <a:xfrm>
            <a:off x="3914059" y="4165727"/>
            <a:ext cx="256335" cy="114173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C04485BD-57C8-82DF-D108-C1DDF5EB74C2}"/>
              </a:ext>
            </a:extLst>
          </p:cNvPr>
          <p:cNvGrpSpPr/>
          <p:nvPr/>
        </p:nvGrpSpPr>
        <p:grpSpPr>
          <a:xfrm>
            <a:off x="1559719" y="2843791"/>
            <a:ext cx="502445" cy="512127"/>
            <a:chOff x="1559719" y="2843791"/>
            <a:chExt cx="502445" cy="512127"/>
          </a:xfrm>
        </p:grpSpPr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F5E662C3-F3E0-7408-14B3-9DA3D045DB1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3B8185D9-447F-929F-CC77-A298B6192DC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Gerader Verbinder 131">
              <a:extLst>
                <a:ext uri="{FF2B5EF4-FFF2-40B4-BE49-F238E27FC236}">
                  <a16:creationId xmlns:a16="http://schemas.microsoft.com/office/drawing/2014/main" id="{4A0A7647-9233-6B8E-9092-E2D2059848F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AE56D9BC-9ADD-2BE6-5A3B-9A7EB9664C9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r Verbinder 133">
              <a:extLst>
                <a:ext uri="{FF2B5EF4-FFF2-40B4-BE49-F238E27FC236}">
                  <a16:creationId xmlns:a16="http://schemas.microsoft.com/office/drawing/2014/main" id="{EC7B538F-A629-670E-DB8C-F0DE555089D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Gerader Verbinder 139">
              <a:extLst>
                <a:ext uri="{FF2B5EF4-FFF2-40B4-BE49-F238E27FC236}">
                  <a16:creationId xmlns:a16="http://schemas.microsoft.com/office/drawing/2014/main" id="{0E3AD47F-022B-E3A5-AA9F-43569561484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uppieren 152">
            <a:extLst>
              <a:ext uri="{FF2B5EF4-FFF2-40B4-BE49-F238E27FC236}">
                <a16:creationId xmlns:a16="http://schemas.microsoft.com/office/drawing/2014/main" id="{A5579FD8-2183-34A8-A6B5-8D3422C88D9F}"/>
              </a:ext>
            </a:extLst>
          </p:cNvPr>
          <p:cNvGrpSpPr/>
          <p:nvPr/>
        </p:nvGrpSpPr>
        <p:grpSpPr>
          <a:xfrm>
            <a:off x="452438" y="2838329"/>
            <a:ext cx="502445" cy="512127"/>
            <a:chOff x="1559719" y="2843791"/>
            <a:chExt cx="502445" cy="512127"/>
          </a:xfrm>
        </p:grpSpPr>
        <p:cxnSp>
          <p:nvCxnSpPr>
            <p:cNvPr id="154" name="Gerader Verbinder 153">
              <a:extLst>
                <a:ext uri="{FF2B5EF4-FFF2-40B4-BE49-F238E27FC236}">
                  <a16:creationId xmlns:a16="http://schemas.microsoft.com/office/drawing/2014/main" id="{92D272CC-ACD8-75CA-9E15-879BEC1BF4A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Gerader Verbinder 161">
              <a:extLst>
                <a:ext uri="{FF2B5EF4-FFF2-40B4-BE49-F238E27FC236}">
                  <a16:creationId xmlns:a16="http://schemas.microsoft.com/office/drawing/2014/main" id="{1EA0F4A2-5156-A4EA-D37D-513B836C4C6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Gerader Verbinder 162">
              <a:extLst>
                <a:ext uri="{FF2B5EF4-FFF2-40B4-BE49-F238E27FC236}">
                  <a16:creationId xmlns:a16="http://schemas.microsoft.com/office/drawing/2014/main" id="{6E2521AA-E2A2-2EFA-0076-F3B5D5340EDE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Gerader Verbinder 163">
              <a:extLst>
                <a:ext uri="{FF2B5EF4-FFF2-40B4-BE49-F238E27FC236}">
                  <a16:creationId xmlns:a16="http://schemas.microsoft.com/office/drawing/2014/main" id="{E1A143FF-42C1-0E6C-9973-59675797742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Gerader Verbinder 164">
              <a:extLst>
                <a:ext uri="{FF2B5EF4-FFF2-40B4-BE49-F238E27FC236}">
                  <a16:creationId xmlns:a16="http://schemas.microsoft.com/office/drawing/2014/main" id="{4CF01474-4483-925C-3093-A36158EDEDB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Gerader Verbinder 165">
              <a:extLst>
                <a:ext uri="{FF2B5EF4-FFF2-40B4-BE49-F238E27FC236}">
                  <a16:creationId xmlns:a16="http://schemas.microsoft.com/office/drawing/2014/main" id="{B3323087-FEAF-45E7-A6ED-71B16EF2EEC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uppieren 168">
            <a:extLst>
              <a:ext uri="{FF2B5EF4-FFF2-40B4-BE49-F238E27FC236}">
                <a16:creationId xmlns:a16="http://schemas.microsoft.com/office/drawing/2014/main" id="{812CE808-1111-CF8F-8F7D-590B96DFAF83}"/>
              </a:ext>
            </a:extLst>
          </p:cNvPr>
          <p:cNvGrpSpPr/>
          <p:nvPr/>
        </p:nvGrpSpPr>
        <p:grpSpPr>
          <a:xfrm>
            <a:off x="491404" y="642202"/>
            <a:ext cx="502445" cy="512127"/>
            <a:chOff x="1559719" y="2843791"/>
            <a:chExt cx="502445" cy="512127"/>
          </a:xfrm>
        </p:grpSpPr>
        <p:cxnSp>
          <p:nvCxnSpPr>
            <p:cNvPr id="170" name="Gerader Verbinder 169">
              <a:extLst>
                <a:ext uri="{FF2B5EF4-FFF2-40B4-BE49-F238E27FC236}">
                  <a16:creationId xmlns:a16="http://schemas.microsoft.com/office/drawing/2014/main" id="{518C5EBF-8149-C71B-54E0-444E29006EF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r Verbinder 170">
              <a:extLst>
                <a:ext uri="{FF2B5EF4-FFF2-40B4-BE49-F238E27FC236}">
                  <a16:creationId xmlns:a16="http://schemas.microsoft.com/office/drawing/2014/main" id="{42024884-947E-9B8F-4C78-5766D88ABE20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Gerader Verbinder 171">
              <a:extLst>
                <a:ext uri="{FF2B5EF4-FFF2-40B4-BE49-F238E27FC236}">
                  <a16:creationId xmlns:a16="http://schemas.microsoft.com/office/drawing/2014/main" id="{0BD69416-C37E-6E81-3F28-991C27C126D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Gerader Verbinder 172">
              <a:extLst>
                <a:ext uri="{FF2B5EF4-FFF2-40B4-BE49-F238E27FC236}">
                  <a16:creationId xmlns:a16="http://schemas.microsoft.com/office/drawing/2014/main" id="{42DF2D25-00F9-BD79-81DC-C685ED0B4AB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Gerader Verbinder 173">
              <a:extLst>
                <a:ext uri="{FF2B5EF4-FFF2-40B4-BE49-F238E27FC236}">
                  <a16:creationId xmlns:a16="http://schemas.microsoft.com/office/drawing/2014/main" id="{B832AD5A-E336-8BB6-2F63-6C1212155B5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Gerader Verbinder 174">
              <a:extLst>
                <a:ext uri="{FF2B5EF4-FFF2-40B4-BE49-F238E27FC236}">
                  <a16:creationId xmlns:a16="http://schemas.microsoft.com/office/drawing/2014/main" id="{8CE1316A-40CF-AE45-68E2-5E414CE9C74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54E4B9CA-F24D-8FB4-1AE0-7A0BD4A7D814}"/>
              </a:ext>
            </a:extLst>
          </p:cNvPr>
          <p:cNvGrpSpPr/>
          <p:nvPr/>
        </p:nvGrpSpPr>
        <p:grpSpPr>
          <a:xfrm>
            <a:off x="1691546" y="646487"/>
            <a:ext cx="502445" cy="512127"/>
            <a:chOff x="1559719" y="2843791"/>
            <a:chExt cx="502445" cy="512127"/>
          </a:xfrm>
        </p:grpSpPr>
        <p:cxnSp>
          <p:nvCxnSpPr>
            <p:cNvPr id="177" name="Gerader Verbinder 176">
              <a:extLst>
                <a:ext uri="{FF2B5EF4-FFF2-40B4-BE49-F238E27FC236}">
                  <a16:creationId xmlns:a16="http://schemas.microsoft.com/office/drawing/2014/main" id="{65B655AE-09A2-BCF8-4F60-1EDF84F0D4A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Gerader Verbinder 177">
              <a:extLst>
                <a:ext uri="{FF2B5EF4-FFF2-40B4-BE49-F238E27FC236}">
                  <a16:creationId xmlns:a16="http://schemas.microsoft.com/office/drawing/2014/main" id="{A0DCF7FB-58DD-6E2B-6F7A-621A8FCF81C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Gerader Verbinder 178">
              <a:extLst>
                <a:ext uri="{FF2B5EF4-FFF2-40B4-BE49-F238E27FC236}">
                  <a16:creationId xmlns:a16="http://schemas.microsoft.com/office/drawing/2014/main" id="{962888C1-05AF-5197-DAA9-104E8030399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Gerader Verbinder 179">
              <a:extLst>
                <a:ext uri="{FF2B5EF4-FFF2-40B4-BE49-F238E27FC236}">
                  <a16:creationId xmlns:a16="http://schemas.microsoft.com/office/drawing/2014/main" id="{1044E2E3-6428-5F17-28EF-429716E2C23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r Verbinder 180">
              <a:extLst>
                <a:ext uri="{FF2B5EF4-FFF2-40B4-BE49-F238E27FC236}">
                  <a16:creationId xmlns:a16="http://schemas.microsoft.com/office/drawing/2014/main" id="{7C669A97-2192-010D-ED08-1CCC18202B6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Gerader Verbinder 181">
              <a:extLst>
                <a:ext uri="{FF2B5EF4-FFF2-40B4-BE49-F238E27FC236}">
                  <a16:creationId xmlns:a16="http://schemas.microsoft.com/office/drawing/2014/main" id="{00D86FEC-E115-064C-549D-98858D0B9C4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uppieren 182">
            <a:extLst>
              <a:ext uri="{FF2B5EF4-FFF2-40B4-BE49-F238E27FC236}">
                <a16:creationId xmlns:a16="http://schemas.microsoft.com/office/drawing/2014/main" id="{BA2A60FD-7AF6-8D98-3F8B-8A1FF128926F}"/>
              </a:ext>
            </a:extLst>
          </p:cNvPr>
          <p:cNvGrpSpPr/>
          <p:nvPr/>
        </p:nvGrpSpPr>
        <p:grpSpPr>
          <a:xfrm>
            <a:off x="5861631" y="654624"/>
            <a:ext cx="502445" cy="512127"/>
            <a:chOff x="1559719" y="2843791"/>
            <a:chExt cx="502445" cy="512127"/>
          </a:xfrm>
        </p:grpSpPr>
        <p:cxnSp>
          <p:nvCxnSpPr>
            <p:cNvPr id="184" name="Gerader Verbinder 183">
              <a:extLst>
                <a:ext uri="{FF2B5EF4-FFF2-40B4-BE49-F238E27FC236}">
                  <a16:creationId xmlns:a16="http://schemas.microsoft.com/office/drawing/2014/main" id="{BA200C5B-92EB-8E9A-E6E5-BAE63B424E3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Gerader Verbinder 184">
              <a:extLst>
                <a:ext uri="{FF2B5EF4-FFF2-40B4-BE49-F238E27FC236}">
                  <a16:creationId xmlns:a16="http://schemas.microsoft.com/office/drawing/2014/main" id="{61B9AFC7-A109-5617-215F-97DA679517C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Gerader Verbinder 185">
              <a:extLst>
                <a:ext uri="{FF2B5EF4-FFF2-40B4-BE49-F238E27FC236}">
                  <a16:creationId xmlns:a16="http://schemas.microsoft.com/office/drawing/2014/main" id="{67105CB6-C4A8-039C-A370-EE28C94F139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Gerader Verbinder 186">
              <a:extLst>
                <a:ext uri="{FF2B5EF4-FFF2-40B4-BE49-F238E27FC236}">
                  <a16:creationId xmlns:a16="http://schemas.microsoft.com/office/drawing/2014/main" id="{501053F6-37B4-10F1-EF90-765692E4244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Gerader Verbinder 187">
              <a:extLst>
                <a:ext uri="{FF2B5EF4-FFF2-40B4-BE49-F238E27FC236}">
                  <a16:creationId xmlns:a16="http://schemas.microsoft.com/office/drawing/2014/main" id="{7B9370F2-CCFA-BBF8-F0EE-BE018436E2C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Gerader Verbinder 188">
              <a:extLst>
                <a:ext uri="{FF2B5EF4-FFF2-40B4-BE49-F238E27FC236}">
                  <a16:creationId xmlns:a16="http://schemas.microsoft.com/office/drawing/2014/main" id="{DCAEAFCB-BED5-3316-A229-DA24FD16FE2E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Gruppieren 189">
            <a:extLst>
              <a:ext uri="{FF2B5EF4-FFF2-40B4-BE49-F238E27FC236}">
                <a16:creationId xmlns:a16="http://schemas.microsoft.com/office/drawing/2014/main" id="{6C902479-3458-ED70-07DC-1B53A9213BAB}"/>
              </a:ext>
            </a:extLst>
          </p:cNvPr>
          <p:cNvGrpSpPr/>
          <p:nvPr/>
        </p:nvGrpSpPr>
        <p:grpSpPr>
          <a:xfrm>
            <a:off x="7287397" y="657022"/>
            <a:ext cx="502445" cy="512127"/>
            <a:chOff x="1559719" y="2843791"/>
            <a:chExt cx="502445" cy="512127"/>
          </a:xfrm>
        </p:grpSpPr>
        <p:cxnSp>
          <p:nvCxnSpPr>
            <p:cNvPr id="191" name="Gerader Verbinder 190">
              <a:extLst>
                <a:ext uri="{FF2B5EF4-FFF2-40B4-BE49-F238E27FC236}">
                  <a16:creationId xmlns:a16="http://schemas.microsoft.com/office/drawing/2014/main" id="{15BAB2D8-024B-3767-270C-E30C6E3383B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Gerader Verbinder 191">
              <a:extLst>
                <a:ext uri="{FF2B5EF4-FFF2-40B4-BE49-F238E27FC236}">
                  <a16:creationId xmlns:a16="http://schemas.microsoft.com/office/drawing/2014/main" id="{6492E83C-75DF-BA49-C961-89FA87E6723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Gerader Verbinder 192">
              <a:extLst>
                <a:ext uri="{FF2B5EF4-FFF2-40B4-BE49-F238E27FC236}">
                  <a16:creationId xmlns:a16="http://schemas.microsoft.com/office/drawing/2014/main" id="{C1D42D49-D316-4DF0-7C9D-31BF60AEB57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Gerader Verbinder 193">
              <a:extLst>
                <a:ext uri="{FF2B5EF4-FFF2-40B4-BE49-F238E27FC236}">
                  <a16:creationId xmlns:a16="http://schemas.microsoft.com/office/drawing/2014/main" id="{41F1620E-E4FE-C2DA-6846-3805A7BB56A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Gerader Verbinder 194">
              <a:extLst>
                <a:ext uri="{FF2B5EF4-FFF2-40B4-BE49-F238E27FC236}">
                  <a16:creationId xmlns:a16="http://schemas.microsoft.com/office/drawing/2014/main" id="{866F62E9-AEDA-A74E-FEB9-156632F7484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Gerader Verbinder 195">
              <a:extLst>
                <a:ext uri="{FF2B5EF4-FFF2-40B4-BE49-F238E27FC236}">
                  <a16:creationId xmlns:a16="http://schemas.microsoft.com/office/drawing/2014/main" id="{EBD628A0-C97B-B729-BFA4-E8FCA106286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Gruppieren 196">
            <a:extLst>
              <a:ext uri="{FF2B5EF4-FFF2-40B4-BE49-F238E27FC236}">
                <a16:creationId xmlns:a16="http://schemas.microsoft.com/office/drawing/2014/main" id="{A34C30F1-2932-8664-D0B2-97E82627FF82}"/>
              </a:ext>
            </a:extLst>
          </p:cNvPr>
          <p:cNvGrpSpPr/>
          <p:nvPr/>
        </p:nvGrpSpPr>
        <p:grpSpPr>
          <a:xfrm>
            <a:off x="5729955" y="2836848"/>
            <a:ext cx="502445" cy="512127"/>
            <a:chOff x="1559719" y="2843791"/>
            <a:chExt cx="502445" cy="512127"/>
          </a:xfrm>
        </p:grpSpPr>
        <p:cxnSp>
          <p:nvCxnSpPr>
            <p:cNvPr id="198" name="Gerader Verbinder 197">
              <a:extLst>
                <a:ext uri="{FF2B5EF4-FFF2-40B4-BE49-F238E27FC236}">
                  <a16:creationId xmlns:a16="http://schemas.microsoft.com/office/drawing/2014/main" id="{8EA6D384-F440-726B-8BB8-54FDE6819A0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Gerader Verbinder 198">
              <a:extLst>
                <a:ext uri="{FF2B5EF4-FFF2-40B4-BE49-F238E27FC236}">
                  <a16:creationId xmlns:a16="http://schemas.microsoft.com/office/drawing/2014/main" id="{B355DA80-27EE-8962-62C4-41EAA9F1E8D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Gerader Verbinder 199">
              <a:extLst>
                <a:ext uri="{FF2B5EF4-FFF2-40B4-BE49-F238E27FC236}">
                  <a16:creationId xmlns:a16="http://schemas.microsoft.com/office/drawing/2014/main" id="{7DC1718E-573F-5E59-C8D3-C7798BCA3F5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Gerader Verbinder 200">
              <a:extLst>
                <a:ext uri="{FF2B5EF4-FFF2-40B4-BE49-F238E27FC236}">
                  <a16:creationId xmlns:a16="http://schemas.microsoft.com/office/drawing/2014/main" id="{CFCBD65D-F857-4A34-1E75-F803A5AB1E9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Gerader Verbinder 201">
              <a:extLst>
                <a:ext uri="{FF2B5EF4-FFF2-40B4-BE49-F238E27FC236}">
                  <a16:creationId xmlns:a16="http://schemas.microsoft.com/office/drawing/2014/main" id="{25CE37A4-500B-F755-E577-5B12735EAFB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Gerader Verbinder 202">
              <a:extLst>
                <a:ext uri="{FF2B5EF4-FFF2-40B4-BE49-F238E27FC236}">
                  <a16:creationId xmlns:a16="http://schemas.microsoft.com/office/drawing/2014/main" id="{52E4A420-35B5-B72D-761A-610D827D462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64A36AD1-8BF1-7164-ED85-5242826C5EBB}"/>
              </a:ext>
            </a:extLst>
          </p:cNvPr>
          <p:cNvGrpSpPr/>
          <p:nvPr/>
        </p:nvGrpSpPr>
        <p:grpSpPr>
          <a:xfrm>
            <a:off x="6946885" y="2838037"/>
            <a:ext cx="502445" cy="512127"/>
            <a:chOff x="1559719" y="2843791"/>
            <a:chExt cx="502445" cy="512127"/>
          </a:xfrm>
        </p:grpSpPr>
        <p:cxnSp>
          <p:nvCxnSpPr>
            <p:cNvPr id="205" name="Gerader Verbinder 204">
              <a:extLst>
                <a:ext uri="{FF2B5EF4-FFF2-40B4-BE49-F238E27FC236}">
                  <a16:creationId xmlns:a16="http://schemas.microsoft.com/office/drawing/2014/main" id="{1DB13B35-0B7C-70AC-5A12-2938FDF5E57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Gerader Verbinder 205">
              <a:extLst>
                <a:ext uri="{FF2B5EF4-FFF2-40B4-BE49-F238E27FC236}">
                  <a16:creationId xmlns:a16="http://schemas.microsoft.com/office/drawing/2014/main" id="{89CC2515-D380-535A-A93D-863EDAD1799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Gerader Verbinder 206">
              <a:extLst>
                <a:ext uri="{FF2B5EF4-FFF2-40B4-BE49-F238E27FC236}">
                  <a16:creationId xmlns:a16="http://schemas.microsoft.com/office/drawing/2014/main" id="{EBD43E91-862E-4AE1-4649-14BC0DFC4547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Gerader Verbinder 207">
              <a:extLst>
                <a:ext uri="{FF2B5EF4-FFF2-40B4-BE49-F238E27FC236}">
                  <a16:creationId xmlns:a16="http://schemas.microsoft.com/office/drawing/2014/main" id="{FEDC1905-99AA-4BAD-B032-70B8A73B954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Gerader Verbinder 208">
              <a:extLst>
                <a:ext uri="{FF2B5EF4-FFF2-40B4-BE49-F238E27FC236}">
                  <a16:creationId xmlns:a16="http://schemas.microsoft.com/office/drawing/2014/main" id="{68A264AC-3016-F5C4-030F-38232212893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Gerader Verbinder 209">
              <a:extLst>
                <a:ext uri="{FF2B5EF4-FFF2-40B4-BE49-F238E27FC236}">
                  <a16:creationId xmlns:a16="http://schemas.microsoft.com/office/drawing/2014/main" id="{3343CEAD-5F8A-B603-C4AD-BEF110BD62E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uppieren 210">
            <a:extLst>
              <a:ext uri="{FF2B5EF4-FFF2-40B4-BE49-F238E27FC236}">
                <a16:creationId xmlns:a16="http://schemas.microsoft.com/office/drawing/2014/main" id="{E8FAD754-0CA3-BC09-9EA0-64EA33BA2C6B}"/>
              </a:ext>
            </a:extLst>
          </p:cNvPr>
          <p:cNvGrpSpPr/>
          <p:nvPr/>
        </p:nvGrpSpPr>
        <p:grpSpPr>
          <a:xfrm>
            <a:off x="2752585" y="654624"/>
            <a:ext cx="502445" cy="512127"/>
            <a:chOff x="1559719" y="2843791"/>
            <a:chExt cx="502445" cy="512127"/>
          </a:xfrm>
        </p:grpSpPr>
        <p:cxnSp>
          <p:nvCxnSpPr>
            <p:cNvPr id="212" name="Gerader Verbinder 211">
              <a:extLst>
                <a:ext uri="{FF2B5EF4-FFF2-40B4-BE49-F238E27FC236}">
                  <a16:creationId xmlns:a16="http://schemas.microsoft.com/office/drawing/2014/main" id="{855A0465-9A08-0810-5669-8DED2C7012F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Gerader Verbinder 212">
              <a:extLst>
                <a:ext uri="{FF2B5EF4-FFF2-40B4-BE49-F238E27FC236}">
                  <a16:creationId xmlns:a16="http://schemas.microsoft.com/office/drawing/2014/main" id="{7620B0D4-F138-0E32-0D2B-AAD5A141AC80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Gerader Verbinder 213">
              <a:extLst>
                <a:ext uri="{FF2B5EF4-FFF2-40B4-BE49-F238E27FC236}">
                  <a16:creationId xmlns:a16="http://schemas.microsoft.com/office/drawing/2014/main" id="{E5B5701A-F7FC-E392-DE6E-0AE462EC1AA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Gerader Verbinder 214">
              <a:extLst>
                <a:ext uri="{FF2B5EF4-FFF2-40B4-BE49-F238E27FC236}">
                  <a16:creationId xmlns:a16="http://schemas.microsoft.com/office/drawing/2014/main" id="{75D989CD-6D39-FDCB-DDAC-F0798248A95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Gerader Verbinder 215">
              <a:extLst>
                <a:ext uri="{FF2B5EF4-FFF2-40B4-BE49-F238E27FC236}">
                  <a16:creationId xmlns:a16="http://schemas.microsoft.com/office/drawing/2014/main" id="{97CAEFEA-34FF-843B-D324-E7937282AB0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Gerader Verbinder 216">
              <a:extLst>
                <a:ext uri="{FF2B5EF4-FFF2-40B4-BE49-F238E27FC236}">
                  <a16:creationId xmlns:a16="http://schemas.microsoft.com/office/drawing/2014/main" id="{3BD5BB6D-CA5F-A340-1531-55E690B86CC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uppieren 217">
            <a:extLst>
              <a:ext uri="{FF2B5EF4-FFF2-40B4-BE49-F238E27FC236}">
                <a16:creationId xmlns:a16="http://schemas.microsoft.com/office/drawing/2014/main" id="{3EDFC42C-BB85-FE35-8292-93BB40C9F1B2}"/>
              </a:ext>
            </a:extLst>
          </p:cNvPr>
          <p:cNvGrpSpPr/>
          <p:nvPr/>
        </p:nvGrpSpPr>
        <p:grpSpPr>
          <a:xfrm>
            <a:off x="3953144" y="658879"/>
            <a:ext cx="502445" cy="512127"/>
            <a:chOff x="1559719" y="2843791"/>
            <a:chExt cx="502445" cy="512127"/>
          </a:xfrm>
        </p:grpSpPr>
        <p:cxnSp>
          <p:nvCxnSpPr>
            <p:cNvPr id="219" name="Gerader Verbinder 218">
              <a:extLst>
                <a:ext uri="{FF2B5EF4-FFF2-40B4-BE49-F238E27FC236}">
                  <a16:creationId xmlns:a16="http://schemas.microsoft.com/office/drawing/2014/main" id="{C4D55566-DCEB-8D37-30FC-BEBAC1CD7DF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Gerader Verbinder 219">
              <a:extLst>
                <a:ext uri="{FF2B5EF4-FFF2-40B4-BE49-F238E27FC236}">
                  <a16:creationId xmlns:a16="http://schemas.microsoft.com/office/drawing/2014/main" id="{51E91AB5-2C8B-7C2C-90EE-DF76C208792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Gerader Verbinder 220">
              <a:extLst>
                <a:ext uri="{FF2B5EF4-FFF2-40B4-BE49-F238E27FC236}">
                  <a16:creationId xmlns:a16="http://schemas.microsoft.com/office/drawing/2014/main" id="{656455B7-2A20-7E72-AAB4-6B3FDF074B0D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Gerader Verbinder 221">
              <a:extLst>
                <a:ext uri="{FF2B5EF4-FFF2-40B4-BE49-F238E27FC236}">
                  <a16:creationId xmlns:a16="http://schemas.microsoft.com/office/drawing/2014/main" id="{58BF3035-E515-40E7-5692-4CB1667260D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Gerader Verbinder 222">
              <a:extLst>
                <a:ext uri="{FF2B5EF4-FFF2-40B4-BE49-F238E27FC236}">
                  <a16:creationId xmlns:a16="http://schemas.microsoft.com/office/drawing/2014/main" id="{AA3125D6-6CDB-747E-3450-4282CD9C30E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Gerader Verbinder 223">
              <a:extLst>
                <a:ext uri="{FF2B5EF4-FFF2-40B4-BE49-F238E27FC236}">
                  <a16:creationId xmlns:a16="http://schemas.microsoft.com/office/drawing/2014/main" id="{99249265-69D7-8C70-84DC-94E00705DD3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5" name="Gruppieren 224">
            <a:extLst>
              <a:ext uri="{FF2B5EF4-FFF2-40B4-BE49-F238E27FC236}">
                <a16:creationId xmlns:a16="http://schemas.microsoft.com/office/drawing/2014/main" id="{DEE3D53D-153D-7E77-D75C-C9BC1E175F88}"/>
              </a:ext>
            </a:extLst>
          </p:cNvPr>
          <p:cNvGrpSpPr/>
          <p:nvPr/>
        </p:nvGrpSpPr>
        <p:grpSpPr>
          <a:xfrm>
            <a:off x="2899768" y="2846724"/>
            <a:ext cx="502445" cy="512127"/>
            <a:chOff x="1559719" y="2843791"/>
            <a:chExt cx="502445" cy="512127"/>
          </a:xfrm>
        </p:grpSpPr>
        <p:cxnSp>
          <p:nvCxnSpPr>
            <p:cNvPr id="226" name="Gerader Verbinder 225">
              <a:extLst>
                <a:ext uri="{FF2B5EF4-FFF2-40B4-BE49-F238E27FC236}">
                  <a16:creationId xmlns:a16="http://schemas.microsoft.com/office/drawing/2014/main" id="{162A4A37-8F7D-9165-3887-A0B8E81368D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Gerader Verbinder 226">
              <a:extLst>
                <a:ext uri="{FF2B5EF4-FFF2-40B4-BE49-F238E27FC236}">
                  <a16:creationId xmlns:a16="http://schemas.microsoft.com/office/drawing/2014/main" id="{282B560B-16C9-EAD9-B196-E2DFCB36358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Gerader Verbinder 227">
              <a:extLst>
                <a:ext uri="{FF2B5EF4-FFF2-40B4-BE49-F238E27FC236}">
                  <a16:creationId xmlns:a16="http://schemas.microsoft.com/office/drawing/2014/main" id="{8051B2F0-BD92-511A-DC88-51BE3914F46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Gerader Verbinder 228">
              <a:extLst>
                <a:ext uri="{FF2B5EF4-FFF2-40B4-BE49-F238E27FC236}">
                  <a16:creationId xmlns:a16="http://schemas.microsoft.com/office/drawing/2014/main" id="{20085146-1E50-8EE7-9332-25CE3CAAC12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Gerader Verbinder 229">
              <a:extLst>
                <a:ext uri="{FF2B5EF4-FFF2-40B4-BE49-F238E27FC236}">
                  <a16:creationId xmlns:a16="http://schemas.microsoft.com/office/drawing/2014/main" id="{F0ACD71B-CD0A-A1BD-D595-E33EB73EE8B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Gerader Verbinder 230">
              <a:extLst>
                <a:ext uri="{FF2B5EF4-FFF2-40B4-BE49-F238E27FC236}">
                  <a16:creationId xmlns:a16="http://schemas.microsoft.com/office/drawing/2014/main" id="{22B38E62-569C-1367-56DC-007757A3BC5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uppieren 231">
            <a:extLst>
              <a:ext uri="{FF2B5EF4-FFF2-40B4-BE49-F238E27FC236}">
                <a16:creationId xmlns:a16="http://schemas.microsoft.com/office/drawing/2014/main" id="{8A36FA4F-825B-175C-0247-3E9C2077F8EE}"/>
              </a:ext>
            </a:extLst>
          </p:cNvPr>
          <p:cNvGrpSpPr/>
          <p:nvPr/>
        </p:nvGrpSpPr>
        <p:grpSpPr>
          <a:xfrm>
            <a:off x="4017770" y="2849890"/>
            <a:ext cx="502445" cy="512127"/>
            <a:chOff x="1559719" y="2843791"/>
            <a:chExt cx="502445" cy="512127"/>
          </a:xfrm>
        </p:grpSpPr>
        <p:cxnSp>
          <p:nvCxnSpPr>
            <p:cNvPr id="233" name="Gerader Verbinder 232">
              <a:extLst>
                <a:ext uri="{FF2B5EF4-FFF2-40B4-BE49-F238E27FC236}">
                  <a16:creationId xmlns:a16="http://schemas.microsoft.com/office/drawing/2014/main" id="{C3467704-14A4-6D09-58F4-9BF96FD2511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Gerader Verbinder 233">
              <a:extLst>
                <a:ext uri="{FF2B5EF4-FFF2-40B4-BE49-F238E27FC236}">
                  <a16:creationId xmlns:a16="http://schemas.microsoft.com/office/drawing/2014/main" id="{8125E0F6-B447-DEEB-7880-F3BC43F5DFD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Gerader Verbinder 234">
              <a:extLst>
                <a:ext uri="{FF2B5EF4-FFF2-40B4-BE49-F238E27FC236}">
                  <a16:creationId xmlns:a16="http://schemas.microsoft.com/office/drawing/2014/main" id="{8F07E1AF-1CF2-76E2-D895-FA88440468D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Gerader Verbinder 235">
              <a:extLst>
                <a:ext uri="{FF2B5EF4-FFF2-40B4-BE49-F238E27FC236}">
                  <a16:creationId xmlns:a16="http://schemas.microsoft.com/office/drawing/2014/main" id="{46CE2B33-F286-0545-565B-97C62E2B1D0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Gerader Verbinder 236">
              <a:extLst>
                <a:ext uri="{FF2B5EF4-FFF2-40B4-BE49-F238E27FC236}">
                  <a16:creationId xmlns:a16="http://schemas.microsoft.com/office/drawing/2014/main" id="{70A9803A-A1F9-40E1-6583-3EDA498982E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Gerader Verbinder 237">
              <a:extLst>
                <a:ext uri="{FF2B5EF4-FFF2-40B4-BE49-F238E27FC236}">
                  <a16:creationId xmlns:a16="http://schemas.microsoft.com/office/drawing/2014/main" id="{41EC0B52-399F-6943-D27E-4E1DB33139A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uppieren 238">
            <a:extLst>
              <a:ext uri="{FF2B5EF4-FFF2-40B4-BE49-F238E27FC236}">
                <a16:creationId xmlns:a16="http://schemas.microsoft.com/office/drawing/2014/main" id="{FE37A3F8-EF66-3392-D6A6-D71420CC798C}"/>
              </a:ext>
            </a:extLst>
          </p:cNvPr>
          <p:cNvGrpSpPr/>
          <p:nvPr/>
        </p:nvGrpSpPr>
        <p:grpSpPr>
          <a:xfrm>
            <a:off x="8086747" y="656138"/>
            <a:ext cx="502445" cy="512127"/>
            <a:chOff x="1559719" y="2843791"/>
            <a:chExt cx="502445" cy="512127"/>
          </a:xfrm>
        </p:grpSpPr>
        <p:cxnSp>
          <p:nvCxnSpPr>
            <p:cNvPr id="240" name="Gerader Verbinder 239">
              <a:extLst>
                <a:ext uri="{FF2B5EF4-FFF2-40B4-BE49-F238E27FC236}">
                  <a16:creationId xmlns:a16="http://schemas.microsoft.com/office/drawing/2014/main" id="{5A012E57-DFCF-EA22-B5A1-BA6E07991F3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Gerader Verbinder 240">
              <a:extLst>
                <a:ext uri="{FF2B5EF4-FFF2-40B4-BE49-F238E27FC236}">
                  <a16:creationId xmlns:a16="http://schemas.microsoft.com/office/drawing/2014/main" id="{886BABD1-232B-72D3-87E6-453CFD99A1B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Gerader Verbinder 241">
              <a:extLst>
                <a:ext uri="{FF2B5EF4-FFF2-40B4-BE49-F238E27FC236}">
                  <a16:creationId xmlns:a16="http://schemas.microsoft.com/office/drawing/2014/main" id="{3AD68B3B-2628-41BA-BC64-A1B9F380CB5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Gerader Verbinder 242">
              <a:extLst>
                <a:ext uri="{FF2B5EF4-FFF2-40B4-BE49-F238E27FC236}">
                  <a16:creationId xmlns:a16="http://schemas.microsoft.com/office/drawing/2014/main" id="{1253D6F5-5F59-E963-4342-A43B109AB2B6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Gerader Verbinder 243">
              <a:extLst>
                <a:ext uri="{FF2B5EF4-FFF2-40B4-BE49-F238E27FC236}">
                  <a16:creationId xmlns:a16="http://schemas.microsoft.com/office/drawing/2014/main" id="{ECB7623E-1941-4F0A-1DAD-45EE5EB85E30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Gerader Verbinder 244">
              <a:extLst>
                <a:ext uri="{FF2B5EF4-FFF2-40B4-BE49-F238E27FC236}">
                  <a16:creationId xmlns:a16="http://schemas.microsoft.com/office/drawing/2014/main" id="{276AFC03-452E-374F-6289-0A1B7F66213C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uppieren 245">
            <a:extLst>
              <a:ext uri="{FF2B5EF4-FFF2-40B4-BE49-F238E27FC236}">
                <a16:creationId xmlns:a16="http://schemas.microsoft.com/office/drawing/2014/main" id="{CB81EB50-AFF8-C771-A264-ADC0CB28439D}"/>
              </a:ext>
            </a:extLst>
          </p:cNvPr>
          <p:cNvGrpSpPr/>
          <p:nvPr/>
        </p:nvGrpSpPr>
        <p:grpSpPr>
          <a:xfrm>
            <a:off x="9486451" y="644308"/>
            <a:ext cx="502445" cy="512127"/>
            <a:chOff x="1559719" y="2843791"/>
            <a:chExt cx="502445" cy="512127"/>
          </a:xfrm>
        </p:grpSpPr>
        <p:cxnSp>
          <p:nvCxnSpPr>
            <p:cNvPr id="247" name="Gerader Verbinder 246">
              <a:extLst>
                <a:ext uri="{FF2B5EF4-FFF2-40B4-BE49-F238E27FC236}">
                  <a16:creationId xmlns:a16="http://schemas.microsoft.com/office/drawing/2014/main" id="{9CB1136C-71E0-2446-3A60-12B09558583E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Gerader Verbinder 247">
              <a:extLst>
                <a:ext uri="{FF2B5EF4-FFF2-40B4-BE49-F238E27FC236}">
                  <a16:creationId xmlns:a16="http://schemas.microsoft.com/office/drawing/2014/main" id="{27155DE3-F758-AE9A-4F3C-8D95287EC0E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Gerader Verbinder 248">
              <a:extLst>
                <a:ext uri="{FF2B5EF4-FFF2-40B4-BE49-F238E27FC236}">
                  <a16:creationId xmlns:a16="http://schemas.microsoft.com/office/drawing/2014/main" id="{E917EEBE-681D-81AC-2A4C-31B7C3079D5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Gerader Verbinder 249">
              <a:extLst>
                <a:ext uri="{FF2B5EF4-FFF2-40B4-BE49-F238E27FC236}">
                  <a16:creationId xmlns:a16="http://schemas.microsoft.com/office/drawing/2014/main" id="{6062DBF0-50D1-2CB6-51B3-42DDB92483B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Gerader Verbinder 250">
              <a:extLst>
                <a:ext uri="{FF2B5EF4-FFF2-40B4-BE49-F238E27FC236}">
                  <a16:creationId xmlns:a16="http://schemas.microsoft.com/office/drawing/2014/main" id="{92653F95-1A69-7820-A7AD-97DFBCD7705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Gerader Verbinder 251">
              <a:extLst>
                <a:ext uri="{FF2B5EF4-FFF2-40B4-BE49-F238E27FC236}">
                  <a16:creationId xmlns:a16="http://schemas.microsoft.com/office/drawing/2014/main" id="{DCB5DB03-C9E9-ABF7-6E5D-E837F0B4D81F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uppieren 252">
            <a:extLst>
              <a:ext uri="{FF2B5EF4-FFF2-40B4-BE49-F238E27FC236}">
                <a16:creationId xmlns:a16="http://schemas.microsoft.com/office/drawing/2014/main" id="{D70E4F53-F3F1-3BE5-5253-0B6B8D749A5C}"/>
              </a:ext>
            </a:extLst>
          </p:cNvPr>
          <p:cNvGrpSpPr/>
          <p:nvPr/>
        </p:nvGrpSpPr>
        <p:grpSpPr>
          <a:xfrm>
            <a:off x="8420233" y="2834295"/>
            <a:ext cx="502445" cy="512127"/>
            <a:chOff x="1559719" y="2843791"/>
            <a:chExt cx="502445" cy="512127"/>
          </a:xfrm>
        </p:grpSpPr>
        <p:cxnSp>
          <p:nvCxnSpPr>
            <p:cNvPr id="254" name="Gerader Verbinder 253">
              <a:extLst>
                <a:ext uri="{FF2B5EF4-FFF2-40B4-BE49-F238E27FC236}">
                  <a16:creationId xmlns:a16="http://schemas.microsoft.com/office/drawing/2014/main" id="{F1528C07-04A2-9625-3739-A95AC1917CE2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Gerader Verbinder 254">
              <a:extLst>
                <a:ext uri="{FF2B5EF4-FFF2-40B4-BE49-F238E27FC236}">
                  <a16:creationId xmlns:a16="http://schemas.microsoft.com/office/drawing/2014/main" id="{16A9F93B-CF7B-13C5-616B-CD3B178E2A73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Gerader Verbinder 255">
              <a:extLst>
                <a:ext uri="{FF2B5EF4-FFF2-40B4-BE49-F238E27FC236}">
                  <a16:creationId xmlns:a16="http://schemas.microsoft.com/office/drawing/2014/main" id="{E33DD0A6-E0BF-08A6-C1D2-4A31AEB0F34B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Gerader Verbinder 256">
              <a:extLst>
                <a:ext uri="{FF2B5EF4-FFF2-40B4-BE49-F238E27FC236}">
                  <a16:creationId xmlns:a16="http://schemas.microsoft.com/office/drawing/2014/main" id="{955E9565-326A-6BE2-351F-6537C905ECC8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Gerader Verbinder 257">
              <a:extLst>
                <a:ext uri="{FF2B5EF4-FFF2-40B4-BE49-F238E27FC236}">
                  <a16:creationId xmlns:a16="http://schemas.microsoft.com/office/drawing/2014/main" id="{03E1BC09-F986-9FE9-A75F-2ECF8EECD71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Gerader Verbinder 258">
              <a:extLst>
                <a:ext uri="{FF2B5EF4-FFF2-40B4-BE49-F238E27FC236}">
                  <a16:creationId xmlns:a16="http://schemas.microsoft.com/office/drawing/2014/main" id="{AAE11D60-D82E-E90A-BC3C-A88A018ACEEA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0" name="Gruppieren 259">
            <a:extLst>
              <a:ext uri="{FF2B5EF4-FFF2-40B4-BE49-F238E27FC236}">
                <a16:creationId xmlns:a16="http://schemas.microsoft.com/office/drawing/2014/main" id="{34B6F2EB-B87F-0697-3A4C-62C385F0D001}"/>
              </a:ext>
            </a:extLst>
          </p:cNvPr>
          <p:cNvGrpSpPr/>
          <p:nvPr/>
        </p:nvGrpSpPr>
        <p:grpSpPr>
          <a:xfrm>
            <a:off x="9631562" y="2823051"/>
            <a:ext cx="502445" cy="512127"/>
            <a:chOff x="1559719" y="2843791"/>
            <a:chExt cx="502445" cy="512127"/>
          </a:xfrm>
        </p:grpSpPr>
        <p:cxnSp>
          <p:nvCxnSpPr>
            <p:cNvPr id="261" name="Gerader Verbinder 260">
              <a:extLst>
                <a:ext uri="{FF2B5EF4-FFF2-40B4-BE49-F238E27FC236}">
                  <a16:creationId xmlns:a16="http://schemas.microsoft.com/office/drawing/2014/main" id="{6BEEDB87-8795-513A-48F0-50A56610E1D0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843791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Gerader Verbinder 261">
              <a:extLst>
                <a:ext uri="{FF2B5EF4-FFF2-40B4-BE49-F238E27FC236}">
                  <a16:creationId xmlns:a16="http://schemas.microsoft.com/office/drawing/2014/main" id="{8A7FEDC9-F237-78DD-73C9-97E8AEABD5D9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2945846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Gerader Verbinder 262">
              <a:extLst>
                <a:ext uri="{FF2B5EF4-FFF2-40B4-BE49-F238E27FC236}">
                  <a16:creationId xmlns:a16="http://schemas.microsoft.com/office/drawing/2014/main" id="{F97686C1-BE35-9D5C-EB35-D6E9367BF524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19" y="3043815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Gerader Verbinder 263">
              <a:extLst>
                <a:ext uri="{FF2B5EF4-FFF2-40B4-BE49-F238E27FC236}">
                  <a16:creationId xmlns:a16="http://schemas.microsoft.com/office/drawing/2014/main" id="{3E69BFA3-FE52-EE5B-9EEB-61AFE9B2CD0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1" y="314706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Gerader Verbinder 264">
              <a:extLst>
                <a:ext uri="{FF2B5EF4-FFF2-40B4-BE49-F238E27FC236}">
                  <a16:creationId xmlns:a16="http://schemas.microsoft.com/office/drawing/2014/main" id="{A009C669-BF51-45A1-1572-FCE5F267B5E5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253307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Gerader Verbinder 265">
              <a:extLst>
                <a:ext uri="{FF2B5EF4-FFF2-40B4-BE49-F238E27FC236}">
                  <a16:creationId xmlns:a16="http://schemas.microsoft.com/office/drawing/2014/main" id="{64E95266-7DE0-8E7C-433A-A0C2E5496871}"/>
                </a:ext>
              </a:extLst>
            </p:cNvPr>
            <p:cNvCxnSpPr>
              <a:cxnSpLocks/>
            </p:cNvCxnSpPr>
            <p:nvPr/>
          </p:nvCxnSpPr>
          <p:spPr>
            <a:xfrm>
              <a:off x="1559720" y="3355918"/>
              <a:ext cx="502443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llipse 2">
            <a:extLst>
              <a:ext uri="{FF2B5EF4-FFF2-40B4-BE49-F238E27FC236}">
                <a16:creationId xmlns:a16="http://schemas.microsoft.com/office/drawing/2014/main" id="{B274C883-6606-067D-AB05-BBC5121021E7}"/>
              </a:ext>
            </a:extLst>
          </p:cNvPr>
          <p:cNvSpPr/>
          <p:nvPr/>
        </p:nvSpPr>
        <p:spPr>
          <a:xfrm>
            <a:off x="1013283" y="1108058"/>
            <a:ext cx="670034" cy="266445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7F6FF67E-4C1E-9992-F4C5-E5F1B9D3BA6F}"/>
              </a:ext>
            </a:extLst>
          </p:cNvPr>
          <p:cNvSpPr/>
          <p:nvPr/>
        </p:nvSpPr>
        <p:spPr>
          <a:xfrm>
            <a:off x="3262563" y="1090031"/>
            <a:ext cx="670034" cy="266445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68E5FB5-B037-C658-73A3-88FB0F4B16C7}"/>
              </a:ext>
            </a:extLst>
          </p:cNvPr>
          <p:cNvSpPr/>
          <p:nvPr/>
        </p:nvSpPr>
        <p:spPr>
          <a:xfrm>
            <a:off x="6453466" y="1106904"/>
            <a:ext cx="766371" cy="266445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9F8C7D2-D517-3235-DF49-FC6E7D8A9CB1}"/>
              </a:ext>
            </a:extLst>
          </p:cNvPr>
          <p:cNvSpPr/>
          <p:nvPr/>
        </p:nvSpPr>
        <p:spPr>
          <a:xfrm>
            <a:off x="8673044" y="1098246"/>
            <a:ext cx="766371" cy="266445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4F90D6CC-9852-3CFD-ED68-08C73EA66D13}"/>
              </a:ext>
            </a:extLst>
          </p:cNvPr>
          <p:cNvSpPr/>
          <p:nvPr/>
        </p:nvSpPr>
        <p:spPr>
          <a:xfrm>
            <a:off x="3375740" y="3295777"/>
            <a:ext cx="670034" cy="266445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6DE690BB-F64A-65B9-9EC6-38C540E8C50F}"/>
              </a:ext>
            </a:extLst>
          </p:cNvPr>
          <p:cNvSpPr/>
          <p:nvPr/>
        </p:nvSpPr>
        <p:spPr>
          <a:xfrm>
            <a:off x="918589" y="3295777"/>
            <a:ext cx="670034" cy="266445"/>
          </a:xfrm>
          <a:prstGeom prst="ellipse">
            <a:avLst/>
          </a:prstGeom>
          <a:noFill/>
          <a:ln w="3175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6583335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Elektronik, Elektronisches Bauteil, Elektrisches Bauelement, passives Bauelement enthält.&#10;&#10;KI-generierte Inhalte können fehlerhaft sein.">
            <a:extLst>
              <a:ext uri="{FF2B5EF4-FFF2-40B4-BE49-F238E27FC236}">
                <a16:creationId xmlns:a16="http://schemas.microsoft.com/office/drawing/2014/main" id="{9E498E91-063B-56E0-E2F7-F3D4EC540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5" r="26273"/>
          <a:stretch/>
        </p:blipFill>
        <p:spPr>
          <a:xfrm>
            <a:off x="0" y="0"/>
            <a:ext cx="5562600" cy="6851964"/>
          </a:xfrm>
        </p:spPr>
      </p:pic>
      <p:pic>
        <p:nvPicPr>
          <p:cNvPr id="8" name="Grafik 7" descr="Ein Bild, das Elektronisches Bauteil, Elektronik, Elektrisches Bauelement, passives Bauelement enthält.&#10;&#10;KI-generierte Inhalte können fehlerhaft sein.">
            <a:extLst>
              <a:ext uri="{FF2B5EF4-FFF2-40B4-BE49-F238E27FC236}">
                <a16:creationId xmlns:a16="http://schemas.microsoft.com/office/drawing/2014/main" id="{B5D341A1-F33D-3CC8-C99F-96351A09F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1" r="17777"/>
          <a:stretch/>
        </p:blipFill>
        <p:spPr>
          <a:xfrm>
            <a:off x="5693806" y="0"/>
            <a:ext cx="5334000" cy="6858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E859013-CE6B-35DF-ECA3-FF3F872B9FD4}"/>
              </a:ext>
            </a:extLst>
          </p:cNvPr>
          <p:cNvSpPr txBox="1"/>
          <p:nvPr/>
        </p:nvSpPr>
        <p:spPr>
          <a:xfrm>
            <a:off x="2926080" y="5526066"/>
            <a:ext cx="2160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 mm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0366BD6-EA2D-9531-EF97-2B294499D8C7}"/>
              </a:ext>
            </a:extLst>
          </p:cNvPr>
          <p:cNvSpPr txBox="1"/>
          <p:nvPr/>
        </p:nvSpPr>
        <p:spPr>
          <a:xfrm rot="5244338">
            <a:off x="4280323" y="2938680"/>
            <a:ext cx="2160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 mm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9F044DEB-ACFF-A93B-0286-386E406DCC4E}"/>
              </a:ext>
            </a:extLst>
          </p:cNvPr>
          <p:cNvSpPr/>
          <p:nvPr/>
        </p:nvSpPr>
        <p:spPr>
          <a:xfrm>
            <a:off x="2049780" y="1059180"/>
            <a:ext cx="3108960" cy="4556760"/>
          </a:xfrm>
          <a:custGeom>
            <a:avLst/>
            <a:gdLst>
              <a:gd name="connsiteX0" fmla="*/ 0 w 3108960"/>
              <a:gd name="connsiteY0" fmla="*/ 30480 h 4556760"/>
              <a:gd name="connsiteX1" fmla="*/ 38100 w 3108960"/>
              <a:gd name="connsiteY1" fmla="*/ 4556760 h 4556760"/>
              <a:gd name="connsiteX2" fmla="*/ 3108960 w 3108960"/>
              <a:gd name="connsiteY2" fmla="*/ 4518660 h 4556760"/>
              <a:gd name="connsiteX3" fmla="*/ 2903220 w 3108960"/>
              <a:gd name="connsiteY3" fmla="*/ 0 h 4556760"/>
              <a:gd name="connsiteX4" fmla="*/ 0 w 3108960"/>
              <a:gd name="connsiteY4" fmla="*/ 30480 h 455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8960" h="4556760">
                <a:moveTo>
                  <a:pt x="0" y="30480"/>
                </a:moveTo>
                <a:lnTo>
                  <a:pt x="38100" y="4556760"/>
                </a:lnTo>
                <a:lnTo>
                  <a:pt x="3108960" y="4518660"/>
                </a:lnTo>
                <a:lnTo>
                  <a:pt x="2903220" y="0"/>
                </a:lnTo>
                <a:lnTo>
                  <a:pt x="0" y="30480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80B91D3-9353-D68C-891B-217860C74082}"/>
              </a:ext>
            </a:extLst>
          </p:cNvPr>
          <p:cNvSpPr/>
          <p:nvPr/>
        </p:nvSpPr>
        <p:spPr>
          <a:xfrm>
            <a:off x="6019800" y="998220"/>
            <a:ext cx="3017520" cy="4549140"/>
          </a:xfrm>
          <a:custGeom>
            <a:avLst/>
            <a:gdLst>
              <a:gd name="connsiteX0" fmla="*/ 3017520 w 3017520"/>
              <a:gd name="connsiteY0" fmla="*/ 0 h 4549140"/>
              <a:gd name="connsiteX1" fmla="*/ 3002280 w 3017520"/>
              <a:gd name="connsiteY1" fmla="*/ 4549140 h 4549140"/>
              <a:gd name="connsiteX2" fmla="*/ 0 w 3017520"/>
              <a:gd name="connsiteY2" fmla="*/ 4541520 h 4549140"/>
              <a:gd name="connsiteX3" fmla="*/ 137160 w 3017520"/>
              <a:gd name="connsiteY3" fmla="*/ 15240 h 4549140"/>
              <a:gd name="connsiteX4" fmla="*/ 3017520 w 3017520"/>
              <a:gd name="connsiteY4" fmla="*/ 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7520" h="4549140">
                <a:moveTo>
                  <a:pt x="3017520" y="0"/>
                </a:moveTo>
                <a:lnTo>
                  <a:pt x="3002280" y="4549140"/>
                </a:lnTo>
                <a:lnTo>
                  <a:pt x="0" y="4541520"/>
                </a:lnTo>
                <a:lnTo>
                  <a:pt x="137160" y="15240"/>
                </a:lnTo>
                <a:lnTo>
                  <a:pt x="3017520" y="0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764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 descr="Ein Bild, das Text, Screenshot, Diagramm, Farbigkeit enthält.&#10;&#10;KI-generierte Inhalte können fehlerhaft sein.">
            <a:extLst>
              <a:ext uri="{FF2B5EF4-FFF2-40B4-BE49-F238E27FC236}">
                <a16:creationId xmlns:a16="http://schemas.microsoft.com/office/drawing/2014/main" id="{2D1090FF-526B-2D2E-6C6A-D5226D826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" t="44598" r="28206" b="1098"/>
          <a:stretch/>
        </p:blipFill>
        <p:spPr>
          <a:xfrm>
            <a:off x="5537877" y="150965"/>
            <a:ext cx="5250721" cy="2043396"/>
          </a:xfrm>
          <a:prstGeom prst="rect">
            <a:avLst/>
          </a:prstGeom>
        </p:spPr>
      </p:pic>
      <p:pic>
        <p:nvPicPr>
          <p:cNvPr id="15" name="Grafik 14" descr="Ein Bild, das Farbigkeit, Diagramm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15C147CF-E240-769F-E43F-F40B59696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" t="44493" r="28263" b="1290"/>
          <a:stretch/>
        </p:blipFill>
        <p:spPr>
          <a:xfrm>
            <a:off x="111270" y="150965"/>
            <a:ext cx="5259948" cy="204698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98DF7E34-B7C5-66F0-0368-3D6FCD16FDE8}"/>
              </a:ext>
            </a:extLst>
          </p:cNvPr>
          <p:cNvSpPr txBox="1"/>
          <p:nvPr/>
        </p:nvSpPr>
        <p:spPr>
          <a:xfrm>
            <a:off x="111271" y="2197952"/>
            <a:ext cx="52507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Pos. Coupling DC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9BC9A76-CABD-FD7A-C080-5B738F8620AF}"/>
              </a:ext>
            </a:extLst>
          </p:cNvPr>
          <p:cNvSpPr txBox="1"/>
          <p:nvPr/>
        </p:nvSpPr>
        <p:spPr>
          <a:xfrm>
            <a:off x="5537877" y="2181242"/>
            <a:ext cx="52507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Pos. Coupling Fundamental</a:t>
            </a:r>
          </a:p>
        </p:txBody>
      </p:sp>
      <p:graphicFrame>
        <p:nvGraphicFramePr>
          <p:cNvPr id="28" name="Tabelle 27">
            <a:extLst>
              <a:ext uri="{FF2B5EF4-FFF2-40B4-BE49-F238E27FC236}">
                <a16:creationId xmlns:a16="http://schemas.microsoft.com/office/drawing/2014/main" id="{CF8651AB-79FA-726D-E706-AB9A4E786539}"/>
              </a:ext>
            </a:extLst>
          </p:cNvPr>
          <p:cNvGraphicFramePr>
            <a:graphicFrameLocks noGrp="1"/>
          </p:cNvGraphicFramePr>
          <p:nvPr/>
        </p:nvGraphicFramePr>
        <p:xfrm>
          <a:off x="-812777" y="5868550"/>
          <a:ext cx="112088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070">
                  <a:extLst>
                    <a:ext uri="{9D8B030D-6E8A-4147-A177-3AD203B41FA5}">
                      <a16:colId xmlns:a16="http://schemas.microsoft.com/office/drawing/2014/main" val="2674426793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3572661540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3961166950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2768585121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1351681767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3656942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684801856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2683172096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2798623327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1580858874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259720998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3917417724"/>
                    </a:ext>
                  </a:extLst>
                </a:gridCol>
              </a:tblGrid>
              <a:tr h="163560"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633852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8978587"/>
                  </a:ext>
                </a:extLst>
              </a:tr>
            </a:tbl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E822A487-BA01-F699-9D79-512B34BFEAC6}"/>
              </a:ext>
            </a:extLst>
          </p:cNvPr>
          <p:cNvSpPr/>
          <p:nvPr/>
        </p:nvSpPr>
        <p:spPr>
          <a:xfrm>
            <a:off x="111270" y="5544466"/>
            <a:ext cx="9360746" cy="350972"/>
          </a:xfrm>
          <a:prstGeom prst="rect">
            <a:avLst/>
          </a:prstGeom>
          <a:gradFill>
            <a:gsLst>
              <a:gs pos="50000">
                <a:srgbClr val="FFF201"/>
              </a:gs>
              <a:gs pos="85000">
                <a:srgbClr val="FF4593"/>
              </a:gs>
              <a:gs pos="70000">
                <a:srgbClr val="FF9433"/>
              </a:gs>
              <a:gs pos="60000">
                <a:srgbClr val="FFC210"/>
              </a:gs>
              <a:gs pos="40000">
                <a:srgbClr val="D9FF06"/>
              </a:gs>
              <a:gs pos="20000">
                <a:srgbClr val="7BFF4C"/>
              </a:gs>
              <a:gs pos="10000">
                <a:srgbClr val="45FF93"/>
              </a:gs>
              <a:gs pos="30000">
                <a:srgbClr val="ABFF1F"/>
              </a:gs>
              <a:gs pos="0">
                <a:srgbClr val="00FFFF"/>
              </a:gs>
              <a:gs pos="95000">
                <a:srgbClr val="FF00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BA96A5F-9AEE-64E6-F17F-30004DDC6512}"/>
              </a:ext>
            </a:extLst>
          </p:cNvPr>
          <p:cNvSpPr txBox="1"/>
          <p:nvPr/>
        </p:nvSpPr>
        <p:spPr>
          <a:xfrm>
            <a:off x="9840642" y="6036712"/>
            <a:ext cx="10915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5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B[</a:t>
            </a:r>
            <a:r>
              <a:rPr lang="de-DE" sz="25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mT</a:t>
            </a:r>
            <a:r>
              <a:rPr lang="de-DE" sz="25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</a:p>
        </p:txBody>
      </p:sp>
      <p:pic>
        <p:nvPicPr>
          <p:cNvPr id="4" name="Inhaltsplatzhalter 5" descr="Ein Bild, das Text, Diagramm, Screenshot, Farbigkeit enthält.&#10;&#10;KI-generierte Inhalte können fehlerhaft sein.">
            <a:extLst>
              <a:ext uri="{FF2B5EF4-FFF2-40B4-BE49-F238E27FC236}">
                <a16:creationId xmlns:a16="http://schemas.microsoft.com/office/drawing/2014/main" id="{2B3682B1-6D75-3E46-FF6F-DDF6CE680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" t="44503" r="27931" b="932"/>
          <a:stretch/>
        </p:blipFill>
        <p:spPr>
          <a:xfrm>
            <a:off x="113724" y="2814798"/>
            <a:ext cx="5250721" cy="2046987"/>
          </a:xfr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F885D4A-D367-A08C-9751-F25408B3C83D}"/>
              </a:ext>
            </a:extLst>
          </p:cNvPr>
          <p:cNvSpPr txBox="1"/>
          <p:nvPr/>
        </p:nvSpPr>
        <p:spPr>
          <a:xfrm>
            <a:off x="104497" y="4861785"/>
            <a:ext cx="52599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Neg. Coupling DC</a:t>
            </a:r>
          </a:p>
        </p:txBody>
      </p:sp>
      <p:pic>
        <p:nvPicPr>
          <p:cNvPr id="7" name="Grafik 6" descr="Ein Bild, das Farbigkei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C0449C43-60F1-D56B-9029-03EDA0BC2A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" t="45065" r="28379" b="1423"/>
          <a:stretch/>
        </p:blipFill>
        <p:spPr>
          <a:xfrm>
            <a:off x="5531104" y="2811498"/>
            <a:ext cx="5250721" cy="203183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9025720-37D1-D71C-0A19-5931080B74B5}"/>
              </a:ext>
            </a:extLst>
          </p:cNvPr>
          <p:cNvSpPr txBox="1"/>
          <p:nvPr/>
        </p:nvSpPr>
        <p:spPr>
          <a:xfrm>
            <a:off x="5531104" y="4841775"/>
            <a:ext cx="52507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Neg. Coupling Fundamental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142DDC2-2EC5-8F05-8FF5-CD3A28C3AB83}"/>
              </a:ext>
            </a:extLst>
          </p:cNvPr>
          <p:cNvSpPr/>
          <p:nvPr/>
        </p:nvSpPr>
        <p:spPr>
          <a:xfrm>
            <a:off x="9472016" y="5544466"/>
            <a:ext cx="1316582" cy="350972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D56633D-5A34-1003-833B-CA2BF1E4BDDC}"/>
              </a:ext>
            </a:extLst>
          </p:cNvPr>
          <p:cNvGrpSpPr/>
          <p:nvPr/>
        </p:nvGrpSpPr>
        <p:grpSpPr>
          <a:xfrm flipH="1">
            <a:off x="9547312" y="5330165"/>
            <a:ext cx="468902" cy="782838"/>
            <a:chOff x="9547312" y="5330165"/>
            <a:chExt cx="468902" cy="782838"/>
          </a:xfrm>
        </p:grpSpPr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FA279E3B-43D5-E995-11CA-8C40F264DFCF}"/>
                </a:ext>
              </a:extLst>
            </p:cNvPr>
            <p:cNvSpPr/>
            <p:nvPr/>
          </p:nvSpPr>
          <p:spPr>
            <a:xfrm flipH="1">
              <a:off x="9639903" y="5408273"/>
              <a:ext cx="277245" cy="623303"/>
            </a:xfrm>
            <a:prstGeom prst="parallelogram">
              <a:avLst>
                <a:gd name="adj" fmla="val 5997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B6C5AE04-41C6-C7D4-88FC-5907BA67620D}"/>
                </a:ext>
              </a:extLst>
            </p:cNvPr>
            <p:cNvSpPr/>
            <p:nvPr/>
          </p:nvSpPr>
          <p:spPr>
            <a:xfrm>
              <a:off x="9547312" y="5330165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629F03EF-1748-E849-D024-189477E30DB6}"/>
                </a:ext>
              </a:extLst>
            </p:cNvPr>
            <p:cNvSpPr/>
            <p:nvPr/>
          </p:nvSpPr>
          <p:spPr>
            <a:xfrm>
              <a:off x="9738968" y="6008228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789225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63F2B-DB60-9585-3548-1445B535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elle 27">
            <a:extLst>
              <a:ext uri="{FF2B5EF4-FFF2-40B4-BE49-F238E27FC236}">
                <a16:creationId xmlns:a16="http://schemas.microsoft.com/office/drawing/2014/main" id="{551F5C7D-75F9-80E9-F55F-8BD0C4B5E135}"/>
              </a:ext>
            </a:extLst>
          </p:cNvPr>
          <p:cNvGraphicFramePr>
            <a:graphicFrameLocks noGrp="1"/>
          </p:cNvGraphicFramePr>
          <p:nvPr/>
        </p:nvGraphicFramePr>
        <p:xfrm>
          <a:off x="-812777" y="5868550"/>
          <a:ext cx="1120884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070">
                  <a:extLst>
                    <a:ext uri="{9D8B030D-6E8A-4147-A177-3AD203B41FA5}">
                      <a16:colId xmlns:a16="http://schemas.microsoft.com/office/drawing/2014/main" val="2674426793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3572661540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3961166950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2768585121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1351681767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3656942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684801856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2683172096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2798623327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1580858874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259720998"/>
                    </a:ext>
                  </a:extLst>
                </a:gridCol>
                <a:gridCol w="934070">
                  <a:extLst>
                    <a:ext uri="{9D8B030D-6E8A-4147-A177-3AD203B41FA5}">
                      <a16:colId xmlns:a16="http://schemas.microsoft.com/office/drawing/2014/main" val="3917417724"/>
                    </a:ext>
                  </a:extLst>
                </a:gridCol>
              </a:tblGrid>
              <a:tr h="163560"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633852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8978587"/>
                  </a:ext>
                </a:extLst>
              </a:tr>
            </a:tbl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297FB0F3-01E6-A149-5C15-2E91A16D2A9F}"/>
              </a:ext>
            </a:extLst>
          </p:cNvPr>
          <p:cNvSpPr/>
          <p:nvPr/>
        </p:nvSpPr>
        <p:spPr>
          <a:xfrm>
            <a:off x="111270" y="5544466"/>
            <a:ext cx="9360746" cy="350972"/>
          </a:xfrm>
          <a:prstGeom prst="rect">
            <a:avLst/>
          </a:prstGeom>
          <a:gradFill>
            <a:gsLst>
              <a:gs pos="50000">
                <a:srgbClr val="FFF201"/>
              </a:gs>
              <a:gs pos="85000">
                <a:srgbClr val="FF4593"/>
              </a:gs>
              <a:gs pos="70000">
                <a:srgbClr val="FF9433"/>
              </a:gs>
              <a:gs pos="60000">
                <a:srgbClr val="FFC210"/>
              </a:gs>
              <a:gs pos="40000">
                <a:srgbClr val="D9FF06"/>
              </a:gs>
              <a:gs pos="20000">
                <a:srgbClr val="7BFF4C"/>
              </a:gs>
              <a:gs pos="10000">
                <a:srgbClr val="45FF93"/>
              </a:gs>
              <a:gs pos="30000">
                <a:srgbClr val="ABFF1F"/>
              </a:gs>
              <a:gs pos="0">
                <a:srgbClr val="00FFFF"/>
              </a:gs>
              <a:gs pos="95000">
                <a:srgbClr val="FF00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2BF42C4-2EED-B4B3-30B6-3F53A5BCEDC4}"/>
              </a:ext>
            </a:extLst>
          </p:cNvPr>
          <p:cNvSpPr txBox="1"/>
          <p:nvPr/>
        </p:nvSpPr>
        <p:spPr>
          <a:xfrm>
            <a:off x="9840642" y="6036712"/>
            <a:ext cx="10915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5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B[</a:t>
            </a:r>
            <a:r>
              <a:rPr lang="de-DE" sz="25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mT</a:t>
            </a:r>
            <a:r>
              <a:rPr lang="de-DE" sz="25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316A26-0523-0945-9A40-972BDF689013}"/>
              </a:ext>
            </a:extLst>
          </p:cNvPr>
          <p:cNvSpPr/>
          <p:nvPr/>
        </p:nvSpPr>
        <p:spPr>
          <a:xfrm>
            <a:off x="9472016" y="5544466"/>
            <a:ext cx="1316582" cy="350972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66307E74-EBD5-CE09-1B15-2421D8C8E985}"/>
              </a:ext>
            </a:extLst>
          </p:cNvPr>
          <p:cNvGrpSpPr/>
          <p:nvPr/>
        </p:nvGrpSpPr>
        <p:grpSpPr>
          <a:xfrm flipH="1">
            <a:off x="9547312" y="5330165"/>
            <a:ext cx="468902" cy="782838"/>
            <a:chOff x="9547312" y="5330165"/>
            <a:chExt cx="468902" cy="782838"/>
          </a:xfrm>
        </p:grpSpPr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D570A90B-68B3-FE10-4CE8-31DF40441FBF}"/>
                </a:ext>
              </a:extLst>
            </p:cNvPr>
            <p:cNvSpPr/>
            <p:nvPr/>
          </p:nvSpPr>
          <p:spPr>
            <a:xfrm flipH="1">
              <a:off x="9639903" y="5408273"/>
              <a:ext cx="277245" cy="623303"/>
            </a:xfrm>
            <a:prstGeom prst="parallelogram">
              <a:avLst>
                <a:gd name="adj" fmla="val 5997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53B4D4F-E6FB-367A-E487-8C43F7DC0C04}"/>
                </a:ext>
              </a:extLst>
            </p:cNvPr>
            <p:cNvSpPr/>
            <p:nvPr/>
          </p:nvSpPr>
          <p:spPr>
            <a:xfrm>
              <a:off x="9547312" y="5330165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3C5F8F8C-32CD-27B6-FAA5-B585B0CF3446}"/>
                </a:ext>
              </a:extLst>
            </p:cNvPr>
            <p:cNvSpPr/>
            <p:nvPr/>
          </p:nvSpPr>
          <p:spPr>
            <a:xfrm>
              <a:off x="9738968" y="6008228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" name="Inhaltsplatzhalter 5" descr="Ein Bild, das Text, Diagramm, Screenshot, Farbigkeit enthält.&#10;&#10;KI-generierte Inhalte können fehlerhaft sein.">
            <a:extLst>
              <a:ext uri="{FF2B5EF4-FFF2-40B4-BE49-F238E27FC236}">
                <a16:creationId xmlns:a16="http://schemas.microsoft.com/office/drawing/2014/main" id="{3717E753-051A-37EE-A58C-3CDC4BC13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" t="44503" r="27931" b="932"/>
          <a:stretch/>
        </p:blipFill>
        <p:spPr>
          <a:xfrm>
            <a:off x="120497" y="147374"/>
            <a:ext cx="5250721" cy="204698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FC07EB9-36AC-AAB6-A4EE-0F1BD9E6423E}"/>
              </a:ext>
            </a:extLst>
          </p:cNvPr>
          <p:cNvSpPr txBox="1"/>
          <p:nvPr/>
        </p:nvSpPr>
        <p:spPr>
          <a:xfrm>
            <a:off x="111270" y="2194361"/>
            <a:ext cx="52599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Neg. Coupling DC</a:t>
            </a:r>
          </a:p>
        </p:txBody>
      </p:sp>
      <p:pic>
        <p:nvPicPr>
          <p:cNvPr id="16" name="Grafik 15" descr="Ein Bild, das Farbigkei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F2480594-D856-6F60-E408-A552B7E02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" t="45065" r="28379" b="1423"/>
          <a:stretch/>
        </p:blipFill>
        <p:spPr>
          <a:xfrm>
            <a:off x="120497" y="2809936"/>
            <a:ext cx="5250721" cy="2031839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9407F2B4-98D8-3E4A-2AAB-1559618AEB7D}"/>
              </a:ext>
            </a:extLst>
          </p:cNvPr>
          <p:cNvSpPr txBox="1"/>
          <p:nvPr/>
        </p:nvSpPr>
        <p:spPr>
          <a:xfrm>
            <a:off x="120497" y="4840213"/>
            <a:ext cx="52507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Neg. Coupling Fundamental</a:t>
            </a:r>
          </a:p>
        </p:txBody>
      </p:sp>
      <p:pic>
        <p:nvPicPr>
          <p:cNvPr id="21" name="Grafik 20" descr="Ein Bild, das Text, Screenshot, Diagramm, Farbigkeit enthält.&#10;&#10;KI-generierte Inhalte können fehlerhaft sein.">
            <a:extLst>
              <a:ext uri="{FF2B5EF4-FFF2-40B4-BE49-F238E27FC236}">
                <a16:creationId xmlns:a16="http://schemas.microsoft.com/office/drawing/2014/main" id="{F7645A6E-DF69-033C-484B-C859D50A69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" t="44598" r="28206" b="1098"/>
          <a:stretch/>
        </p:blipFill>
        <p:spPr>
          <a:xfrm>
            <a:off x="5537877" y="2809936"/>
            <a:ext cx="5250721" cy="2043396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CFA7B5D4-1170-5B1A-34C9-2C23E6931527}"/>
              </a:ext>
            </a:extLst>
          </p:cNvPr>
          <p:cNvSpPr txBox="1"/>
          <p:nvPr/>
        </p:nvSpPr>
        <p:spPr>
          <a:xfrm>
            <a:off x="5537877" y="4840213"/>
            <a:ext cx="52507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Pos. Coupling Fundamental</a:t>
            </a:r>
          </a:p>
        </p:txBody>
      </p:sp>
      <p:pic>
        <p:nvPicPr>
          <p:cNvPr id="24" name="Grafik 23" descr="Ein Bild, das Farbigkeit, Diagramm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6F4BA41F-53CF-8E58-6EAB-4CD13A730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" t="44493" r="28263" b="1290"/>
          <a:stretch/>
        </p:blipFill>
        <p:spPr>
          <a:xfrm>
            <a:off x="5537877" y="144621"/>
            <a:ext cx="5259948" cy="204698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FAC27945-6F0A-0F34-ED7C-351F4433CB92}"/>
              </a:ext>
            </a:extLst>
          </p:cNvPr>
          <p:cNvSpPr txBox="1"/>
          <p:nvPr/>
        </p:nvSpPr>
        <p:spPr>
          <a:xfrm>
            <a:off x="5537878" y="2191608"/>
            <a:ext cx="52507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Pos. Coupling DC</a:t>
            </a:r>
          </a:p>
        </p:txBody>
      </p:sp>
    </p:spTree>
    <p:extLst>
      <p:ext uri="{BB962C8B-B14F-4D97-AF65-F5344CB8AC3E}">
        <p14:creationId xmlns:p14="http://schemas.microsoft.com/office/powerpoint/2010/main" val="1263921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Breitbild</PresentationFormat>
  <Paragraphs>30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Times New Roman</vt:lpstr>
      <vt:lpstr>Arial</vt:lpstr>
      <vt:lpstr>Aptos Display</vt:lpstr>
      <vt:lpstr>Aptos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Keil, Adrian</dc:creator>
  <cp:lastModifiedBy>Keil, Adrian</cp:lastModifiedBy>
  <cp:revision>3</cp:revision>
  <dcterms:created xsi:type="dcterms:W3CDTF">2026-02-19T17:08:59Z</dcterms:created>
  <dcterms:modified xsi:type="dcterms:W3CDTF">2026-03-15T17:26:57Z</dcterms:modified>
</cp:coreProperties>
</file>