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621" r:id="rId2"/>
    <p:sldId id="622" r:id="rId3"/>
    <p:sldId id="623" r:id="rId4"/>
    <p:sldId id="624" r:id="rId5"/>
    <p:sldId id="62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2280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047FC-F2F2-4B28-B76C-DEA75FAA1BBF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EE069-51CE-4666-ABB7-EF37398BAF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646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C33DBD-30A7-E643-FCD2-DC470EF16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C0F8063-35CE-1BB4-B609-6921326C3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629BAB-A1EA-5D65-355A-5BC2835D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5DC00B-E112-3FD1-7FBF-8ECDE121F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B451CC-EBB0-67E6-240F-07BCF527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606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9F34E1-6DA7-ACDF-2EA3-A4B25689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33E8D0-BACC-2B71-2728-728D58230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49BCD1-11F5-5AF0-3D72-B4AC1851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B63DA8-ADAD-2D21-01A8-45A085C8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3DF8DA-9BA5-115D-AAF3-38F519BA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044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4E29B-98BF-E15A-AD45-546E652C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4BA60D-DB6A-6DD7-7BFF-1697A7006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B90189-8796-710C-0645-2C2DB160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86A46F-C75B-72CE-6602-3D3D94D7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5602BB-4699-D4D3-F73E-F8E3E7FB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531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2EC9A-3319-C498-347B-BFE6267CB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049843-BC1E-D025-E2F8-77B14DE371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05F6AFB-E126-66E0-AE5E-2366A7C86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E57DE9-BEA8-787C-5976-C900FD23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952411-1BF3-AD9E-AC01-6C9764F3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7B04FE-8AE5-5948-9073-06CF80EC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7723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87D15-E667-9991-6242-CB3A448F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9DED76-9DA0-E694-445D-E401F6559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BC7AE8-046B-FDC9-752B-F60E69F18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EBD53AE-3EA2-4E41-76C2-55008769A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D3EAB69-B1F5-A5B7-2ED0-79A3E72ACA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3DC8008-8383-B633-7856-902B1AB1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56D3EF6-F04E-DE27-2AF7-52C2EDAE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32538CF-86D9-4C01-133B-35F707E3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72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E7CC31-1CBB-CEB9-4BA3-F5B0664EF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3428463-95FD-CC3D-F671-4AEB24B4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55CF9EA-DF25-56E1-1DD5-AC7AF7BA6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CC2502-3DAC-9BCA-FDB1-BCB01E507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2347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7743AE6-3064-9D03-1840-F472B9F98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B94C23-0CB9-AA21-9A91-05B3847FA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DD1ADB-1490-8A88-615B-95A56757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460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C451CD-98A4-3B9B-003C-AE285ABE4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DBD4CD-0834-0BB8-8005-6C80DC8D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765767-D79A-D5C1-9335-63185C0D6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8A6BEB-A1C4-972F-5E6A-BD945E86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D32E46-4D3A-B726-88F9-3471BBEF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C5195F-9029-A553-9596-8E1B9DCA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658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2CBD3A-1D1F-2452-C2FC-FFB4E4D9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C899642-3179-C44D-0376-B3C22F9B2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6FEB103-E994-2E8C-4168-CC261BEDC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45A45E-D97F-01B1-81AB-D361C727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766214-C586-6F6A-F784-FB63036A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6063AD3-4F75-38A6-2637-3C26ACF4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22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CA4984-9561-C7A4-7576-11F7B772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B2213E-EE7B-B601-CD39-7C40C31E4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2EB70-D52D-6418-CE80-89451E7B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5B1D86-93AD-784D-4C8A-3F9071218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D5AC94-DB99-7725-155C-35A600034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15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0B0C25-382F-DBFA-1477-DA2323E33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158CB8-23AE-269D-7FA3-A4AB2050C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14A69C-310F-D659-5353-C0CEAD731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DBABECD-7EDA-B10B-7055-32F2F5BB7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4CC821-245B-9443-E5E6-B30FF029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01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4" y="1630034"/>
            <a:ext cx="11345332" cy="461836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867" noProof="0" dirty="0" smtClean="0"/>
            </a:lvl1pPr>
            <a:lvl2pPr>
              <a:lnSpc>
                <a:spcPct val="114000"/>
              </a:lnSpc>
              <a:defRPr lang="de-DE" sz="1867" noProof="0" dirty="0" smtClean="0"/>
            </a:lvl2pPr>
            <a:lvl3pPr>
              <a:defRPr sz="1867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‹Nr.›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B.Sc. Adrian Keil (TUM) | Meeting 16.01.2025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883" y="391280"/>
            <a:ext cx="11345332" cy="531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4267"/>
              </a:lnSpc>
              <a:defRPr lang="de-DE" sz="3333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4882" y="912573"/>
            <a:ext cx="11345332" cy="428547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1219170" rtl="0" eaLnBrk="0" fontAlgn="base" latinLnBrk="0" hangingPunct="0">
              <a:lnSpc>
                <a:spcPts val="24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4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234945" indent="0">
              <a:buNone/>
              <a:defRPr/>
            </a:lvl3pPr>
            <a:lvl4pPr marL="480472" indent="0">
              <a:buNone/>
              <a:defRPr/>
            </a:lvl4pPr>
            <a:lvl5pPr marL="717531" indent="0">
              <a:buNone/>
              <a:defRPr/>
            </a:lvl5pPr>
          </a:lstStyle>
          <a:p>
            <a:pPr marL="0" marR="0" lvl="0" indent="0" algn="l" defTabSz="1219170" rtl="0" eaLnBrk="0" fontAlgn="base" latinLnBrk="0" hangingPunct="0">
              <a:lnSpc>
                <a:spcPts val="24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2400" noProof="0" dirty="0"/>
              <a:t>Untert</a:t>
            </a:r>
            <a:r>
              <a:rPr lang="de-DE" sz="24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8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BD2D1D3-3C07-AC5B-8AAE-C5806F59D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C0C4F2-B4B2-A5DB-2D9B-4781CDAB2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B62660-0102-49A1-A658-433EDE37B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8CC02-5EFB-42DA-BC90-4C89E884E644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6CCA3C-AAB3-8C20-4864-AC8F44750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052ACD-B2C1-736C-6A8C-649E3EB82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79AF5-12F5-42C1-90BD-83AB414BD0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38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Elektronik, Elektronisches Bauteil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9E498E91-063B-56E0-E2F7-F3D4EC540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05" r="26273"/>
          <a:stretch/>
        </p:blipFill>
        <p:spPr>
          <a:xfrm>
            <a:off x="0" y="0"/>
            <a:ext cx="5562600" cy="6851964"/>
          </a:xfrm>
        </p:spPr>
      </p:pic>
      <p:pic>
        <p:nvPicPr>
          <p:cNvPr id="8" name="Grafik 7" descr="Ein Bild, das Elektronisches Bauteil, Elektronik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B5D341A1-F33D-3CC8-C99F-96351A09FA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1" r="17777"/>
          <a:stretch/>
        </p:blipFill>
        <p:spPr>
          <a:xfrm>
            <a:off x="5693806" y="0"/>
            <a:ext cx="5334000" cy="6858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E859013-CE6B-35DF-ECA3-FF3F872B9FD4}"/>
              </a:ext>
            </a:extLst>
          </p:cNvPr>
          <p:cNvSpPr txBox="1"/>
          <p:nvPr/>
        </p:nvSpPr>
        <p:spPr>
          <a:xfrm>
            <a:off x="2926080" y="5526066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 mm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0366BD6-EA2D-9531-EF97-2B294499D8C7}"/>
              </a:ext>
            </a:extLst>
          </p:cNvPr>
          <p:cNvSpPr txBox="1"/>
          <p:nvPr/>
        </p:nvSpPr>
        <p:spPr>
          <a:xfrm rot="5244338">
            <a:off x="4280323" y="2938680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mm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9F044DEB-ACFF-A93B-0286-386E406DCC4E}"/>
              </a:ext>
            </a:extLst>
          </p:cNvPr>
          <p:cNvSpPr/>
          <p:nvPr/>
        </p:nvSpPr>
        <p:spPr>
          <a:xfrm>
            <a:off x="2049780" y="1059180"/>
            <a:ext cx="3108960" cy="4556760"/>
          </a:xfrm>
          <a:custGeom>
            <a:avLst/>
            <a:gdLst>
              <a:gd name="connsiteX0" fmla="*/ 0 w 3108960"/>
              <a:gd name="connsiteY0" fmla="*/ 30480 h 4556760"/>
              <a:gd name="connsiteX1" fmla="*/ 38100 w 3108960"/>
              <a:gd name="connsiteY1" fmla="*/ 4556760 h 4556760"/>
              <a:gd name="connsiteX2" fmla="*/ 3108960 w 3108960"/>
              <a:gd name="connsiteY2" fmla="*/ 4518660 h 4556760"/>
              <a:gd name="connsiteX3" fmla="*/ 2903220 w 3108960"/>
              <a:gd name="connsiteY3" fmla="*/ 0 h 4556760"/>
              <a:gd name="connsiteX4" fmla="*/ 0 w 3108960"/>
              <a:gd name="connsiteY4" fmla="*/ 30480 h 455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8960" h="4556760">
                <a:moveTo>
                  <a:pt x="0" y="30480"/>
                </a:moveTo>
                <a:lnTo>
                  <a:pt x="38100" y="4556760"/>
                </a:lnTo>
                <a:lnTo>
                  <a:pt x="3108960" y="4518660"/>
                </a:lnTo>
                <a:lnTo>
                  <a:pt x="2903220" y="0"/>
                </a:lnTo>
                <a:lnTo>
                  <a:pt x="0" y="30480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80B91D3-9353-D68C-891B-217860C74082}"/>
              </a:ext>
            </a:extLst>
          </p:cNvPr>
          <p:cNvSpPr/>
          <p:nvPr/>
        </p:nvSpPr>
        <p:spPr>
          <a:xfrm>
            <a:off x="6019800" y="998220"/>
            <a:ext cx="3017520" cy="4549140"/>
          </a:xfrm>
          <a:custGeom>
            <a:avLst/>
            <a:gdLst>
              <a:gd name="connsiteX0" fmla="*/ 3017520 w 3017520"/>
              <a:gd name="connsiteY0" fmla="*/ 0 h 4549140"/>
              <a:gd name="connsiteX1" fmla="*/ 3002280 w 3017520"/>
              <a:gd name="connsiteY1" fmla="*/ 4549140 h 4549140"/>
              <a:gd name="connsiteX2" fmla="*/ 0 w 3017520"/>
              <a:gd name="connsiteY2" fmla="*/ 4541520 h 4549140"/>
              <a:gd name="connsiteX3" fmla="*/ 137160 w 3017520"/>
              <a:gd name="connsiteY3" fmla="*/ 15240 h 4549140"/>
              <a:gd name="connsiteX4" fmla="*/ 3017520 w 3017520"/>
              <a:gd name="connsiteY4" fmla="*/ 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520" h="4549140">
                <a:moveTo>
                  <a:pt x="3017520" y="0"/>
                </a:moveTo>
                <a:lnTo>
                  <a:pt x="3002280" y="4549140"/>
                </a:lnTo>
                <a:lnTo>
                  <a:pt x="0" y="4541520"/>
                </a:lnTo>
                <a:lnTo>
                  <a:pt x="137160" y="15240"/>
                </a:lnTo>
                <a:lnTo>
                  <a:pt x="3017520" y="0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764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81F66-F07C-A2C7-5912-998B490AE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7D9A4D5-80BB-1B86-E154-B85545273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481" b="77150" l="26353" r="79542">
                        <a14:foregroundMark x1="75316" y1="36132" x2="57739" y2="37222"/>
                        <a14:foregroundMark x1="57739" y1="37222" x2="56931" y2="36859"/>
                        <a14:foregroundMark x1="71952" y1="19782" x2="66326" y2="21922"/>
                        <a14:foregroundMark x1="44314" y1="28773" x2="36231" y2="29915"/>
                        <a14:foregroundMark x1="57131" y1="26963" x2="45099" y2="28662"/>
                        <a14:foregroundMark x1="77685" y1="24061" x2="57867" y2="26860"/>
                        <a14:foregroundMark x1="36231" y1="29915" x2="29071" y2="34962"/>
                        <a14:foregroundMark x1="29071" y1="34962" x2="29771" y2="21760"/>
                        <a14:foregroundMark x1="29771" y1="21760" x2="29475" y2="19782"/>
                        <a14:foregroundMark x1="63338" y1="21478" x2="35505" y2="21922"/>
                        <a14:foregroundMark x1="50713" y1="18611" x2="52921" y2="18329"/>
                        <a14:foregroundMark x1="77981" y1="20912" x2="78466" y2="44247"/>
                        <a14:foregroundMark x1="78466" y1="44247" x2="78331" y2="60476"/>
                        <a14:foregroundMark x1="78331" y1="60476" x2="74832" y2="43884"/>
                        <a14:foregroundMark x1="77604" y1="18894" x2="80162" y2="33872"/>
                        <a14:foregroundMark x1="80162" y1="33872" x2="79354" y2="66613"/>
                        <a14:foregroundMark x1="79354" y1="66613" x2="73432" y2="74929"/>
                        <a14:foregroundMark x1="73432" y1="74929" x2="73486" y2="41704"/>
                        <a14:foregroundMark x1="73782" y1="47315" x2="76366" y2="67703"/>
                        <a14:foregroundMark x1="79408" y1="23779" x2="79408" y2="28220"/>
                        <a14:foregroundMark x1="50713" y1="26241" x2="51198" y2="31813"/>
                        <a14:foregroundMark x1="37227" y1="25515" x2="37147" y2="30400"/>
                        <a14:foregroundMark x1="67833" y1="38837" x2="39919" y2="38353"/>
                        <a14:foregroundMark x1="39919" y1="38353" x2="33244" y2="43278"/>
                        <a14:foregroundMark x1="33244" y1="43278" x2="32194" y2="77150"/>
                        <a14:foregroundMark x1="32194" y1="77150" x2="34078" y2="45579"/>
                        <a14:foregroundMark x1="30444" y1="43440" x2="28264" y2="57610"/>
                        <a14:foregroundMark x1="28264" y1="57610" x2="29098" y2="71942"/>
                        <a14:foregroundMark x1="29098" y1="71942" x2="31602" y2="38232"/>
                        <a14:foregroundMark x1="31602" y1="38232" x2="28533" y2="39725"/>
                        <a14:foregroundMark x1="27409" y1="30042" x2="27429" y2="34598"/>
                        <a14:foregroundMark x1="27376" y1="22648" x2="27403" y2="28710"/>
                        <a14:foregroundMark x1="27312" y1="42108" x2="27106" y2="55349"/>
                        <a14:foregroundMark x1="27429" y1="34598" x2="27342" y2="40157"/>
                        <a14:foregroundMark x1="79596" y1="65967" x2="74966" y2="74768"/>
                        <a14:foregroundMark x1="74966" y1="74768" x2="74536" y2="73718"/>
                        <a14:foregroundMark x1="44415" y1="74001" x2="41157" y2="74162"/>
                        <a14:foregroundMark x1="31494" y1="18046" x2="26891" y2="30077"/>
                        <a14:foregroundMark x1="26608" y1="62053" x2="27402" y2="71982"/>
                        <a14:foregroundMark x1="27402" y1="71982" x2="32675" y2="75972"/>
                        <a14:foregroundMark x1="31117" y1="17481" x2="29394" y2="18611"/>
                        <a14:backgroundMark x1="81911" y1="39847" x2="81319" y2="56197"/>
                        <a14:backgroundMark x1="70525" y1="58216" x2="70902" y2="70125"/>
                        <a14:backgroundMark x1="70713" y1="68833" x2="70525" y2="71982"/>
                        <a14:backgroundMark x1="72436" y1="70569" x2="69664" y2="70852"/>
                        <a14:backgroundMark x1="42773" y1="57085" x2="42692" y2="72588"/>
                        <a14:backgroundMark x1="40781" y1="74445" x2="43176" y2="73718"/>
                        <a14:backgroundMark x1="30067" y1="76585" x2="33513" y2="76746"/>
                        <a14:backgroundMark x1="26245" y1="32701" x2="26245" y2="46185"/>
                        <a14:backgroundMark x1="26245" y1="46185" x2="26030" y2="57812"/>
                        <a14:backgroundMark x1="26030" y1="57489" x2="26245" y2="62091"/>
                        <a14:backgroundMark x1="26326" y1="61647" x2="26137" y2="67824"/>
                        <a14:backgroundMark x1="26891" y1="28664" x2="25572" y2="61566"/>
                        <a14:backgroundMark x1="25572" y1="61566" x2="27376" y2="40008"/>
                        <a14:backgroundMark x1="71467" y1="27937" x2="70902" y2="28099"/>
                        <a14:backgroundMark x1="72248" y1="29108" x2="71763" y2="28099"/>
                        <a14:backgroundMark x1="58573" y1="28664" x2="57524" y2="26524"/>
                        <a14:backgroundMark x1="58843" y1="28220" x2="57120" y2="26928"/>
                        <a14:backgroundMark x1="59515" y1="28220" x2="57120" y2="29108"/>
                        <a14:backgroundMark x1="58654" y1="26241" x2="59031" y2="26524"/>
                        <a14:backgroundMark x1="44684" y1="26080" x2="44684" y2="27937"/>
                        <a14:backgroundMark x1="51386" y1="68995" x2="51090" y2="64554"/>
                        <a14:backgroundMark x1="65061" y1="67138" x2="61803" y2="66815"/>
                        <a14:backgroundMark x1="44603" y1="28381" x2="44980" y2="288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128" t="14892" r="16704" b="20397"/>
          <a:stretch>
            <a:fillRect/>
          </a:stretch>
        </p:blipFill>
        <p:spPr>
          <a:xfrm rot="16200000">
            <a:off x="34622" y="1797159"/>
            <a:ext cx="4098567" cy="2988363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pic>
        <p:nvPicPr>
          <p:cNvPr id="8" name="Grafik 7" descr="Ein Bild, das Elektronisches Bauteil, Elektronik, Elektrisches Bauelement, passives Bauelement enthält.&#10;&#10;KI-generierte Inhalte können fehlerhaft sein.">
            <a:extLst>
              <a:ext uri="{FF2B5EF4-FFF2-40B4-BE49-F238E27FC236}">
                <a16:creationId xmlns:a16="http://schemas.microsoft.com/office/drawing/2014/main" id="{E24453D3-9373-584A-F99A-92DCBF4DE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71" r="17777"/>
          <a:stretch/>
        </p:blipFill>
        <p:spPr>
          <a:xfrm>
            <a:off x="5693806" y="0"/>
            <a:ext cx="5334000" cy="6858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75C34EE-13C5-927A-144A-93746693378D}"/>
              </a:ext>
            </a:extLst>
          </p:cNvPr>
          <p:cNvSpPr txBox="1"/>
          <p:nvPr/>
        </p:nvSpPr>
        <p:spPr>
          <a:xfrm>
            <a:off x="2926080" y="5526066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 mm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4A8E64F-FD4E-0E05-41A9-C1DA8B0BB257}"/>
              </a:ext>
            </a:extLst>
          </p:cNvPr>
          <p:cNvSpPr txBox="1"/>
          <p:nvPr/>
        </p:nvSpPr>
        <p:spPr>
          <a:xfrm rot="5244338">
            <a:off x="4280323" y="2938680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mm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297105A8-C8D9-65F7-DCBF-95D925746AEF}"/>
              </a:ext>
            </a:extLst>
          </p:cNvPr>
          <p:cNvSpPr/>
          <p:nvPr/>
        </p:nvSpPr>
        <p:spPr>
          <a:xfrm>
            <a:off x="2049780" y="1059180"/>
            <a:ext cx="3108960" cy="4556760"/>
          </a:xfrm>
          <a:custGeom>
            <a:avLst/>
            <a:gdLst>
              <a:gd name="connsiteX0" fmla="*/ 0 w 3108960"/>
              <a:gd name="connsiteY0" fmla="*/ 30480 h 4556760"/>
              <a:gd name="connsiteX1" fmla="*/ 38100 w 3108960"/>
              <a:gd name="connsiteY1" fmla="*/ 4556760 h 4556760"/>
              <a:gd name="connsiteX2" fmla="*/ 3108960 w 3108960"/>
              <a:gd name="connsiteY2" fmla="*/ 4518660 h 4556760"/>
              <a:gd name="connsiteX3" fmla="*/ 2903220 w 3108960"/>
              <a:gd name="connsiteY3" fmla="*/ 0 h 4556760"/>
              <a:gd name="connsiteX4" fmla="*/ 0 w 3108960"/>
              <a:gd name="connsiteY4" fmla="*/ 30480 h 455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8960" h="4556760">
                <a:moveTo>
                  <a:pt x="0" y="30480"/>
                </a:moveTo>
                <a:lnTo>
                  <a:pt x="38100" y="4556760"/>
                </a:lnTo>
                <a:lnTo>
                  <a:pt x="3108960" y="4518660"/>
                </a:lnTo>
                <a:lnTo>
                  <a:pt x="2903220" y="0"/>
                </a:lnTo>
                <a:lnTo>
                  <a:pt x="0" y="30480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6F62086-0FB7-F13D-CF13-7860A2EFF067}"/>
              </a:ext>
            </a:extLst>
          </p:cNvPr>
          <p:cNvSpPr/>
          <p:nvPr/>
        </p:nvSpPr>
        <p:spPr>
          <a:xfrm>
            <a:off x="6019800" y="998220"/>
            <a:ext cx="3017520" cy="4549140"/>
          </a:xfrm>
          <a:custGeom>
            <a:avLst/>
            <a:gdLst>
              <a:gd name="connsiteX0" fmla="*/ 3017520 w 3017520"/>
              <a:gd name="connsiteY0" fmla="*/ 0 h 4549140"/>
              <a:gd name="connsiteX1" fmla="*/ 3002280 w 3017520"/>
              <a:gd name="connsiteY1" fmla="*/ 4549140 h 4549140"/>
              <a:gd name="connsiteX2" fmla="*/ 0 w 3017520"/>
              <a:gd name="connsiteY2" fmla="*/ 4541520 h 4549140"/>
              <a:gd name="connsiteX3" fmla="*/ 137160 w 3017520"/>
              <a:gd name="connsiteY3" fmla="*/ 15240 h 4549140"/>
              <a:gd name="connsiteX4" fmla="*/ 3017520 w 3017520"/>
              <a:gd name="connsiteY4" fmla="*/ 0 h 4549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17520" h="4549140">
                <a:moveTo>
                  <a:pt x="3017520" y="0"/>
                </a:moveTo>
                <a:lnTo>
                  <a:pt x="3002280" y="4549140"/>
                </a:lnTo>
                <a:lnTo>
                  <a:pt x="0" y="4541520"/>
                </a:lnTo>
                <a:lnTo>
                  <a:pt x="137160" y="15240"/>
                </a:lnTo>
                <a:lnTo>
                  <a:pt x="3017520" y="0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1963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F86C-DB15-48DD-39A3-A1198599C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8270A4FC-8CEA-41BA-CADB-C3D655FDA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9" t="14016" r="19621" b="24765"/>
          <a:stretch>
            <a:fillRect/>
          </a:stretch>
        </p:blipFill>
        <p:spPr>
          <a:xfrm rot="5400000">
            <a:off x="4619361" y="898043"/>
            <a:ext cx="6857296" cy="5062623"/>
          </a:xfrm>
          <a:prstGeom prst="rect">
            <a:avLst/>
          </a:prstGeom>
        </p:spPr>
      </p:pic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FA4CB94E-2158-B57E-1D15-765FD2555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5" t="15059" r="18429" b="17242"/>
          <a:stretch>
            <a:fillRect/>
          </a:stretch>
        </p:blipFill>
        <p:spPr>
          <a:xfrm rot="16200000">
            <a:off x="-670652" y="671360"/>
            <a:ext cx="6858000" cy="5516697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</p:pic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0914F73F-513E-96AB-8A96-B25D606925C4}"/>
              </a:ext>
            </a:extLst>
          </p:cNvPr>
          <p:cNvSpPr/>
          <p:nvPr/>
        </p:nvSpPr>
        <p:spPr>
          <a:xfrm>
            <a:off x="1906421" y="1005554"/>
            <a:ext cx="3059341" cy="4851633"/>
          </a:xfrm>
          <a:custGeom>
            <a:avLst/>
            <a:gdLst>
              <a:gd name="connsiteX0" fmla="*/ 0 w 3108960"/>
              <a:gd name="connsiteY0" fmla="*/ 30480 h 4556760"/>
              <a:gd name="connsiteX1" fmla="*/ 38100 w 3108960"/>
              <a:gd name="connsiteY1" fmla="*/ 4556760 h 4556760"/>
              <a:gd name="connsiteX2" fmla="*/ 3108960 w 3108960"/>
              <a:gd name="connsiteY2" fmla="*/ 4518660 h 4556760"/>
              <a:gd name="connsiteX3" fmla="*/ 2903220 w 3108960"/>
              <a:gd name="connsiteY3" fmla="*/ 0 h 4556760"/>
              <a:gd name="connsiteX4" fmla="*/ 0 w 3108960"/>
              <a:gd name="connsiteY4" fmla="*/ 30480 h 4556760"/>
              <a:gd name="csX0" fmla="*/ 0 w 3116581"/>
              <a:gd name="csY0" fmla="*/ 24283 h 4550563"/>
              <a:gd name="csX1" fmla="*/ 38100 w 3116581"/>
              <a:gd name="csY1" fmla="*/ 4550563 h 4550563"/>
              <a:gd name="csX2" fmla="*/ 3108960 w 3116581"/>
              <a:gd name="csY2" fmla="*/ 4512463 h 4550563"/>
              <a:gd name="csX3" fmla="*/ 3116581 w 3116581"/>
              <a:gd name="csY3" fmla="*/ 0 h 4550563"/>
              <a:gd name="csX4" fmla="*/ 0 w 3116581"/>
              <a:gd name="csY4" fmla="*/ 24283 h 4550563"/>
              <a:gd name="csX0" fmla="*/ 8572 w 3078481"/>
              <a:gd name="csY0" fmla="*/ 5693 h 4550563"/>
              <a:gd name="csX1" fmla="*/ 0 w 3078481"/>
              <a:gd name="csY1" fmla="*/ 4550563 h 4550563"/>
              <a:gd name="csX2" fmla="*/ 3070860 w 3078481"/>
              <a:gd name="csY2" fmla="*/ 4512463 h 4550563"/>
              <a:gd name="csX3" fmla="*/ 3078481 w 3078481"/>
              <a:gd name="csY3" fmla="*/ 0 h 4550563"/>
              <a:gd name="csX4" fmla="*/ 8572 w 3078481"/>
              <a:gd name="csY4" fmla="*/ 5693 h 4550563"/>
              <a:gd name="csX0" fmla="*/ 8572 w 3078481"/>
              <a:gd name="csY0" fmla="*/ 5693 h 4519580"/>
              <a:gd name="csX1" fmla="*/ 0 w 3078481"/>
              <a:gd name="csY1" fmla="*/ 4519580 h 4519580"/>
              <a:gd name="csX2" fmla="*/ 3070860 w 3078481"/>
              <a:gd name="csY2" fmla="*/ 4512463 h 4519580"/>
              <a:gd name="csX3" fmla="*/ 3078481 w 3078481"/>
              <a:gd name="csY3" fmla="*/ 0 h 4519580"/>
              <a:gd name="csX4" fmla="*/ 8572 w 3078481"/>
              <a:gd name="csY4" fmla="*/ 5693 h 4519580"/>
              <a:gd name="csX0" fmla="*/ 8572 w 3078481"/>
              <a:gd name="csY0" fmla="*/ 5693 h 4543447"/>
              <a:gd name="csX1" fmla="*/ 0 w 3078481"/>
              <a:gd name="csY1" fmla="*/ 4519580 h 4543447"/>
              <a:gd name="csX2" fmla="*/ 3024188 w 3078481"/>
              <a:gd name="csY2" fmla="*/ 4543447 h 4543447"/>
              <a:gd name="csX3" fmla="*/ 3078481 w 3078481"/>
              <a:gd name="csY3" fmla="*/ 0 h 4543447"/>
              <a:gd name="csX4" fmla="*/ 8572 w 3078481"/>
              <a:gd name="csY4" fmla="*/ 5693 h 4543447"/>
              <a:gd name="csX0" fmla="*/ 8572 w 3078481"/>
              <a:gd name="csY0" fmla="*/ 5693 h 4537250"/>
              <a:gd name="csX1" fmla="*/ 0 w 3078481"/>
              <a:gd name="csY1" fmla="*/ 4519580 h 4537250"/>
              <a:gd name="csX2" fmla="*/ 3050859 w 3078481"/>
              <a:gd name="csY2" fmla="*/ 4537250 h 4537250"/>
              <a:gd name="csX3" fmla="*/ 3078481 w 3078481"/>
              <a:gd name="csY3" fmla="*/ 0 h 4537250"/>
              <a:gd name="csX4" fmla="*/ 8572 w 3078481"/>
              <a:gd name="csY4" fmla="*/ 5693 h 4537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78481" h="4537250">
                <a:moveTo>
                  <a:pt x="8572" y="5693"/>
                </a:moveTo>
                <a:cubicBezTo>
                  <a:pt x="5715" y="1520650"/>
                  <a:pt x="2857" y="3004623"/>
                  <a:pt x="0" y="4519580"/>
                </a:cubicBezTo>
                <a:lnTo>
                  <a:pt x="3050859" y="4537250"/>
                </a:lnTo>
                <a:cubicBezTo>
                  <a:pt x="3053399" y="3033096"/>
                  <a:pt x="3075941" y="1504154"/>
                  <a:pt x="3078481" y="0"/>
                </a:cubicBezTo>
                <a:lnTo>
                  <a:pt x="8572" y="5693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7657B591-0009-82A4-1C63-8A1BD805641C}"/>
              </a:ext>
            </a:extLst>
          </p:cNvPr>
          <p:cNvSpPr/>
          <p:nvPr/>
        </p:nvSpPr>
        <p:spPr>
          <a:xfrm>
            <a:off x="5716484" y="1019471"/>
            <a:ext cx="3054096" cy="4881880"/>
          </a:xfrm>
          <a:custGeom>
            <a:avLst/>
            <a:gdLst>
              <a:gd name="connsiteX0" fmla="*/ 3017520 w 3017520"/>
              <a:gd name="connsiteY0" fmla="*/ 0 h 4549140"/>
              <a:gd name="connsiteX1" fmla="*/ 3002280 w 3017520"/>
              <a:gd name="connsiteY1" fmla="*/ 4549140 h 4549140"/>
              <a:gd name="connsiteX2" fmla="*/ 0 w 3017520"/>
              <a:gd name="connsiteY2" fmla="*/ 4541520 h 4549140"/>
              <a:gd name="connsiteX3" fmla="*/ 137160 w 3017520"/>
              <a:gd name="connsiteY3" fmla="*/ 15240 h 4549140"/>
              <a:gd name="connsiteX4" fmla="*/ 3017520 w 3017520"/>
              <a:gd name="connsiteY4" fmla="*/ 0 h 4549140"/>
              <a:gd name="csX0" fmla="*/ 4099560 w 4099560"/>
              <a:gd name="csY0" fmla="*/ 0 h 4549140"/>
              <a:gd name="csX1" fmla="*/ 4084320 w 4099560"/>
              <a:gd name="csY1" fmla="*/ 4549140 h 4549140"/>
              <a:gd name="csX2" fmla="*/ 1082040 w 4099560"/>
              <a:gd name="csY2" fmla="*/ 4541520 h 4549140"/>
              <a:gd name="csX3" fmla="*/ 0 w 4099560"/>
              <a:gd name="csY3" fmla="*/ 106680 h 4549140"/>
              <a:gd name="csX4" fmla="*/ 4099560 w 4099560"/>
              <a:gd name="csY4" fmla="*/ 0 h 4549140"/>
              <a:gd name="csX0" fmla="*/ 4135120 w 4135120"/>
              <a:gd name="csY0" fmla="*/ 0 h 4988560"/>
              <a:gd name="csX1" fmla="*/ 4119880 w 4135120"/>
              <a:gd name="csY1" fmla="*/ 4549140 h 4988560"/>
              <a:gd name="csX2" fmla="*/ 0 w 4135120"/>
              <a:gd name="csY2" fmla="*/ 4988560 h 4988560"/>
              <a:gd name="csX3" fmla="*/ 35560 w 4135120"/>
              <a:gd name="csY3" fmla="*/ 106680 h 4988560"/>
              <a:gd name="csX4" fmla="*/ 4135120 w 4135120"/>
              <a:gd name="csY4" fmla="*/ 0 h 4988560"/>
              <a:gd name="csX0" fmla="*/ 4135120 w 4135120"/>
              <a:gd name="csY0" fmla="*/ 0 h 4988560"/>
              <a:gd name="csX1" fmla="*/ 3042920 w 4135120"/>
              <a:gd name="csY1" fmla="*/ 4965700 h 4988560"/>
              <a:gd name="csX2" fmla="*/ 0 w 4135120"/>
              <a:gd name="csY2" fmla="*/ 4988560 h 4988560"/>
              <a:gd name="csX3" fmla="*/ 35560 w 4135120"/>
              <a:gd name="csY3" fmla="*/ 106680 h 4988560"/>
              <a:gd name="csX4" fmla="*/ 4135120 w 4135120"/>
              <a:gd name="csY4" fmla="*/ 0 h 4988560"/>
              <a:gd name="csX0" fmla="*/ 3048000 w 3048000"/>
              <a:gd name="csY0" fmla="*/ 45720 h 4881880"/>
              <a:gd name="csX1" fmla="*/ 3042920 w 3048000"/>
              <a:gd name="csY1" fmla="*/ 4859020 h 4881880"/>
              <a:gd name="csX2" fmla="*/ 0 w 3048000"/>
              <a:gd name="csY2" fmla="*/ 4881880 h 4881880"/>
              <a:gd name="csX3" fmla="*/ 35560 w 3048000"/>
              <a:gd name="csY3" fmla="*/ 0 h 4881880"/>
              <a:gd name="csX4" fmla="*/ 3048000 w 3048000"/>
              <a:gd name="csY4" fmla="*/ 45720 h 4881880"/>
              <a:gd name="csX0" fmla="*/ 3017520 w 3042991"/>
              <a:gd name="csY0" fmla="*/ 0 h 4886960"/>
              <a:gd name="csX1" fmla="*/ 3042920 w 3042991"/>
              <a:gd name="csY1" fmla="*/ 4864100 h 4886960"/>
              <a:gd name="csX2" fmla="*/ 0 w 3042991"/>
              <a:gd name="csY2" fmla="*/ 4886960 h 4886960"/>
              <a:gd name="csX3" fmla="*/ 35560 w 3042991"/>
              <a:gd name="csY3" fmla="*/ 5080 h 4886960"/>
              <a:gd name="csX4" fmla="*/ 3017520 w 3042991"/>
              <a:gd name="csY4" fmla="*/ 0 h 4886960"/>
              <a:gd name="csX0" fmla="*/ 3054096 w 3054096"/>
              <a:gd name="csY0" fmla="*/ 13208 h 4881880"/>
              <a:gd name="csX1" fmla="*/ 3042920 w 3054096"/>
              <a:gd name="csY1" fmla="*/ 4859020 h 4881880"/>
              <a:gd name="csX2" fmla="*/ 0 w 3054096"/>
              <a:gd name="csY2" fmla="*/ 4881880 h 4881880"/>
              <a:gd name="csX3" fmla="*/ 35560 w 3054096"/>
              <a:gd name="csY3" fmla="*/ 0 h 4881880"/>
              <a:gd name="csX4" fmla="*/ 3054096 w 3054096"/>
              <a:gd name="csY4" fmla="*/ 13208 h 48818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54096" h="4881880">
                <a:moveTo>
                  <a:pt x="3054096" y="13208"/>
                </a:moveTo>
                <a:cubicBezTo>
                  <a:pt x="3052403" y="1617641"/>
                  <a:pt x="3044613" y="3254587"/>
                  <a:pt x="3042920" y="4859020"/>
                </a:cubicBezTo>
                <a:lnTo>
                  <a:pt x="0" y="4881880"/>
                </a:lnTo>
                <a:lnTo>
                  <a:pt x="35560" y="0"/>
                </a:lnTo>
                <a:lnTo>
                  <a:pt x="3054096" y="13208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D26F4DB-DC16-0757-B09F-F2A21A3DC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6" t="74321" r="15376" b="13215"/>
          <a:stretch>
            <a:fillRect/>
          </a:stretch>
        </p:blipFill>
        <p:spPr>
          <a:xfrm rot="16200000">
            <a:off x="7585819" y="2993501"/>
            <a:ext cx="6858003" cy="87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08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AB95-45E9-0B4F-8D09-DA2199DD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5BE62C4-EE90-A683-9CB4-953C998E8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2" t="13713" r="19220" b="24382"/>
          <a:stretch>
            <a:fillRect/>
          </a:stretch>
        </p:blipFill>
        <p:spPr>
          <a:xfrm rot="5400000">
            <a:off x="4570919" y="899155"/>
            <a:ext cx="6853908" cy="505116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4E26E10-E9B1-91BB-4F48-B98D5B3FE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0" t="15926" r="18062" b="22148"/>
          <a:stretch>
            <a:fillRect/>
          </a:stretch>
        </p:blipFill>
        <p:spPr>
          <a:xfrm rot="16200000">
            <a:off x="-886665" y="900263"/>
            <a:ext cx="6851692" cy="505115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6FDE127-3720-03AF-F501-B0C73E408747}"/>
              </a:ext>
            </a:extLst>
          </p:cNvPr>
          <p:cNvSpPr txBox="1"/>
          <p:nvPr/>
        </p:nvSpPr>
        <p:spPr>
          <a:xfrm>
            <a:off x="2668308" y="5842793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 mm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76533F10-7ED1-E2F0-83AA-A7746665EE9A}"/>
              </a:ext>
            </a:extLst>
          </p:cNvPr>
          <p:cNvSpPr txBox="1"/>
          <p:nvPr/>
        </p:nvSpPr>
        <p:spPr>
          <a:xfrm rot="5400000">
            <a:off x="4105449" y="3334105"/>
            <a:ext cx="2160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 mm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35CC39B6-253C-2A1E-3202-9BDC4C6C13E8}"/>
              </a:ext>
            </a:extLst>
          </p:cNvPr>
          <p:cNvSpPr/>
          <p:nvPr/>
        </p:nvSpPr>
        <p:spPr>
          <a:xfrm>
            <a:off x="1842700" y="1040407"/>
            <a:ext cx="3064421" cy="4861794"/>
          </a:xfrm>
          <a:custGeom>
            <a:avLst/>
            <a:gdLst>
              <a:gd name="connsiteX0" fmla="*/ 0 w 3108960"/>
              <a:gd name="connsiteY0" fmla="*/ 30480 h 4556760"/>
              <a:gd name="connsiteX1" fmla="*/ 38100 w 3108960"/>
              <a:gd name="connsiteY1" fmla="*/ 4556760 h 4556760"/>
              <a:gd name="connsiteX2" fmla="*/ 3108960 w 3108960"/>
              <a:gd name="connsiteY2" fmla="*/ 4518660 h 4556760"/>
              <a:gd name="connsiteX3" fmla="*/ 2903220 w 3108960"/>
              <a:gd name="connsiteY3" fmla="*/ 0 h 4556760"/>
              <a:gd name="connsiteX4" fmla="*/ 0 w 3108960"/>
              <a:gd name="connsiteY4" fmla="*/ 30480 h 4556760"/>
              <a:gd name="csX0" fmla="*/ 0 w 3116581"/>
              <a:gd name="csY0" fmla="*/ 24283 h 4550563"/>
              <a:gd name="csX1" fmla="*/ 38100 w 3116581"/>
              <a:gd name="csY1" fmla="*/ 4550563 h 4550563"/>
              <a:gd name="csX2" fmla="*/ 3108960 w 3116581"/>
              <a:gd name="csY2" fmla="*/ 4512463 h 4550563"/>
              <a:gd name="csX3" fmla="*/ 3116581 w 3116581"/>
              <a:gd name="csY3" fmla="*/ 0 h 4550563"/>
              <a:gd name="csX4" fmla="*/ 0 w 3116581"/>
              <a:gd name="csY4" fmla="*/ 24283 h 4550563"/>
              <a:gd name="csX0" fmla="*/ 8572 w 3078481"/>
              <a:gd name="csY0" fmla="*/ 5693 h 4550563"/>
              <a:gd name="csX1" fmla="*/ 0 w 3078481"/>
              <a:gd name="csY1" fmla="*/ 4550563 h 4550563"/>
              <a:gd name="csX2" fmla="*/ 3070860 w 3078481"/>
              <a:gd name="csY2" fmla="*/ 4512463 h 4550563"/>
              <a:gd name="csX3" fmla="*/ 3078481 w 3078481"/>
              <a:gd name="csY3" fmla="*/ 0 h 4550563"/>
              <a:gd name="csX4" fmla="*/ 8572 w 3078481"/>
              <a:gd name="csY4" fmla="*/ 5693 h 4550563"/>
              <a:gd name="csX0" fmla="*/ 8572 w 3078481"/>
              <a:gd name="csY0" fmla="*/ 5693 h 4519580"/>
              <a:gd name="csX1" fmla="*/ 0 w 3078481"/>
              <a:gd name="csY1" fmla="*/ 4519580 h 4519580"/>
              <a:gd name="csX2" fmla="*/ 3070860 w 3078481"/>
              <a:gd name="csY2" fmla="*/ 4512463 h 4519580"/>
              <a:gd name="csX3" fmla="*/ 3078481 w 3078481"/>
              <a:gd name="csY3" fmla="*/ 0 h 4519580"/>
              <a:gd name="csX4" fmla="*/ 8572 w 3078481"/>
              <a:gd name="csY4" fmla="*/ 5693 h 4519580"/>
              <a:gd name="csX0" fmla="*/ 8572 w 3078481"/>
              <a:gd name="csY0" fmla="*/ 5693 h 4543447"/>
              <a:gd name="csX1" fmla="*/ 0 w 3078481"/>
              <a:gd name="csY1" fmla="*/ 4519580 h 4543447"/>
              <a:gd name="csX2" fmla="*/ 3024188 w 3078481"/>
              <a:gd name="csY2" fmla="*/ 4543447 h 4543447"/>
              <a:gd name="csX3" fmla="*/ 3078481 w 3078481"/>
              <a:gd name="csY3" fmla="*/ 0 h 4543447"/>
              <a:gd name="csX4" fmla="*/ 8572 w 3078481"/>
              <a:gd name="csY4" fmla="*/ 5693 h 4543447"/>
              <a:gd name="csX0" fmla="*/ 8572 w 3078481"/>
              <a:gd name="csY0" fmla="*/ 5693 h 4537250"/>
              <a:gd name="csX1" fmla="*/ 0 w 3078481"/>
              <a:gd name="csY1" fmla="*/ 4519580 h 4537250"/>
              <a:gd name="csX2" fmla="*/ 3050859 w 3078481"/>
              <a:gd name="csY2" fmla="*/ 4537250 h 4537250"/>
              <a:gd name="csX3" fmla="*/ 3078481 w 3078481"/>
              <a:gd name="csY3" fmla="*/ 0 h 4537250"/>
              <a:gd name="csX4" fmla="*/ 8572 w 3078481"/>
              <a:gd name="csY4" fmla="*/ 5693 h 4537250"/>
              <a:gd name="csX0" fmla="*/ 8572 w 3078481"/>
              <a:gd name="csY0" fmla="*/ 0 h 4531557"/>
              <a:gd name="csX1" fmla="*/ 0 w 3078481"/>
              <a:gd name="csY1" fmla="*/ 4513887 h 4531557"/>
              <a:gd name="csX2" fmla="*/ 3050859 w 3078481"/>
              <a:gd name="csY2" fmla="*/ 4531557 h 4531557"/>
              <a:gd name="csX3" fmla="*/ 3078481 w 3078481"/>
              <a:gd name="csY3" fmla="*/ 27563 h 4531557"/>
              <a:gd name="csX4" fmla="*/ 8572 w 3078481"/>
              <a:gd name="csY4" fmla="*/ 0 h 4531557"/>
              <a:gd name="csX0" fmla="*/ 8572 w 3078481"/>
              <a:gd name="csY0" fmla="*/ 10444 h 4503994"/>
              <a:gd name="csX1" fmla="*/ 0 w 3078481"/>
              <a:gd name="csY1" fmla="*/ 4486324 h 4503994"/>
              <a:gd name="csX2" fmla="*/ 3050859 w 3078481"/>
              <a:gd name="csY2" fmla="*/ 4503994 h 4503994"/>
              <a:gd name="csX3" fmla="*/ 3078481 w 3078481"/>
              <a:gd name="csY3" fmla="*/ 0 h 4503994"/>
              <a:gd name="csX4" fmla="*/ 8572 w 3078481"/>
              <a:gd name="csY4" fmla="*/ 10444 h 4503994"/>
              <a:gd name="csX0" fmla="*/ 13684 w 3083593"/>
              <a:gd name="csY0" fmla="*/ 10444 h 4533833"/>
              <a:gd name="csX1" fmla="*/ 0 w 3083593"/>
              <a:gd name="csY1" fmla="*/ 4533833 h 4533833"/>
              <a:gd name="csX2" fmla="*/ 3055971 w 3083593"/>
              <a:gd name="csY2" fmla="*/ 4503994 h 4533833"/>
              <a:gd name="csX3" fmla="*/ 3083593 w 3083593"/>
              <a:gd name="csY3" fmla="*/ 0 h 4533833"/>
              <a:gd name="csX4" fmla="*/ 13684 w 3083593"/>
              <a:gd name="csY4" fmla="*/ 10444 h 4533833"/>
              <a:gd name="csX0" fmla="*/ 13684 w 3083593"/>
              <a:gd name="csY0" fmla="*/ 10444 h 4546752"/>
              <a:gd name="csX1" fmla="*/ 0 w 3083593"/>
              <a:gd name="csY1" fmla="*/ 4533833 h 4546752"/>
              <a:gd name="csX2" fmla="*/ 3061083 w 3083593"/>
              <a:gd name="csY2" fmla="*/ 4546752 h 4546752"/>
              <a:gd name="csX3" fmla="*/ 3083593 w 3083593"/>
              <a:gd name="csY3" fmla="*/ 0 h 4546752"/>
              <a:gd name="csX4" fmla="*/ 13684 w 3083593"/>
              <a:gd name="csY4" fmla="*/ 10444 h 4546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83593" h="4546752">
                <a:moveTo>
                  <a:pt x="13684" y="10444"/>
                </a:moveTo>
                <a:cubicBezTo>
                  <a:pt x="10827" y="1525401"/>
                  <a:pt x="2857" y="3018876"/>
                  <a:pt x="0" y="4533833"/>
                </a:cubicBezTo>
                <a:lnTo>
                  <a:pt x="3061083" y="4546752"/>
                </a:lnTo>
                <a:cubicBezTo>
                  <a:pt x="3063623" y="3042598"/>
                  <a:pt x="3081053" y="1504154"/>
                  <a:pt x="3083593" y="0"/>
                </a:cubicBezTo>
                <a:lnTo>
                  <a:pt x="13684" y="10444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008282F4-74F1-6807-67B6-9600D1EF6B25}"/>
              </a:ext>
            </a:extLst>
          </p:cNvPr>
          <p:cNvSpPr/>
          <p:nvPr/>
        </p:nvSpPr>
        <p:spPr>
          <a:xfrm>
            <a:off x="5669279" y="1058611"/>
            <a:ext cx="3031735" cy="4797867"/>
          </a:xfrm>
          <a:custGeom>
            <a:avLst/>
            <a:gdLst>
              <a:gd name="connsiteX0" fmla="*/ 3017520 w 3017520"/>
              <a:gd name="connsiteY0" fmla="*/ 0 h 4549140"/>
              <a:gd name="connsiteX1" fmla="*/ 3002280 w 3017520"/>
              <a:gd name="connsiteY1" fmla="*/ 4549140 h 4549140"/>
              <a:gd name="connsiteX2" fmla="*/ 0 w 3017520"/>
              <a:gd name="connsiteY2" fmla="*/ 4541520 h 4549140"/>
              <a:gd name="connsiteX3" fmla="*/ 137160 w 3017520"/>
              <a:gd name="connsiteY3" fmla="*/ 15240 h 4549140"/>
              <a:gd name="connsiteX4" fmla="*/ 3017520 w 3017520"/>
              <a:gd name="connsiteY4" fmla="*/ 0 h 4549140"/>
              <a:gd name="csX0" fmla="*/ 4099560 w 4099560"/>
              <a:gd name="csY0" fmla="*/ 0 h 4549140"/>
              <a:gd name="csX1" fmla="*/ 4084320 w 4099560"/>
              <a:gd name="csY1" fmla="*/ 4549140 h 4549140"/>
              <a:gd name="csX2" fmla="*/ 1082040 w 4099560"/>
              <a:gd name="csY2" fmla="*/ 4541520 h 4549140"/>
              <a:gd name="csX3" fmla="*/ 0 w 4099560"/>
              <a:gd name="csY3" fmla="*/ 106680 h 4549140"/>
              <a:gd name="csX4" fmla="*/ 4099560 w 4099560"/>
              <a:gd name="csY4" fmla="*/ 0 h 4549140"/>
              <a:gd name="csX0" fmla="*/ 4135120 w 4135120"/>
              <a:gd name="csY0" fmla="*/ 0 h 4988560"/>
              <a:gd name="csX1" fmla="*/ 4119880 w 4135120"/>
              <a:gd name="csY1" fmla="*/ 4549140 h 4988560"/>
              <a:gd name="csX2" fmla="*/ 0 w 4135120"/>
              <a:gd name="csY2" fmla="*/ 4988560 h 4988560"/>
              <a:gd name="csX3" fmla="*/ 35560 w 4135120"/>
              <a:gd name="csY3" fmla="*/ 106680 h 4988560"/>
              <a:gd name="csX4" fmla="*/ 4135120 w 4135120"/>
              <a:gd name="csY4" fmla="*/ 0 h 4988560"/>
              <a:gd name="csX0" fmla="*/ 4135120 w 4135120"/>
              <a:gd name="csY0" fmla="*/ 0 h 4988560"/>
              <a:gd name="csX1" fmla="*/ 3042920 w 4135120"/>
              <a:gd name="csY1" fmla="*/ 4965700 h 4988560"/>
              <a:gd name="csX2" fmla="*/ 0 w 4135120"/>
              <a:gd name="csY2" fmla="*/ 4988560 h 4988560"/>
              <a:gd name="csX3" fmla="*/ 35560 w 4135120"/>
              <a:gd name="csY3" fmla="*/ 106680 h 4988560"/>
              <a:gd name="csX4" fmla="*/ 4135120 w 4135120"/>
              <a:gd name="csY4" fmla="*/ 0 h 4988560"/>
              <a:gd name="csX0" fmla="*/ 3048000 w 3048000"/>
              <a:gd name="csY0" fmla="*/ 45720 h 4881880"/>
              <a:gd name="csX1" fmla="*/ 3042920 w 3048000"/>
              <a:gd name="csY1" fmla="*/ 4859020 h 4881880"/>
              <a:gd name="csX2" fmla="*/ 0 w 3048000"/>
              <a:gd name="csY2" fmla="*/ 4881880 h 4881880"/>
              <a:gd name="csX3" fmla="*/ 35560 w 3048000"/>
              <a:gd name="csY3" fmla="*/ 0 h 4881880"/>
              <a:gd name="csX4" fmla="*/ 3048000 w 3048000"/>
              <a:gd name="csY4" fmla="*/ 45720 h 4881880"/>
              <a:gd name="csX0" fmla="*/ 3017520 w 3042991"/>
              <a:gd name="csY0" fmla="*/ 0 h 4886960"/>
              <a:gd name="csX1" fmla="*/ 3042920 w 3042991"/>
              <a:gd name="csY1" fmla="*/ 4864100 h 4886960"/>
              <a:gd name="csX2" fmla="*/ 0 w 3042991"/>
              <a:gd name="csY2" fmla="*/ 4886960 h 4886960"/>
              <a:gd name="csX3" fmla="*/ 35560 w 3042991"/>
              <a:gd name="csY3" fmla="*/ 5080 h 4886960"/>
              <a:gd name="csX4" fmla="*/ 3017520 w 3042991"/>
              <a:gd name="csY4" fmla="*/ 0 h 4886960"/>
              <a:gd name="csX0" fmla="*/ 3054096 w 3054096"/>
              <a:gd name="csY0" fmla="*/ 13208 h 4881880"/>
              <a:gd name="csX1" fmla="*/ 3042920 w 3054096"/>
              <a:gd name="csY1" fmla="*/ 4859020 h 4881880"/>
              <a:gd name="csX2" fmla="*/ 0 w 3054096"/>
              <a:gd name="csY2" fmla="*/ 4881880 h 4881880"/>
              <a:gd name="csX3" fmla="*/ 35560 w 3054096"/>
              <a:gd name="csY3" fmla="*/ 0 h 4881880"/>
              <a:gd name="csX4" fmla="*/ 3054096 w 3054096"/>
              <a:gd name="csY4" fmla="*/ 13208 h 4881880"/>
              <a:gd name="csX0" fmla="*/ 3069336 w 3069336"/>
              <a:gd name="csY0" fmla="*/ 74548 h 4881880"/>
              <a:gd name="csX1" fmla="*/ 3042920 w 3069336"/>
              <a:gd name="csY1" fmla="*/ 4859020 h 4881880"/>
              <a:gd name="csX2" fmla="*/ 0 w 3069336"/>
              <a:gd name="csY2" fmla="*/ 4881880 h 4881880"/>
              <a:gd name="csX3" fmla="*/ 35560 w 3069336"/>
              <a:gd name="csY3" fmla="*/ 0 h 4881880"/>
              <a:gd name="csX4" fmla="*/ 3069336 w 3069336"/>
              <a:gd name="csY4" fmla="*/ 74548 h 4881880"/>
              <a:gd name="csX0" fmla="*/ 3043936 w 3043936"/>
              <a:gd name="csY0" fmla="*/ 54101 h 4881880"/>
              <a:gd name="csX1" fmla="*/ 3042920 w 3043936"/>
              <a:gd name="csY1" fmla="*/ 4859020 h 4881880"/>
              <a:gd name="csX2" fmla="*/ 0 w 3043936"/>
              <a:gd name="csY2" fmla="*/ 4881880 h 4881880"/>
              <a:gd name="csX3" fmla="*/ 35560 w 3043936"/>
              <a:gd name="csY3" fmla="*/ 0 h 4881880"/>
              <a:gd name="csX4" fmla="*/ 3043936 w 3043936"/>
              <a:gd name="csY4" fmla="*/ 54101 h 4881880"/>
              <a:gd name="csX0" fmla="*/ 3043936 w 3043936"/>
              <a:gd name="csY0" fmla="*/ 0 h 4827779"/>
              <a:gd name="csX1" fmla="*/ 3042920 w 3043936"/>
              <a:gd name="csY1" fmla="*/ 4804919 h 4827779"/>
              <a:gd name="csX2" fmla="*/ 0 w 3043936"/>
              <a:gd name="csY2" fmla="*/ 4827779 h 4827779"/>
              <a:gd name="csX3" fmla="*/ 35560 w 3043936"/>
              <a:gd name="csY3" fmla="*/ 2127 h 4827779"/>
              <a:gd name="csX4" fmla="*/ 3043936 w 3043936"/>
              <a:gd name="csY4" fmla="*/ 0 h 4827779"/>
              <a:gd name="csX0" fmla="*/ 3043936 w 3043936"/>
              <a:gd name="csY0" fmla="*/ 28543 h 4825652"/>
              <a:gd name="csX1" fmla="*/ 3042920 w 3043936"/>
              <a:gd name="csY1" fmla="*/ 4802792 h 4825652"/>
              <a:gd name="csX2" fmla="*/ 0 w 3043936"/>
              <a:gd name="csY2" fmla="*/ 4825652 h 4825652"/>
              <a:gd name="csX3" fmla="*/ 35560 w 3043936"/>
              <a:gd name="csY3" fmla="*/ 0 h 4825652"/>
              <a:gd name="csX4" fmla="*/ 3043936 w 3043936"/>
              <a:gd name="csY4" fmla="*/ 28543 h 4825652"/>
              <a:gd name="csX0" fmla="*/ 3038856 w 3043172"/>
              <a:gd name="csY0" fmla="*/ 0 h 4827779"/>
              <a:gd name="csX1" fmla="*/ 3042920 w 3043172"/>
              <a:gd name="csY1" fmla="*/ 4804919 h 4827779"/>
              <a:gd name="csX2" fmla="*/ 0 w 3043172"/>
              <a:gd name="csY2" fmla="*/ 4827779 h 4827779"/>
              <a:gd name="csX3" fmla="*/ 35560 w 3043172"/>
              <a:gd name="csY3" fmla="*/ 2127 h 4827779"/>
              <a:gd name="csX4" fmla="*/ 3038856 w 3043172"/>
              <a:gd name="csY4" fmla="*/ 0 h 4827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43172" h="4827779">
                <a:moveTo>
                  <a:pt x="3038856" y="0"/>
                </a:moveTo>
                <a:cubicBezTo>
                  <a:pt x="3037163" y="1604433"/>
                  <a:pt x="3044613" y="3200486"/>
                  <a:pt x="3042920" y="4804919"/>
                </a:cubicBezTo>
                <a:lnTo>
                  <a:pt x="0" y="4827779"/>
                </a:lnTo>
                <a:lnTo>
                  <a:pt x="35560" y="2127"/>
                </a:lnTo>
                <a:lnTo>
                  <a:pt x="3038856" y="0"/>
                </a:lnTo>
                <a:close/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2758E31-B20F-6952-6A5B-7B4198E51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2" t="75417" r="19220" b="16806"/>
          <a:stretch>
            <a:fillRect/>
          </a:stretch>
        </p:blipFill>
        <p:spPr>
          <a:xfrm rot="16200000">
            <a:off x="7291464" y="3115969"/>
            <a:ext cx="6853908" cy="63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59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C732-52CB-5798-F8B1-A520C504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9C5C783-4C22-467C-B6BB-DD0E1EA1D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2" t="13713" r="19220" b="24382"/>
          <a:stretch>
            <a:fillRect/>
          </a:stretch>
        </p:blipFill>
        <p:spPr>
          <a:xfrm rot="5400000">
            <a:off x="4286439" y="899155"/>
            <a:ext cx="6853908" cy="505116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713801E-28D8-EE34-0B66-4DABDC9FF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60" t="15926" r="18062" b="22148"/>
          <a:stretch>
            <a:fillRect/>
          </a:stretch>
        </p:blipFill>
        <p:spPr>
          <a:xfrm rot="16200000">
            <a:off x="-886665" y="900263"/>
            <a:ext cx="6851692" cy="5051159"/>
          </a:xfrm>
          <a:prstGeom prst="rect">
            <a:avLst/>
          </a:prstGeom>
        </p:spPr>
      </p:pic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9BB6D729-2085-C8DE-2EDD-20E77D7B5E96}"/>
              </a:ext>
            </a:extLst>
          </p:cNvPr>
          <p:cNvSpPr/>
          <p:nvPr/>
        </p:nvSpPr>
        <p:spPr>
          <a:xfrm>
            <a:off x="1842700" y="1040407"/>
            <a:ext cx="3064421" cy="4861794"/>
          </a:xfrm>
          <a:custGeom>
            <a:avLst/>
            <a:gdLst>
              <a:gd name="connsiteX0" fmla="*/ 0 w 3108960"/>
              <a:gd name="connsiteY0" fmla="*/ 30480 h 4556760"/>
              <a:gd name="connsiteX1" fmla="*/ 38100 w 3108960"/>
              <a:gd name="connsiteY1" fmla="*/ 4556760 h 4556760"/>
              <a:gd name="connsiteX2" fmla="*/ 3108960 w 3108960"/>
              <a:gd name="connsiteY2" fmla="*/ 4518660 h 4556760"/>
              <a:gd name="connsiteX3" fmla="*/ 2903220 w 3108960"/>
              <a:gd name="connsiteY3" fmla="*/ 0 h 4556760"/>
              <a:gd name="connsiteX4" fmla="*/ 0 w 3108960"/>
              <a:gd name="connsiteY4" fmla="*/ 30480 h 4556760"/>
              <a:gd name="csX0" fmla="*/ 0 w 3116581"/>
              <a:gd name="csY0" fmla="*/ 24283 h 4550563"/>
              <a:gd name="csX1" fmla="*/ 38100 w 3116581"/>
              <a:gd name="csY1" fmla="*/ 4550563 h 4550563"/>
              <a:gd name="csX2" fmla="*/ 3108960 w 3116581"/>
              <a:gd name="csY2" fmla="*/ 4512463 h 4550563"/>
              <a:gd name="csX3" fmla="*/ 3116581 w 3116581"/>
              <a:gd name="csY3" fmla="*/ 0 h 4550563"/>
              <a:gd name="csX4" fmla="*/ 0 w 3116581"/>
              <a:gd name="csY4" fmla="*/ 24283 h 4550563"/>
              <a:gd name="csX0" fmla="*/ 8572 w 3078481"/>
              <a:gd name="csY0" fmla="*/ 5693 h 4550563"/>
              <a:gd name="csX1" fmla="*/ 0 w 3078481"/>
              <a:gd name="csY1" fmla="*/ 4550563 h 4550563"/>
              <a:gd name="csX2" fmla="*/ 3070860 w 3078481"/>
              <a:gd name="csY2" fmla="*/ 4512463 h 4550563"/>
              <a:gd name="csX3" fmla="*/ 3078481 w 3078481"/>
              <a:gd name="csY3" fmla="*/ 0 h 4550563"/>
              <a:gd name="csX4" fmla="*/ 8572 w 3078481"/>
              <a:gd name="csY4" fmla="*/ 5693 h 4550563"/>
              <a:gd name="csX0" fmla="*/ 8572 w 3078481"/>
              <a:gd name="csY0" fmla="*/ 5693 h 4519580"/>
              <a:gd name="csX1" fmla="*/ 0 w 3078481"/>
              <a:gd name="csY1" fmla="*/ 4519580 h 4519580"/>
              <a:gd name="csX2" fmla="*/ 3070860 w 3078481"/>
              <a:gd name="csY2" fmla="*/ 4512463 h 4519580"/>
              <a:gd name="csX3" fmla="*/ 3078481 w 3078481"/>
              <a:gd name="csY3" fmla="*/ 0 h 4519580"/>
              <a:gd name="csX4" fmla="*/ 8572 w 3078481"/>
              <a:gd name="csY4" fmla="*/ 5693 h 4519580"/>
              <a:gd name="csX0" fmla="*/ 8572 w 3078481"/>
              <a:gd name="csY0" fmla="*/ 5693 h 4543447"/>
              <a:gd name="csX1" fmla="*/ 0 w 3078481"/>
              <a:gd name="csY1" fmla="*/ 4519580 h 4543447"/>
              <a:gd name="csX2" fmla="*/ 3024188 w 3078481"/>
              <a:gd name="csY2" fmla="*/ 4543447 h 4543447"/>
              <a:gd name="csX3" fmla="*/ 3078481 w 3078481"/>
              <a:gd name="csY3" fmla="*/ 0 h 4543447"/>
              <a:gd name="csX4" fmla="*/ 8572 w 3078481"/>
              <a:gd name="csY4" fmla="*/ 5693 h 4543447"/>
              <a:gd name="csX0" fmla="*/ 8572 w 3078481"/>
              <a:gd name="csY0" fmla="*/ 5693 h 4537250"/>
              <a:gd name="csX1" fmla="*/ 0 w 3078481"/>
              <a:gd name="csY1" fmla="*/ 4519580 h 4537250"/>
              <a:gd name="csX2" fmla="*/ 3050859 w 3078481"/>
              <a:gd name="csY2" fmla="*/ 4537250 h 4537250"/>
              <a:gd name="csX3" fmla="*/ 3078481 w 3078481"/>
              <a:gd name="csY3" fmla="*/ 0 h 4537250"/>
              <a:gd name="csX4" fmla="*/ 8572 w 3078481"/>
              <a:gd name="csY4" fmla="*/ 5693 h 4537250"/>
              <a:gd name="csX0" fmla="*/ 8572 w 3078481"/>
              <a:gd name="csY0" fmla="*/ 0 h 4531557"/>
              <a:gd name="csX1" fmla="*/ 0 w 3078481"/>
              <a:gd name="csY1" fmla="*/ 4513887 h 4531557"/>
              <a:gd name="csX2" fmla="*/ 3050859 w 3078481"/>
              <a:gd name="csY2" fmla="*/ 4531557 h 4531557"/>
              <a:gd name="csX3" fmla="*/ 3078481 w 3078481"/>
              <a:gd name="csY3" fmla="*/ 27563 h 4531557"/>
              <a:gd name="csX4" fmla="*/ 8572 w 3078481"/>
              <a:gd name="csY4" fmla="*/ 0 h 4531557"/>
              <a:gd name="csX0" fmla="*/ 8572 w 3078481"/>
              <a:gd name="csY0" fmla="*/ 10444 h 4503994"/>
              <a:gd name="csX1" fmla="*/ 0 w 3078481"/>
              <a:gd name="csY1" fmla="*/ 4486324 h 4503994"/>
              <a:gd name="csX2" fmla="*/ 3050859 w 3078481"/>
              <a:gd name="csY2" fmla="*/ 4503994 h 4503994"/>
              <a:gd name="csX3" fmla="*/ 3078481 w 3078481"/>
              <a:gd name="csY3" fmla="*/ 0 h 4503994"/>
              <a:gd name="csX4" fmla="*/ 8572 w 3078481"/>
              <a:gd name="csY4" fmla="*/ 10444 h 4503994"/>
              <a:gd name="csX0" fmla="*/ 13684 w 3083593"/>
              <a:gd name="csY0" fmla="*/ 10444 h 4533833"/>
              <a:gd name="csX1" fmla="*/ 0 w 3083593"/>
              <a:gd name="csY1" fmla="*/ 4533833 h 4533833"/>
              <a:gd name="csX2" fmla="*/ 3055971 w 3083593"/>
              <a:gd name="csY2" fmla="*/ 4503994 h 4533833"/>
              <a:gd name="csX3" fmla="*/ 3083593 w 3083593"/>
              <a:gd name="csY3" fmla="*/ 0 h 4533833"/>
              <a:gd name="csX4" fmla="*/ 13684 w 3083593"/>
              <a:gd name="csY4" fmla="*/ 10444 h 4533833"/>
              <a:gd name="csX0" fmla="*/ 13684 w 3083593"/>
              <a:gd name="csY0" fmla="*/ 10444 h 4546752"/>
              <a:gd name="csX1" fmla="*/ 0 w 3083593"/>
              <a:gd name="csY1" fmla="*/ 4533833 h 4546752"/>
              <a:gd name="csX2" fmla="*/ 3061083 w 3083593"/>
              <a:gd name="csY2" fmla="*/ 4546752 h 4546752"/>
              <a:gd name="csX3" fmla="*/ 3083593 w 3083593"/>
              <a:gd name="csY3" fmla="*/ 0 h 4546752"/>
              <a:gd name="csX4" fmla="*/ 13684 w 3083593"/>
              <a:gd name="csY4" fmla="*/ 10444 h 45467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83593" h="4546752">
                <a:moveTo>
                  <a:pt x="13684" y="10444"/>
                </a:moveTo>
                <a:cubicBezTo>
                  <a:pt x="10827" y="1525401"/>
                  <a:pt x="2857" y="3018876"/>
                  <a:pt x="0" y="4533833"/>
                </a:cubicBezTo>
                <a:lnTo>
                  <a:pt x="3061083" y="4546752"/>
                </a:lnTo>
                <a:cubicBezTo>
                  <a:pt x="3063623" y="3042598"/>
                  <a:pt x="3081053" y="1504154"/>
                  <a:pt x="3083593" y="0"/>
                </a:cubicBezTo>
                <a:lnTo>
                  <a:pt x="13684" y="10444"/>
                </a:lnTo>
                <a:close/>
              </a:path>
            </a:pathLst>
          </a:cu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C983F7AD-921C-7685-6ABC-540488AF75C1}"/>
              </a:ext>
            </a:extLst>
          </p:cNvPr>
          <p:cNvSpPr/>
          <p:nvPr/>
        </p:nvSpPr>
        <p:spPr>
          <a:xfrm>
            <a:off x="5384799" y="1058611"/>
            <a:ext cx="3031735" cy="4797867"/>
          </a:xfrm>
          <a:custGeom>
            <a:avLst/>
            <a:gdLst>
              <a:gd name="connsiteX0" fmla="*/ 3017520 w 3017520"/>
              <a:gd name="connsiteY0" fmla="*/ 0 h 4549140"/>
              <a:gd name="connsiteX1" fmla="*/ 3002280 w 3017520"/>
              <a:gd name="connsiteY1" fmla="*/ 4549140 h 4549140"/>
              <a:gd name="connsiteX2" fmla="*/ 0 w 3017520"/>
              <a:gd name="connsiteY2" fmla="*/ 4541520 h 4549140"/>
              <a:gd name="connsiteX3" fmla="*/ 137160 w 3017520"/>
              <a:gd name="connsiteY3" fmla="*/ 15240 h 4549140"/>
              <a:gd name="connsiteX4" fmla="*/ 3017520 w 3017520"/>
              <a:gd name="connsiteY4" fmla="*/ 0 h 4549140"/>
              <a:gd name="csX0" fmla="*/ 4099560 w 4099560"/>
              <a:gd name="csY0" fmla="*/ 0 h 4549140"/>
              <a:gd name="csX1" fmla="*/ 4084320 w 4099560"/>
              <a:gd name="csY1" fmla="*/ 4549140 h 4549140"/>
              <a:gd name="csX2" fmla="*/ 1082040 w 4099560"/>
              <a:gd name="csY2" fmla="*/ 4541520 h 4549140"/>
              <a:gd name="csX3" fmla="*/ 0 w 4099560"/>
              <a:gd name="csY3" fmla="*/ 106680 h 4549140"/>
              <a:gd name="csX4" fmla="*/ 4099560 w 4099560"/>
              <a:gd name="csY4" fmla="*/ 0 h 4549140"/>
              <a:gd name="csX0" fmla="*/ 4135120 w 4135120"/>
              <a:gd name="csY0" fmla="*/ 0 h 4988560"/>
              <a:gd name="csX1" fmla="*/ 4119880 w 4135120"/>
              <a:gd name="csY1" fmla="*/ 4549140 h 4988560"/>
              <a:gd name="csX2" fmla="*/ 0 w 4135120"/>
              <a:gd name="csY2" fmla="*/ 4988560 h 4988560"/>
              <a:gd name="csX3" fmla="*/ 35560 w 4135120"/>
              <a:gd name="csY3" fmla="*/ 106680 h 4988560"/>
              <a:gd name="csX4" fmla="*/ 4135120 w 4135120"/>
              <a:gd name="csY4" fmla="*/ 0 h 4988560"/>
              <a:gd name="csX0" fmla="*/ 4135120 w 4135120"/>
              <a:gd name="csY0" fmla="*/ 0 h 4988560"/>
              <a:gd name="csX1" fmla="*/ 3042920 w 4135120"/>
              <a:gd name="csY1" fmla="*/ 4965700 h 4988560"/>
              <a:gd name="csX2" fmla="*/ 0 w 4135120"/>
              <a:gd name="csY2" fmla="*/ 4988560 h 4988560"/>
              <a:gd name="csX3" fmla="*/ 35560 w 4135120"/>
              <a:gd name="csY3" fmla="*/ 106680 h 4988560"/>
              <a:gd name="csX4" fmla="*/ 4135120 w 4135120"/>
              <a:gd name="csY4" fmla="*/ 0 h 4988560"/>
              <a:gd name="csX0" fmla="*/ 3048000 w 3048000"/>
              <a:gd name="csY0" fmla="*/ 45720 h 4881880"/>
              <a:gd name="csX1" fmla="*/ 3042920 w 3048000"/>
              <a:gd name="csY1" fmla="*/ 4859020 h 4881880"/>
              <a:gd name="csX2" fmla="*/ 0 w 3048000"/>
              <a:gd name="csY2" fmla="*/ 4881880 h 4881880"/>
              <a:gd name="csX3" fmla="*/ 35560 w 3048000"/>
              <a:gd name="csY3" fmla="*/ 0 h 4881880"/>
              <a:gd name="csX4" fmla="*/ 3048000 w 3048000"/>
              <a:gd name="csY4" fmla="*/ 45720 h 4881880"/>
              <a:gd name="csX0" fmla="*/ 3017520 w 3042991"/>
              <a:gd name="csY0" fmla="*/ 0 h 4886960"/>
              <a:gd name="csX1" fmla="*/ 3042920 w 3042991"/>
              <a:gd name="csY1" fmla="*/ 4864100 h 4886960"/>
              <a:gd name="csX2" fmla="*/ 0 w 3042991"/>
              <a:gd name="csY2" fmla="*/ 4886960 h 4886960"/>
              <a:gd name="csX3" fmla="*/ 35560 w 3042991"/>
              <a:gd name="csY3" fmla="*/ 5080 h 4886960"/>
              <a:gd name="csX4" fmla="*/ 3017520 w 3042991"/>
              <a:gd name="csY4" fmla="*/ 0 h 4886960"/>
              <a:gd name="csX0" fmla="*/ 3054096 w 3054096"/>
              <a:gd name="csY0" fmla="*/ 13208 h 4881880"/>
              <a:gd name="csX1" fmla="*/ 3042920 w 3054096"/>
              <a:gd name="csY1" fmla="*/ 4859020 h 4881880"/>
              <a:gd name="csX2" fmla="*/ 0 w 3054096"/>
              <a:gd name="csY2" fmla="*/ 4881880 h 4881880"/>
              <a:gd name="csX3" fmla="*/ 35560 w 3054096"/>
              <a:gd name="csY3" fmla="*/ 0 h 4881880"/>
              <a:gd name="csX4" fmla="*/ 3054096 w 3054096"/>
              <a:gd name="csY4" fmla="*/ 13208 h 4881880"/>
              <a:gd name="csX0" fmla="*/ 3069336 w 3069336"/>
              <a:gd name="csY0" fmla="*/ 74548 h 4881880"/>
              <a:gd name="csX1" fmla="*/ 3042920 w 3069336"/>
              <a:gd name="csY1" fmla="*/ 4859020 h 4881880"/>
              <a:gd name="csX2" fmla="*/ 0 w 3069336"/>
              <a:gd name="csY2" fmla="*/ 4881880 h 4881880"/>
              <a:gd name="csX3" fmla="*/ 35560 w 3069336"/>
              <a:gd name="csY3" fmla="*/ 0 h 4881880"/>
              <a:gd name="csX4" fmla="*/ 3069336 w 3069336"/>
              <a:gd name="csY4" fmla="*/ 74548 h 4881880"/>
              <a:gd name="csX0" fmla="*/ 3043936 w 3043936"/>
              <a:gd name="csY0" fmla="*/ 54101 h 4881880"/>
              <a:gd name="csX1" fmla="*/ 3042920 w 3043936"/>
              <a:gd name="csY1" fmla="*/ 4859020 h 4881880"/>
              <a:gd name="csX2" fmla="*/ 0 w 3043936"/>
              <a:gd name="csY2" fmla="*/ 4881880 h 4881880"/>
              <a:gd name="csX3" fmla="*/ 35560 w 3043936"/>
              <a:gd name="csY3" fmla="*/ 0 h 4881880"/>
              <a:gd name="csX4" fmla="*/ 3043936 w 3043936"/>
              <a:gd name="csY4" fmla="*/ 54101 h 4881880"/>
              <a:gd name="csX0" fmla="*/ 3043936 w 3043936"/>
              <a:gd name="csY0" fmla="*/ 0 h 4827779"/>
              <a:gd name="csX1" fmla="*/ 3042920 w 3043936"/>
              <a:gd name="csY1" fmla="*/ 4804919 h 4827779"/>
              <a:gd name="csX2" fmla="*/ 0 w 3043936"/>
              <a:gd name="csY2" fmla="*/ 4827779 h 4827779"/>
              <a:gd name="csX3" fmla="*/ 35560 w 3043936"/>
              <a:gd name="csY3" fmla="*/ 2127 h 4827779"/>
              <a:gd name="csX4" fmla="*/ 3043936 w 3043936"/>
              <a:gd name="csY4" fmla="*/ 0 h 4827779"/>
              <a:gd name="csX0" fmla="*/ 3043936 w 3043936"/>
              <a:gd name="csY0" fmla="*/ 28543 h 4825652"/>
              <a:gd name="csX1" fmla="*/ 3042920 w 3043936"/>
              <a:gd name="csY1" fmla="*/ 4802792 h 4825652"/>
              <a:gd name="csX2" fmla="*/ 0 w 3043936"/>
              <a:gd name="csY2" fmla="*/ 4825652 h 4825652"/>
              <a:gd name="csX3" fmla="*/ 35560 w 3043936"/>
              <a:gd name="csY3" fmla="*/ 0 h 4825652"/>
              <a:gd name="csX4" fmla="*/ 3043936 w 3043936"/>
              <a:gd name="csY4" fmla="*/ 28543 h 4825652"/>
              <a:gd name="csX0" fmla="*/ 3038856 w 3043172"/>
              <a:gd name="csY0" fmla="*/ 0 h 4827779"/>
              <a:gd name="csX1" fmla="*/ 3042920 w 3043172"/>
              <a:gd name="csY1" fmla="*/ 4804919 h 4827779"/>
              <a:gd name="csX2" fmla="*/ 0 w 3043172"/>
              <a:gd name="csY2" fmla="*/ 4827779 h 4827779"/>
              <a:gd name="csX3" fmla="*/ 35560 w 3043172"/>
              <a:gd name="csY3" fmla="*/ 2127 h 4827779"/>
              <a:gd name="csX4" fmla="*/ 3038856 w 3043172"/>
              <a:gd name="csY4" fmla="*/ 0 h 48277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043172" h="4827779">
                <a:moveTo>
                  <a:pt x="3038856" y="0"/>
                </a:moveTo>
                <a:cubicBezTo>
                  <a:pt x="3037163" y="1604433"/>
                  <a:pt x="3044613" y="3200486"/>
                  <a:pt x="3042920" y="4804919"/>
                </a:cubicBezTo>
                <a:lnTo>
                  <a:pt x="0" y="4827779"/>
                </a:lnTo>
                <a:lnTo>
                  <a:pt x="35560" y="2127"/>
                </a:lnTo>
                <a:lnTo>
                  <a:pt x="3038856" y="0"/>
                </a:lnTo>
                <a:close/>
              </a:path>
            </a:pathLst>
          </a:cu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FDF2281-A611-DE20-EB4F-0608AF78A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02" t="75417" r="19220" b="16806"/>
          <a:stretch>
            <a:fillRect/>
          </a:stretch>
        </p:blipFill>
        <p:spPr>
          <a:xfrm rot="16200000">
            <a:off x="7006984" y="3115969"/>
            <a:ext cx="6853908" cy="63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714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Breitbild</PresentationFormat>
  <Paragraphs>6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Aptos Display</vt:lpstr>
      <vt:lpstr>Aptos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Keil, Adrian</dc:creator>
  <cp:lastModifiedBy>Keil, Adrian</cp:lastModifiedBy>
  <cp:revision>7</cp:revision>
  <dcterms:created xsi:type="dcterms:W3CDTF">2026-02-19T17:08:59Z</dcterms:created>
  <dcterms:modified xsi:type="dcterms:W3CDTF">2026-03-13T15:39:31Z</dcterms:modified>
</cp:coreProperties>
</file>