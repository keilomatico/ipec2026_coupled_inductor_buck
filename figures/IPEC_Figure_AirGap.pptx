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74" r:id="rId1"/>
  </p:sldMasterIdLst>
  <p:notesMasterIdLst>
    <p:notesMasterId r:id="rId3"/>
  </p:notesMasterIdLst>
  <p:sldIdLst>
    <p:sldId id="619" r:id="rId2"/>
  </p:sldIdLst>
  <p:sldSz cx="12192000" cy="115204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FF4593"/>
    <a:srgbClr val="ABFF1F"/>
    <a:srgbClr val="D9FF06"/>
    <a:srgbClr val="FFF201"/>
    <a:srgbClr val="FF25C3"/>
    <a:srgbClr val="FF626C"/>
    <a:srgbClr val="FF9433"/>
    <a:srgbClr val="FFC21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94" autoAdjust="0"/>
    <p:restoredTop sz="94660"/>
  </p:normalViewPr>
  <p:slideViewPr>
    <p:cSldViewPr snapToGrid="0">
      <p:cViewPr varScale="1">
        <p:scale>
          <a:sx n="69" d="100"/>
          <a:sy n="69" d="100"/>
        </p:scale>
        <p:origin x="236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2D018B-8A23-4312-B28B-6340BA8214C1}" type="datetimeFigureOut">
              <a:rPr lang="de-DE" smtClean="0"/>
              <a:t>19.02.2026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795463" y="1143000"/>
            <a:ext cx="32670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10E154-0611-4214-96E9-926D7C3E41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60404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0FFA4-0949-AC74-E431-2247EF86B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3CFB81-0937-AB08-F845-FE7C8821FC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795463" y="1143000"/>
            <a:ext cx="32670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2BA4A6-C31B-0F47-3915-2C3996CB57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E1D7FC-4E4C-546D-D2FE-AC593292E4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00892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885414"/>
            <a:ext cx="10363200" cy="401083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6050924"/>
            <a:ext cx="9144000" cy="2781450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FC019-03F5-4F01-A944-8CA3CB0F4BCD}" type="datetimeFigureOut">
              <a:rPr lang="de-DE" smtClean="0"/>
              <a:t>19.02.2026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08813-3B81-42DE-9B68-F54B97DDFA2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740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FC019-03F5-4F01-A944-8CA3CB0F4BCD}" type="datetimeFigureOut">
              <a:rPr lang="de-DE" smtClean="0"/>
              <a:t>19.02.2026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08813-3B81-42DE-9B68-F54B97DDFA2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03655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2872125"/>
            <a:ext cx="10515600" cy="4792202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7709663"/>
            <a:ext cx="10515600" cy="2520106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FC019-03F5-4F01-A944-8CA3CB0F4BCD}" type="datetimeFigureOut">
              <a:rPr lang="de-DE" smtClean="0"/>
              <a:t>19.02.2026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08813-3B81-42DE-9B68-F54B97DDFA2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52694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3066796"/>
            <a:ext cx="5181600" cy="730964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3066796"/>
            <a:ext cx="5181600" cy="730964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FC019-03F5-4F01-A944-8CA3CB0F4BCD}" type="datetimeFigureOut">
              <a:rPr lang="de-DE" smtClean="0"/>
              <a:t>19.02.2026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08813-3B81-42DE-9B68-F54B97DDFA2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62499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613362"/>
            <a:ext cx="10515600" cy="2226762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2824120"/>
            <a:ext cx="5157787" cy="1384058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4208178"/>
            <a:ext cx="5157787" cy="618959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2824120"/>
            <a:ext cx="5183188" cy="1384058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4208178"/>
            <a:ext cx="5183188" cy="618959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FC019-03F5-4F01-A944-8CA3CB0F4BCD}" type="datetimeFigureOut">
              <a:rPr lang="de-DE" smtClean="0"/>
              <a:t>19.02.2026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08813-3B81-42DE-9B68-F54B97DDFA2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43809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FC019-03F5-4F01-A944-8CA3CB0F4BCD}" type="datetimeFigureOut">
              <a:rPr lang="de-DE" smtClean="0"/>
              <a:t>19.02.2026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08813-3B81-42DE-9B68-F54B97DDFA2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17185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FC019-03F5-4F01-A944-8CA3CB0F4BCD}" type="datetimeFigureOut">
              <a:rPr lang="de-DE" smtClean="0"/>
              <a:t>19.02.2026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08813-3B81-42DE-9B68-F54B97DDFA2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26497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768032"/>
            <a:ext cx="3932237" cy="2688114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658740"/>
            <a:ext cx="6172200" cy="81870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456146"/>
            <a:ext cx="3932237" cy="6402939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FC019-03F5-4F01-A944-8CA3CB0F4BCD}" type="datetimeFigureOut">
              <a:rPr lang="de-DE" smtClean="0"/>
              <a:t>19.02.2026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08813-3B81-42DE-9B68-F54B97DDFA2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6185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768032"/>
            <a:ext cx="3932237" cy="2688114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658740"/>
            <a:ext cx="6172200" cy="8187013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456146"/>
            <a:ext cx="3932237" cy="6402939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FC019-03F5-4F01-A944-8CA3CB0F4BCD}" type="datetimeFigureOut">
              <a:rPr lang="de-DE" smtClean="0"/>
              <a:t>19.02.2026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08813-3B81-42DE-9B68-F54B97DDFA2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96748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FC019-03F5-4F01-A944-8CA3CB0F4BCD}" type="datetimeFigureOut">
              <a:rPr lang="de-DE" smtClean="0"/>
              <a:t>19.02.2026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08813-3B81-42DE-9B68-F54B97DDFA2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13366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613359"/>
            <a:ext cx="2628900" cy="9763081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613359"/>
            <a:ext cx="7734300" cy="9763081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FC019-03F5-4F01-A944-8CA3CB0F4BCD}" type="datetimeFigureOut">
              <a:rPr lang="de-DE" smtClean="0"/>
              <a:t>19.02.2026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08813-3B81-42DE-9B68-F54B97DDFA2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106795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425454" y="2738232"/>
            <a:ext cx="11345332" cy="7758215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867" noProof="0" dirty="0" smtClean="0"/>
            </a:lvl1pPr>
            <a:lvl2pPr>
              <a:lnSpc>
                <a:spcPct val="114000"/>
              </a:lnSpc>
              <a:defRPr lang="de-DE" sz="1867" noProof="0" dirty="0" smtClean="0"/>
            </a:lvl2pPr>
            <a:lvl3pPr>
              <a:defRPr sz="1867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B.Sc. Adrian Keil (TUM) | Meeting 16.01.2025</a:t>
            </a:r>
            <a:endParaRPr lang="en-US" dirty="0"/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CBB05561-73C4-4A74-972B-036FE30803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883" y="657297"/>
            <a:ext cx="11345332" cy="5319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4267"/>
              </a:lnSpc>
              <a:defRPr lang="de-DE" sz="3333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293133E1-5289-7056-E483-775294333E7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4882" y="1532997"/>
            <a:ext cx="11345332" cy="719899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1219170" rtl="0" eaLnBrk="0" fontAlgn="base" latinLnBrk="0" hangingPunct="0">
              <a:lnSpc>
                <a:spcPts val="24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40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234945" indent="0">
              <a:buNone/>
              <a:defRPr/>
            </a:lvl3pPr>
            <a:lvl4pPr marL="480472" indent="0">
              <a:buNone/>
              <a:defRPr/>
            </a:lvl4pPr>
            <a:lvl5pPr marL="717531" indent="0">
              <a:buNone/>
              <a:defRPr/>
            </a:lvl5pPr>
          </a:lstStyle>
          <a:p>
            <a:pPr marL="0" marR="0" lvl="0" indent="0" algn="l" defTabSz="1219170" rtl="0" eaLnBrk="0" fontAlgn="base" latinLnBrk="0" hangingPunct="0">
              <a:lnSpc>
                <a:spcPts val="24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zh-CN" sz="2400" noProof="0" dirty="0"/>
              <a:t>Untert</a:t>
            </a:r>
            <a:r>
              <a:rPr lang="de-DE" sz="2400" noProof="0" dirty="0"/>
              <a:t>itel durch Klicken bearbeiten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1732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613362"/>
            <a:ext cx="10515600" cy="22267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3066796"/>
            <a:ext cx="10515600" cy="73096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10677788"/>
            <a:ext cx="2743200" cy="6133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CFC019-03F5-4F01-A944-8CA3CB0F4BCD}" type="datetimeFigureOut">
              <a:rPr lang="de-DE" smtClean="0"/>
              <a:t>19.02.2026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10677788"/>
            <a:ext cx="4114800" cy="6133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10677788"/>
            <a:ext cx="2743200" cy="6133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308813-3B81-42DE-9B68-F54B97DDFA2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396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5B44C-F3A1-B0CF-FDB0-039688B94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3D67335D-D984-4484-ADA6-049E73EB9ADE}"/>
              </a:ext>
            </a:extLst>
          </p:cNvPr>
          <p:cNvSpPr/>
          <p:nvPr/>
        </p:nvSpPr>
        <p:spPr>
          <a:xfrm>
            <a:off x="4753130" y="10038695"/>
            <a:ext cx="575775" cy="351432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F347243D-50A9-BE30-0D13-565CBCBD18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635885" y="390185"/>
            <a:ext cx="5138055" cy="2106234"/>
          </a:xfrm>
          <a:prstGeom prst="rect">
            <a:avLst/>
          </a:prstGeom>
          <a:ln w="25400">
            <a:solidFill>
              <a:srgbClr val="FF0000"/>
            </a:solidFill>
          </a:ln>
          <a:effectLst/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5446A8CF-D853-4B5E-A449-071824347C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635883" y="3694992"/>
            <a:ext cx="5138057" cy="2055823"/>
          </a:xfrm>
          <a:prstGeom prst="rect">
            <a:avLst/>
          </a:prstGeom>
          <a:ln w="25400">
            <a:solidFill>
              <a:srgbClr val="FF0000"/>
            </a:solidFill>
          </a:ln>
          <a:effectLst/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86C5EAB9-AD7F-D158-B45E-ABD1898F20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5635887" y="6839775"/>
            <a:ext cx="5138053" cy="2158030"/>
          </a:xfrm>
          <a:prstGeom prst="rect">
            <a:avLst/>
          </a:prstGeom>
          <a:ln w="25400">
            <a:solidFill>
              <a:srgbClr val="FF0000"/>
            </a:solidFill>
          </a:ln>
          <a:effectLst/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05A97874-C888-2BC6-1D40-A94AD95F01F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1918" t="22251" r="1105" b="23617"/>
          <a:stretch/>
        </p:blipFill>
        <p:spPr>
          <a:xfrm flipH="1">
            <a:off x="125490" y="126825"/>
            <a:ext cx="5208135" cy="2632955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12E76C41-4BCA-5083-2E72-3CD03D11E33E}"/>
              </a:ext>
            </a:extLst>
          </p:cNvPr>
          <p:cNvSpPr/>
          <p:nvPr/>
        </p:nvSpPr>
        <p:spPr>
          <a:xfrm>
            <a:off x="3738483" y="1839483"/>
            <a:ext cx="1564091" cy="66442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C590662D-46BC-F194-82B8-CC3D02A17CC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2358" t="23439" r="2287" b="22429"/>
          <a:stretch/>
        </p:blipFill>
        <p:spPr>
          <a:xfrm flipH="1">
            <a:off x="125490" y="3346552"/>
            <a:ext cx="5208135" cy="2571916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F73D655D-3C43-511C-AF84-DA88A87BCA98}"/>
              </a:ext>
            </a:extLst>
          </p:cNvPr>
          <p:cNvSpPr/>
          <p:nvPr/>
        </p:nvSpPr>
        <p:spPr>
          <a:xfrm>
            <a:off x="3738482" y="4390690"/>
            <a:ext cx="1564091" cy="66442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C3A563DD-0F49-9E12-F9F5-DBACC3C819B0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2221" t="23141" r="1367" b="21389"/>
          <a:stretch/>
        </p:blipFill>
        <p:spPr>
          <a:xfrm flipH="1">
            <a:off x="125489" y="6555128"/>
            <a:ext cx="5208135" cy="2583119"/>
          </a:xfrm>
          <a:prstGeom prst="rect">
            <a:avLst/>
          </a:prstGeom>
        </p:spPr>
      </p:pic>
      <p:sp>
        <p:nvSpPr>
          <p:cNvPr id="10" name="Rechteck 9">
            <a:extLst>
              <a:ext uri="{FF2B5EF4-FFF2-40B4-BE49-F238E27FC236}">
                <a16:creationId xmlns:a16="http://schemas.microsoft.com/office/drawing/2014/main" id="{85F7BF86-525D-DF02-4FEB-B6881C7A20EC}"/>
              </a:ext>
            </a:extLst>
          </p:cNvPr>
          <p:cNvSpPr/>
          <p:nvPr/>
        </p:nvSpPr>
        <p:spPr>
          <a:xfrm>
            <a:off x="3738479" y="7590340"/>
            <a:ext cx="1564091" cy="66442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71AF0CF8-5F74-4346-266F-88958F2663D1}"/>
              </a:ext>
            </a:extLst>
          </p:cNvPr>
          <p:cNvSpPr txBox="1"/>
          <p:nvPr/>
        </p:nvSpPr>
        <p:spPr>
          <a:xfrm>
            <a:off x="125488" y="2769201"/>
            <a:ext cx="1064845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Air-Gap on top</a:t>
            </a:r>
          </a:p>
        </p:txBody>
      </p:sp>
      <p:graphicFrame>
        <p:nvGraphicFramePr>
          <p:cNvPr id="26" name="Tabelle 25">
            <a:extLst>
              <a:ext uri="{FF2B5EF4-FFF2-40B4-BE49-F238E27FC236}">
                <a16:creationId xmlns:a16="http://schemas.microsoft.com/office/drawing/2014/main" id="{E2315652-FBE2-AA84-3D65-81FCCB209A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3593552"/>
              </p:ext>
            </p:extLst>
          </p:nvPr>
        </p:nvGraphicFramePr>
        <p:xfrm>
          <a:off x="-313277" y="10388971"/>
          <a:ext cx="5534400" cy="640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1200">
                  <a:extLst>
                    <a:ext uri="{9D8B030D-6E8A-4147-A177-3AD203B41FA5}">
                      <a16:colId xmlns:a16="http://schemas.microsoft.com/office/drawing/2014/main" val="2674426793"/>
                    </a:ext>
                  </a:extLst>
                </a:gridCol>
                <a:gridCol w="461200">
                  <a:extLst>
                    <a:ext uri="{9D8B030D-6E8A-4147-A177-3AD203B41FA5}">
                      <a16:colId xmlns:a16="http://schemas.microsoft.com/office/drawing/2014/main" val="3572661540"/>
                    </a:ext>
                  </a:extLst>
                </a:gridCol>
                <a:gridCol w="461200">
                  <a:extLst>
                    <a:ext uri="{9D8B030D-6E8A-4147-A177-3AD203B41FA5}">
                      <a16:colId xmlns:a16="http://schemas.microsoft.com/office/drawing/2014/main" val="3961166950"/>
                    </a:ext>
                  </a:extLst>
                </a:gridCol>
                <a:gridCol w="461200">
                  <a:extLst>
                    <a:ext uri="{9D8B030D-6E8A-4147-A177-3AD203B41FA5}">
                      <a16:colId xmlns:a16="http://schemas.microsoft.com/office/drawing/2014/main" val="2768585121"/>
                    </a:ext>
                  </a:extLst>
                </a:gridCol>
                <a:gridCol w="461200">
                  <a:extLst>
                    <a:ext uri="{9D8B030D-6E8A-4147-A177-3AD203B41FA5}">
                      <a16:colId xmlns:a16="http://schemas.microsoft.com/office/drawing/2014/main" val="1351681767"/>
                    </a:ext>
                  </a:extLst>
                </a:gridCol>
                <a:gridCol w="461200">
                  <a:extLst>
                    <a:ext uri="{9D8B030D-6E8A-4147-A177-3AD203B41FA5}">
                      <a16:colId xmlns:a16="http://schemas.microsoft.com/office/drawing/2014/main" val="3656942"/>
                    </a:ext>
                  </a:extLst>
                </a:gridCol>
                <a:gridCol w="461200">
                  <a:extLst>
                    <a:ext uri="{9D8B030D-6E8A-4147-A177-3AD203B41FA5}">
                      <a16:colId xmlns:a16="http://schemas.microsoft.com/office/drawing/2014/main" val="684801856"/>
                    </a:ext>
                  </a:extLst>
                </a:gridCol>
                <a:gridCol w="461200">
                  <a:extLst>
                    <a:ext uri="{9D8B030D-6E8A-4147-A177-3AD203B41FA5}">
                      <a16:colId xmlns:a16="http://schemas.microsoft.com/office/drawing/2014/main" val="2683172096"/>
                    </a:ext>
                  </a:extLst>
                </a:gridCol>
                <a:gridCol w="461200">
                  <a:extLst>
                    <a:ext uri="{9D8B030D-6E8A-4147-A177-3AD203B41FA5}">
                      <a16:colId xmlns:a16="http://schemas.microsoft.com/office/drawing/2014/main" val="2798623327"/>
                    </a:ext>
                  </a:extLst>
                </a:gridCol>
                <a:gridCol w="461200">
                  <a:extLst>
                    <a:ext uri="{9D8B030D-6E8A-4147-A177-3AD203B41FA5}">
                      <a16:colId xmlns:a16="http://schemas.microsoft.com/office/drawing/2014/main" val="1580858874"/>
                    </a:ext>
                  </a:extLst>
                </a:gridCol>
                <a:gridCol w="461200">
                  <a:extLst>
                    <a:ext uri="{9D8B030D-6E8A-4147-A177-3AD203B41FA5}">
                      <a16:colId xmlns:a16="http://schemas.microsoft.com/office/drawing/2014/main" val="259720998"/>
                    </a:ext>
                  </a:extLst>
                </a:gridCol>
                <a:gridCol w="461200">
                  <a:extLst>
                    <a:ext uri="{9D8B030D-6E8A-4147-A177-3AD203B41FA5}">
                      <a16:colId xmlns:a16="http://schemas.microsoft.com/office/drawing/2014/main" val="3917417724"/>
                    </a:ext>
                  </a:extLst>
                </a:gridCol>
              </a:tblGrid>
              <a:tr h="163560">
                <a:tc>
                  <a:txBody>
                    <a:bodyPr/>
                    <a:lstStyle/>
                    <a:p>
                      <a:endParaRPr lang="de-DE" sz="5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5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5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5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5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5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5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5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5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5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5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5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56338525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de-DE" sz="25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de-DE" sz="25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de-DE" sz="25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de-DE" sz="25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de-DE" sz="25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de-DE" sz="25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68978587"/>
                  </a:ext>
                </a:extLst>
              </a:tr>
            </a:tbl>
          </a:graphicData>
        </a:graphic>
      </p:graphicFrame>
      <p:sp>
        <p:nvSpPr>
          <p:cNvPr id="27" name="Rechteck 26">
            <a:extLst>
              <a:ext uri="{FF2B5EF4-FFF2-40B4-BE49-F238E27FC236}">
                <a16:creationId xmlns:a16="http://schemas.microsoft.com/office/drawing/2014/main" id="{C0820FAC-B46F-8790-5077-C148E19C5F5B}"/>
              </a:ext>
            </a:extLst>
          </p:cNvPr>
          <p:cNvSpPr/>
          <p:nvPr/>
        </p:nvSpPr>
        <p:spPr>
          <a:xfrm>
            <a:off x="124719" y="10037999"/>
            <a:ext cx="4659318" cy="350972"/>
          </a:xfrm>
          <a:prstGeom prst="rect">
            <a:avLst/>
          </a:prstGeom>
          <a:gradFill>
            <a:gsLst>
              <a:gs pos="50000">
                <a:srgbClr val="FFF201"/>
              </a:gs>
              <a:gs pos="85000">
                <a:srgbClr val="FF4593"/>
              </a:gs>
              <a:gs pos="70000">
                <a:srgbClr val="FF9433"/>
              </a:gs>
              <a:gs pos="60000">
                <a:srgbClr val="FFC210"/>
              </a:gs>
              <a:gs pos="40000">
                <a:srgbClr val="D9FF06"/>
              </a:gs>
              <a:gs pos="20000">
                <a:srgbClr val="7BFF4C"/>
              </a:gs>
              <a:gs pos="10000">
                <a:srgbClr val="45FF93"/>
              </a:gs>
              <a:gs pos="30000">
                <a:srgbClr val="ABFF1F"/>
              </a:gs>
              <a:gs pos="0">
                <a:srgbClr val="00FFFF"/>
              </a:gs>
              <a:gs pos="95000">
                <a:srgbClr val="FF00F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46C6CC7B-25C7-9DCA-0747-1D783B61C73E}"/>
              </a:ext>
            </a:extLst>
          </p:cNvPr>
          <p:cNvSpPr txBox="1"/>
          <p:nvPr/>
        </p:nvSpPr>
        <p:spPr>
          <a:xfrm>
            <a:off x="124719" y="10957228"/>
            <a:ext cx="5204186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 [A/mm]</a:t>
            </a:r>
          </a:p>
        </p:txBody>
      </p:sp>
      <p:graphicFrame>
        <p:nvGraphicFramePr>
          <p:cNvPr id="29" name="Tabelle 28">
            <a:extLst>
              <a:ext uri="{FF2B5EF4-FFF2-40B4-BE49-F238E27FC236}">
                <a16:creationId xmlns:a16="http://schemas.microsoft.com/office/drawing/2014/main" id="{367293F7-7D05-DC9D-6D56-7049C863A9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9644625"/>
              </p:ext>
            </p:extLst>
          </p:nvPr>
        </p:nvGraphicFramePr>
        <p:xfrm>
          <a:off x="5189087" y="10386492"/>
          <a:ext cx="5534400" cy="640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1200">
                  <a:extLst>
                    <a:ext uri="{9D8B030D-6E8A-4147-A177-3AD203B41FA5}">
                      <a16:colId xmlns:a16="http://schemas.microsoft.com/office/drawing/2014/main" val="2674426793"/>
                    </a:ext>
                  </a:extLst>
                </a:gridCol>
                <a:gridCol w="461200">
                  <a:extLst>
                    <a:ext uri="{9D8B030D-6E8A-4147-A177-3AD203B41FA5}">
                      <a16:colId xmlns:a16="http://schemas.microsoft.com/office/drawing/2014/main" val="3572661540"/>
                    </a:ext>
                  </a:extLst>
                </a:gridCol>
                <a:gridCol w="461200">
                  <a:extLst>
                    <a:ext uri="{9D8B030D-6E8A-4147-A177-3AD203B41FA5}">
                      <a16:colId xmlns:a16="http://schemas.microsoft.com/office/drawing/2014/main" val="3961166950"/>
                    </a:ext>
                  </a:extLst>
                </a:gridCol>
                <a:gridCol w="461200">
                  <a:extLst>
                    <a:ext uri="{9D8B030D-6E8A-4147-A177-3AD203B41FA5}">
                      <a16:colId xmlns:a16="http://schemas.microsoft.com/office/drawing/2014/main" val="2768585121"/>
                    </a:ext>
                  </a:extLst>
                </a:gridCol>
                <a:gridCol w="461200">
                  <a:extLst>
                    <a:ext uri="{9D8B030D-6E8A-4147-A177-3AD203B41FA5}">
                      <a16:colId xmlns:a16="http://schemas.microsoft.com/office/drawing/2014/main" val="1351681767"/>
                    </a:ext>
                  </a:extLst>
                </a:gridCol>
                <a:gridCol w="461200">
                  <a:extLst>
                    <a:ext uri="{9D8B030D-6E8A-4147-A177-3AD203B41FA5}">
                      <a16:colId xmlns:a16="http://schemas.microsoft.com/office/drawing/2014/main" val="3656942"/>
                    </a:ext>
                  </a:extLst>
                </a:gridCol>
                <a:gridCol w="461200">
                  <a:extLst>
                    <a:ext uri="{9D8B030D-6E8A-4147-A177-3AD203B41FA5}">
                      <a16:colId xmlns:a16="http://schemas.microsoft.com/office/drawing/2014/main" val="684801856"/>
                    </a:ext>
                  </a:extLst>
                </a:gridCol>
                <a:gridCol w="461200">
                  <a:extLst>
                    <a:ext uri="{9D8B030D-6E8A-4147-A177-3AD203B41FA5}">
                      <a16:colId xmlns:a16="http://schemas.microsoft.com/office/drawing/2014/main" val="2683172096"/>
                    </a:ext>
                  </a:extLst>
                </a:gridCol>
                <a:gridCol w="461200">
                  <a:extLst>
                    <a:ext uri="{9D8B030D-6E8A-4147-A177-3AD203B41FA5}">
                      <a16:colId xmlns:a16="http://schemas.microsoft.com/office/drawing/2014/main" val="2798623327"/>
                    </a:ext>
                  </a:extLst>
                </a:gridCol>
                <a:gridCol w="461200">
                  <a:extLst>
                    <a:ext uri="{9D8B030D-6E8A-4147-A177-3AD203B41FA5}">
                      <a16:colId xmlns:a16="http://schemas.microsoft.com/office/drawing/2014/main" val="1580858874"/>
                    </a:ext>
                  </a:extLst>
                </a:gridCol>
                <a:gridCol w="461200">
                  <a:extLst>
                    <a:ext uri="{9D8B030D-6E8A-4147-A177-3AD203B41FA5}">
                      <a16:colId xmlns:a16="http://schemas.microsoft.com/office/drawing/2014/main" val="259720998"/>
                    </a:ext>
                  </a:extLst>
                </a:gridCol>
                <a:gridCol w="461200">
                  <a:extLst>
                    <a:ext uri="{9D8B030D-6E8A-4147-A177-3AD203B41FA5}">
                      <a16:colId xmlns:a16="http://schemas.microsoft.com/office/drawing/2014/main" val="3917417724"/>
                    </a:ext>
                  </a:extLst>
                </a:gridCol>
              </a:tblGrid>
              <a:tr h="163560">
                <a:tc>
                  <a:txBody>
                    <a:bodyPr/>
                    <a:lstStyle/>
                    <a:p>
                      <a:endParaRPr lang="de-DE" sz="5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5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5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5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5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5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5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5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5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5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5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5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56338525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de-DE" sz="25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de-DE" sz="25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de-DE" sz="25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120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de-DE" sz="25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180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de-DE" sz="25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240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de-DE" sz="25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300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68978587"/>
                  </a:ext>
                </a:extLst>
              </a:tr>
            </a:tbl>
          </a:graphicData>
        </a:graphic>
      </p:graphicFrame>
      <p:sp>
        <p:nvSpPr>
          <p:cNvPr id="30" name="Rechteck 29">
            <a:extLst>
              <a:ext uri="{FF2B5EF4-FFF2-40B4-BE49-F238E27FC236}">
                <a16:creationId xmlns:a16="http://schemas.microsoft.com/office/drawing/2014/main" id="{29BDEE5C-1499-3A0C-1BA6-BD7D30AA0F8A}"/>
              </a:ext>
            </a:extLst>
          </p:cNvPr>
          <p:cNvSpPr/>
          <p:nvPr/>
        </p:nvSpPr>
        <p:spPr>
          <a:xfrm>
            <a:off x="5627083" y="10035520"/>
            <a:ext cx="4659318" cy="350972"/>
          </a:xfrm>
          <a:prstGeom prst="rect">
            <a:avLst/>
          </a:prstGeom>
          <a:gradFill>
            <a:gsLst>
              <a:gs pos="50000">
                <a:srgbClr val="FFF201"/>
              </a:gs>
              <a:gs pos="85000">
                <a:srgbClr val="FF4593"/>
              </a:gs>
              <a:gs pos="70000">
                <a:srgbClr val="FF9433"/>
              </a:gs>
              <a:gs pos="60000">
                <a:srgbClr val="FFC210"/>
              </a:gs>
              <a:gs pos="40000">
                <a:srgbClr val="D9FF06"/>
              </a:gs>
              <a:gs pos="20000">
                <a:srgbClr val="7BFF4C"/>
              </a:gs>
              <a:gs pos="10000">
                <a:srgbClr val="45FF93"/>
              </a:gs>
              <a:gs pos="30000">
                <a:srgbClr val="ABFF1F"/>
              </a:gs>
              <a:gs pos="0">
                <a:srgbClr val="00FFFF"/>
              </a:gs>
              <a:gs pos="95000">
                <a:srgbClr val="FF00F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B6EDD433-E5CB-1396-4C1D-C1963AAD79C9}"/>
              </a:ext>
            </a:extLst>
          </p:cNvPr>
          <p:cNvSpPr txBox="1"/>
          <p:nvPr/>
        </p:nvSpPr>
        <p:spPr>
          <a:xfrm>
            <a:off x="5659119" y="10957228"/>
            <a:ext cx="5122907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 [A/mm²]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7EB702D3-AE10-1963-9E81-88B6AA0FCDFD}"/>
              </a:ext>
            </a:extLst>
          </p:cNvPr>
          <p:cNvSpPr txBox="1"/>
          <p:nvPr/>
        </p:nvSpPr>
        <p:spPr>
          <a:xfrm>
            <a:off x="128999" y="5926992"/>
            <a:ext cx="1064845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Air-Gap on top and </a:t>
            </a:r>
            <a:r>
              <a:rPr lang="de-DE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bottom</a:t>
            </a:r>
            <a:endParaRPr lang="de-DE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75F20C19-D321-7555-6479-4E4762BEF0CE}"/>
              </a:ext>
            </a:extLst>
          </p:cNvPr>
          <p:cNvSpPr txBox="1"/>
          <p:nvPr/>
        </p:nvSpPr>
        <p:spPr>
          <a:xfrm>
            <a:off x="138634" y="9140782"/>
            <a:ext cx="1064845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Air-Gap on top and </a:t>
            </a:r>
            <a:r>
              <a:rPr lang="de-DE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bottom</a:t>
            </a:r>
            <a:r>
              <a:rPr lang="de-DE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de-DE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optimized</a:t>
            </a:r>
            <a:r>
              <a:rPr lang="de-DE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windings</a:t>
            </a:r>
            <a:endParaRPr lang="de-DE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FBEE5704-D8B0-F251-953E-85E4D16C0130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4520529" y="390185"/>
            <a:ext cx="1106554" cy="144929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E1F71741-ED00-C063-D4F8-5A6DE61B7DDA}"/>
              </a:ext>
            </a:extLst>
          </p:cNvPr>
          <p:cNvCxnSpPr>
            <a:cxnSpLocks/>
            <a:stCxn id="9" idx="0"/>
          </p:cNvCxnSpPr>
          <p:nvPr/>
        </p:nvCxnSpPr>
        <p:spPr>
          <a:xfrm flipV="1">
            <a:off x="4520528" y="3694992"/>
            <a:ext cx="1106555" cy="69569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C6DFDAFF-A0A1-63C3-9318-626C595438EC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4520525" y="8254769"/>
            <a:ext cx="1106558" cy="74303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FB902E9A-46F1-FA4F-C1FD-8B61BFCD8C24}"/>
              </a:ext>
            </a:extLst>
          </p:cNvPr>
          <p:cNvGrpSpPr/>
          <p:nvPr/>
        </p:nvGrpSpPr>
        <p:grpSpPr>
          <a:xfrm flipH="1">
            <a:off x="4789738" y="9810023"/>
            <a:ext cx="468902" cy="782838"/>
            <a:chOff x="4918572" y="9800498"/>
            <a:chExt cx="468902" cy="782838"/>
          </a:xfrm>
        </p:grpSpPr>
        <p:sp>
          <p:nvSpPr>
            <p:cNvPr id="3" name="Parallelogramm 2">
              <a:extLst>
                <a:ext uri="{FF2B5EF4-FFF2-40B4-BE49-F238E27FC236}">
                  <a16:creationId xmlns:a16="http://schemas.microsoft.com/office/drawing/2014/main" id="{3BE8F138-DB61-0ACF-0E7B-4BE14B95EFB0}"/>
                </a:ext>
              </a:extLst>
            </p:cNvPr>
            <p:cNvSpPr/>
            <p:nvPr/>
          </p:nvSpPr>
          <p:spPr>
            <a:xfrm flipH="1">
              <a:off x="5011163" y="9878606"/>
              <a:ext cx="277245" cy="623303"/>
            </a:xfrm>
            <a:prstGeom prst="parallelogram">
              <a:avLst>
                <a:gd name="adj" fmla="val 5997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" name="Rechteck 3">
              <a:extLst>
                <a:ext uri="{FF2B5EF4-FFF2-40B4-BE49-F238E27FC236}">
                  <a16:creationId xmlns:a16="http://schemas.microsoft.com/office/drawing/2014/main" id="{B5D16E69-8124-812E-90D1-06B3A4E7B2CB}"/>
                </a:ext>
              </a:extLst>
            </p:cNvPr>
            <p:cNvSpPr/>
            <p:nvPr/>
          </p:nvSpPr>
          <p:spPr>
            <a:xfrm>
              <a:off x="4918572" y="9800498"/>
              <a:ext cx="277246" cy="1047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9A0C2E33-C646-2B1E-CA44-B750EC2A7240}"/>
                </a:ext>
              </a:extLst>
            </p:cNvPr>
            <p:cNvSpPr/>
            <p:nvPr/>
          </p:nvSpPr>
          <p:spPr>
            <a:xfrm>
              <a:off x="5110228" y="10478561"/>
              <a:ext cx="277246" cy="1047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16" name="Rechteck 15">
            <a:extLst>
              <a:ext uri="{FF2B5EF4-FFF2-40B4-BE49-F238E27FC236}">
                <a16:creationId xmlns:a16="http://schemas.microsoft.com/office/drawing/2014/main" id="{59C3A7AE-4176-5775-1F29-6C61475BE1DF}"/>
              </a:ext>
            </a:extLst>
          </p:cNvPr>
          <p:cNvSpPr/>
          <p:nvPr/>
        </p:nvSpPr>
        <p:spPr>
          <a:xfrm>
            <a:off x="10255494" y="10035520"/>
            <a:ext cx="526532" cy="350972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52F838A6-71EB-4A3D-5BC1-02F5235F2C1E}"/>
              </a:ext>
            </a:extLst>
          </p:cNvPr>
          <p:cNvGrpSpPr/>
          <p:nvPr/>
        </p:nvGrpSpPr>
        <p:grpSpPr>
          <a:xfrm flipH="1">
            <a:off x="10292103" y="9809563"/>
            <a:ext cx="468902" cy="782838"/>
            <a:chOff x="4918572" y="9800498"/>
            <a:chExt cx="468902" cy="782838"/>
          </a:xfrm>
        </p:grpSpPr>
        <p:sp>
          <p:nvSpPr>
            <p:cNvPr id="19" name="Parallelogramm 18">
              <a:extLst>
                <a:ext uri="{FF2B5EF4-FFF2-40B4-BE49-F238E27FC236}">
                  <a16:creationId xmlns:a16="http://schemas.microsoft.com/office/drawing/2014/main" id="{5E5854B4-EE81-D7DD-991F-74E68182DABA}"/>
                </a:ext>
              </a:extLst>
            </p:cNvPr>
            <p:cNvSpPr/>
            <p:nvPr/>
          </p:nvSpPr>
          <p:spPr>
            <a:xfrm flipH="1">
              <a:off x="5011163" y="9878606"/>
              <a:ext cx="277245" cy="623303"/>
            </a:xfrm>
            <a:prstGeom prst="parallelogram">
              <a:avLst>
                <a:gd name="adj" fmla="val 5997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" name="Rechteck 19">
              <a:extLst>
                <a:ext uri="{FF2B5EF4-FFF2-40B4-BE49-F238E27FC236}">
                  <a16:creationId xmlns:a16="http://schemas.microsoft.com/office/drawing/2014/main" id="{1C6BB8B6-37AA-97F9-9EA0-172163F9F3DE}"/>
                </a:ext>
              </a:extLst>
            </p:cNvPr>
            <p:cNvSpPr/>
            <p:nvPr/>
          </p:nvSpPr>
          <p:spPr>
            <a:xfrm>
              <a:off x="4918572" y="9800498"/>
              <a:ext cx="277246" cy="1047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" name="Rechteck 20">
              <a:extLst>
                <a:ext uri="{FF2B5EF4-FFF2-40B4-BE49-F238E27FC236}">
                  <a16:creationId xmlns:a16="http://schemas.microsoft.com/office/drawing/2014/main" id="{540453E5-C9F8-AA41-3864-242B9265F897}"/>
                </a:ext>
              </a:extLst>
            </p:cNvPr>
            <p:cNvSpPr/>
            <p:nvPr/>
          </p:nvSpPr>
          <p:spPr>
            <a:xfrm>
              <a:off x="5110228" y="10478561"/>
              <a:ext cx="277246" cy="1047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BC977A1D-FBE4-2D94-D37A-D4C2C531B065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4520529" y="2503912"/>
            <a:ext cx="110655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809B3AC3-C436-D26D-8745-083AF62172EC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4520528" y="5055119"/>
            <a:ext cx="1106555" cy="70512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Gerader Verbinder 42">
            <a:extLst>
              <a:ext uri="{FF2B5EF4-FFF2-40B4-BE49-F238E27FC236}">
                <a16:creationId xmlns:a16="http://schemas.microsoft.com/office/drawing/2014/main" id="{40AEB488-93F9-BC47-0F57-59385250DF3C}"/>
              </a:ext>
            </a:extLst>
          </p:cNvPr>
          <p:cNvCxnSpPr>
            <a:cxnSpLocks/>
            <a:stCxn id="10" idx="0"/>
          </p:cNvCxnSpPr>
          <p:nvPr/>
        </p:nvCxnSpPr>
        <p:spPr>
          <a:xfrm flipV="1">
            <a:off x="4520525" y="6839775"/>
            <a:ext cx="1106558" cy="75056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5521626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50</Words>
  <Application>Microsoft Office PowerPoint</Application>
  <PresentationFormat>Benutzerdefiniert</PresentationFormat>
  <Paragraphs>18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Arial</vt:lpstr>
      <vt:lpstr>Aptos</vt:lpstr>
      <vt:lpstr>Times New Roman</vt:lpstr>
      <vt:lpstr>Aptos Display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Keil, Adrian</dc:creator>
  <cp:lastModifiedBy>Keil, Adrian</cp:lastModifiedBy>
  <cp:revision>29</cp:revision>
  <dcterms:created xsi:type="dcterms:W3CDTF">2025-09-30T09:24:34Z</dcterms:created>
  <dcterms:modified xsi:type="dcterms:W3CDTF">2026-02-19T17:08:33Z</dcterms:modified>
</cp:coreProperties>
</file>