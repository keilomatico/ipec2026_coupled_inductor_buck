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4.xml" ContentType="application/vnd.openxmlformats-officedocument.presentationml.tags+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charts/chart5.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9"/>
  </p:notesMasterIdLst>
  <p:handoutMasterIdLst>
    <p:handoutMasterId r:id="rId30"/>
  </p:handoutMasterIdLst>
  <p:sldIdLst>
    <p:sldId id="2147474797" r:id="rId2"/>
    <p:sldId id="2147482507" r:id="rId3"/>
    <p:sldId id="2147482503" r:id="rId4"/>
    <p:sldId id="2147482505" r:id="rId5"/>
    <p:sldId id="2147482500" r:id="rId6"/>
    <p:sldId id="401" r:id="rId7"/>
    <p:sldId id="2147482506" r:id="rId8"/>
    <p:sldId id="2147482504" r:id="rId9"/>
    <p:sldId id="406" r:id="rId10"/>
    <p:sldId id="2147482516" r:id="rId11"/>
    <p:sldId id="2362" r:id="rId12"/>
    <p:sldId id="2147482509" r:id="rId13"/>
    <p:sldId id="364" r:id="rId14"/>
    <p:sldId id="2147482512" r:id="rId15"/>
    <p:sldId id="2147482514" r:id="rId16"/>
    <p:sldId id="2147482518" r:id="rId17"/>
    <p:sldId id="2147482517" r:id="rId18"/>
    <p:sldId id="964" r:id="rId19"/>
    <p:sldId id="965" r:id="rId20"/>
    <p:sldId id="969" r:id="rId21"/>
    <p:sldId id="1351" r:id="rId22"/>
    <p:sldId id="2147482519" r:id="rId23"/>
    <p:sldId id="2147482520" r:id="rId24"/>
    <p:sldId id="2147482521" r:id="rId25"/>
    <p:sldId id="2147482522" r:id="rId26"/>
    <p:sldId id="317" r:id="rId27"/>
    <p:sldId id="316" r:id="rId28"/>
  </p:sldIdLst>
  <p:sldSz cx="12192000" cy="6858000"/>
  <p:notesSz cx="6858000" cy="9144000"/>
  <p:custDataLst>
    <p:tags r:id="rId31"/>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7A94"/>
    <a:srgbClr val="030303"/>
    <a:srgbClr val="FFFFFF"/>
    <a:srgbClr val="EDEBDF"/>
    <a:srgbClr val="FFD44B"/>
    <a:srgbClr val="FBFDF9"/>
    <a:srgbClr val="F6F9F1"/>
    <a:srgbClr val="F2F6EA"/>
    <a:srgbClr val="CCFFF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083E6E3-FA7D-4D7B-A595-EF9225AFEA82}">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08" autoAdjust="0"/>
    <p:restoredTop sz="91822" autoAdjust="0"/>
  </p:normalViewPr>
  <p:slideViewPr>
    <p:cSldViewPr snapToGrid="0" showGuides="1">
      <p:cViewPr varScale="1">
        <p:scale>
          <a:sx n="141" d="100"/>
          <a:sy n="141" d="100"/>
        </p:scale>
        <p:origin x="138" y="228"/>
      </p:cViewPr>
      <p:guideLst/>
    </p:cSldViewPr>
  </p:slideViewPr>
  <p:notesTextViewPr>
    <p:cViewPr>
      <p:scale>
        <a:sx n="1" d="1"/>
        <a:sy n="1" d="1"/>
      </p:scale>
      <p:origin x="0" y="0"/>
    </p:cViewPr>
  </p:notesTextViewPr>
  <p:sorterViewPr>
    <p:cViewPr>
      <p:scale>
        <a:sx n="80" d="100"/>
        <a:sy n="80" d="100"/>
      </p:scale>
      <p:origin x="0" y="-1176"/>
    </p:cViewPr>
  </p:sorterViewPr>
  <p:notesViewPr>
    <p:cSldViewPr snapToGrid="0">
      <p:cViewPr varScale="1">
        <p:scale>
          <a:sx n="80" d="100"/>
          <a:sy n="80" d="100"/>
        </p:scale>
        <p:origin x="2874"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oleObject" Target="file:///\\netapp02\homes$\bosch\06_Praesentationen\Sinus-Kurven.xlsx" TargetMode="External"/><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oleObject" Target="Mappe1"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3" Type="http://schemas.openxmlformats.org/officeDocument/2006/relationships/oleObject" Target="Mappe1"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14"/>
    </mc:Choice>
    <mc:Fallback>
      <c:style val="14"/>
    </mc:Fallback>
  </mc:AlternateContent>
  <c:chart>
    <c:autoTitleDeleted val="1"/>
    <c:plotArea>
      <c:layout>
        <c:manualLayout>
          <c:layoutTarget val="inner"/>
          <c:xMode val="edge"/>
          <c:yMode val="edge"/>
          <c:x val="0.24002561251465221"/>
          <c:y val="3.6877993407198571E-2"/>
          <c:w val="0.50057136124557422"/>
          <c:h val="0.90107725001491246"/>
        </c:manualLayout>
      </c:layout>
      <c:pieChart>
        <c:varyColors val="1"/>
        <c:ser>
          <c:idx val="0"/>
          <c:order val="0"/>
          <c:tx>
            <c:strRef>
              <c:f>Tabelle1!$B$1</c:f>
              <c:strCache>
                <c:ptCount val="1"/>
                <c:pt idx="0">
                  <c:v>Verkauf</c:v>
                </c:pt>
              </c:strCache>
            </c:strRef>
          </c:tx>
          <c:spPr>
            <a:ln w="12700"/>
          </c:spPr>
          <c:dPt>
            <c:idx val="0"/>
            <c:bubble3D val="0"/>
            <c:spPr>
              <a:solidFill>
                <a:srgbClr val="A6BBC8"/>
              </a:solidFill>
              <a:ln w="12700"/>
            </c:spPr>
            <c:extLst>
              <c:ext xmlns:c16="http://schemas.microsoft.com/office/drawing/2014/chart" uri="{C3380CC4-5D6E-409C-BE32-E72D297353CC}">
                <c16:uniqueId val="{00000001-1796-4C6F-8957-F646D471B65E}"/>
              </c:ext>
            </c:extLst>
          </c:dPt>
          <c:dPt>
            <c:idx val="1"/>
            <c:bubble3D val="0"/>
            <c:spPr>
              <a:solidFill>
                <a:srgbClr val="179C7D"/>
              </a:solidFill>
              <a:ln w="12700"/>
            </c:spPr>
            <c:extLst>
              <c:ext xmlns:c16="http://schemas.microsoft.com/office/drawing/2014/chart" uri="{C3380CC4-5D6E-409C-BE32-E72D297353CC}">
                <c16:uniqueId val="{00000003-1796-4C6F-8957-F646D471B65E}"/>
              </c:ext>
            </c:extLst>
          </c:dPt>
          <c:dLbls>
            <c:dLbl>
              <c:idx val="0"/>
              <c:layout>
                <c:manualLayout>
                  <c:x val="-0.20219159044611698"/>
                  <c:y val="0.21585670568401666"/>
                </c:manualLayout>
              </c:layout>
              <c:tx>
                <c:rich>
                  <a:bodyPr wrap="square" lIns="38100" tIns="19050" rIns="38100" bIns="19050" anchor="ctr">
                    <a:spAutoFit/>
                  </a:bodyPr>
                  <a:lstStyle/>
                  <a:p>
                    <a:pPr>
                      <a:defRPr sz="1600" b="1" baseline="0">
                        <a:latin typeface="Frutiger LT Com 45 Light" panose="020B0303030504020204" pitchFamily="34" charset="0"/>
                      </a:defRPr>
                    </a:pPr>
                    <a:r>
                      <a:rPr lang="en-US" sz="1600" b="1" dirty="0"/>
                      <a:t>30%</a:t>
                    </a:r>
                  </a:p>
                </c:rich>
              </c:tx>
              <c:spPr>
                <a:noFill/>
                <a:ln>
                  <a:noFill/>
                </a:ln>
                <a:effectLst/>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796-4C6F-8957-F646D471B65E}"/>
                </c:ext>
              </c:extLst>
            </c:dLbl>
            <c:dLbl>
              <c:idx val="1"/>
              <c:layout>
                <c:manualLayout>
                  <c:x val="0.20770911914249221"/>
                  <c:y val="-0.23489362987411044"/>
                </c:manualLayout>
              </c:layout>
              <c:tx>
                <c:rich>
                  <a:bodyPr wrap="square" lIns="38100" tIns="19050" rIns="38100" bIns="19050" anchor="ctr">
                    <a:spAutoFit/>
                  </a:bodyPr>
                  <a:lstStyle/>
                  <a:p>
                    <a:pPr>
                      <a:defRPr sz="1600" b="1" baseline="0">
                        <a:solidFill>
                          <a:schemeClr val="bg1"/>
                        </a:solidFill>
                        <a:latin typeface="Frutiger LT Com 45 Light" panose="020B0303030504020204" pitchFamily="34" charset="0"/>
                      </a:defRPr>
                    </a:pPr>
                    <a:r>
                      <a:rPr lang="en-US" sz="1600" b="1" dirty="0">
                        <a:solidFill>
                          <a:schemeClr val="bg1"/>
                        </a:solidFill>
                      </a:rPr>
                      <a:t>70%</a:t>
                    </a:r>
                  </a:p>
                </c:rich>
              </c:tx>
              <c:spPr>
                <a:noFill/>
                <a:ln>
                  <a:noFill/>
                </a:ln>
                <a:effectLst/>
              </c:spPr>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3-1796-4C6F-8957-F646D471B65E}"/>
                </c:ext>
              </c:extLst>
            </c:dLbl>
            <c:spPr>
              <a:noFill/>
              <a:ln>
                <a:noFill/>
              </a:ln>
              <a:effectLst/>
            </c:spPr>
            <c:txPr>
              <a:bodyPr wrap="square" lIns="38100" tIns="19050" rIns="38100" bIns="19050" anchor="ctr">
                <a:spAutoFit/>
              </a:bodyPr>
              <a:lstStyle/>
              <a:p>
                <a:pPr>
                  <a:defRPr sz="3000" baseline="0">
                    <a:latin typeface="Frutiger LT Com 45 Light" panose="020B0303030504020204" pitchFamily="34" charset="0"/>
                  </a:defRPr>
                </a:pPr>
                <a:endParaRPr lang="de-DE"/>
              </a:p>
            </c:txPr>
            <c:showLegendKey val="0"/>
            <c:showVal val="0"/>
            <c:showCatName val="0"/>
            <c:showSerName val="0"/>
            <c:showPercent val="0"/>
            <c:showBubbleSize val="0"/>
            <c:extLst>
              <c:ext xmlns:c15="http://schemas.microsoft.com/office/drawing/2012/chart" uri="{CE6537A1-D6FC-4f65-9D91-7224C49458BB}"/>
            </c:extLst>
          </c:dLbls>
          <c:cat>
            <c:strRef>
              <c:f>Tabelle1!$A$2:$A$4</c:f>
              <c:strCache>
                <c:ptCount val="2"/>
                <c:pt idx="0">
                  <c:v>1. Quartal</c:v>
                </c:pt>
                <c:pt idx="1">
                  <c:v>2. Quartal</c:v>
                </c:pt>
              </c:strCache>
            </c:strRef>
          </c:cat>
          <c:val>
            <c:numRef>
              <c:f>Tabelle1!$B$2:$B$4</c:f>
              <c:numCache>
                <c:formatCode>General</c:formatCode>
                <c:ptCount val="3"/>
                <c:pt idx="0">
                  <c:v>30</c:v>
                </c:pt>
                <c:pt idx="1">
                  <c:v>70</c:v>
                </c:pt>
              </c:numCache>
            </c:numRef>
          </c:val>
          <c:extLst>
            <c:ext xmlns:c16="http://schemas.microsoft.com/office/drawing/2014/chart" uri="{C3380CC4-5D6E-409C-BE32-E72D297353CC}">
              <c16:uniqueId val="{00000004-1796-4C6F-8957-F646D471B65E}"/>
            </c:ext>
          </c:extLst>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sz="1800"/>
      </a:pPr>
      <a:endParaRPr lang="de-DE"/>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14"/>
    </mc:Choice>
    <mc:Fallback>
      <c:style val="14"/>
    </mc:Fallback>
  </mc:AlternateContent>
  <c:chart>
    <c:autoTitleDeleted val="1"/>
    <c:plotArea>
      <c:layout>
        <c:manualLayout>
          <c:layoutTarget val="inner"/>
          <c:xMode val="edge"/>
          <c:yMode val="edge"/>
          <c:x val="0.24002561251465221"/>
          <c:y val="3.6877993407198571E-2"/>
          <c:w val="0.50057136124557422"/>
          <c:h val="0.90107725001491246"/>
        </c:manualLayout>
      </c:layout>
      <c:pieChart>
        <c:varyColors val="1"/>
        <c:dLbls>
          <c:showLegendKey val="0"/>
          <c:showVal val="0"/>
          <c:showCatName val="0"/>
          <c:showSerName val="0"/>
          <c:showPercent val="0"/>
          <c:showBubbleSize val="0"/>
          <c:showLeaderLines val="0"/>
        </c:dLbls>
        <c:firstSliceAng val="0"/>
      </c:pieChart>
    </c:plotArea>
    <c:plotVisOnly val="1"/>
    <c:dispBlanksAs val="gap"/>
    <c:showDLblsOverMax val="0"/>
  </c:chart>
  <c:txPr>
    <a:bodyPr/>
    <a:lstStyle/>
    <a:p>
      <a:pPr>
        <a:defRPr sz="1800"/>
      </a:pPr>
      <a:endParaRPr lang="de-DE"/>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solidFill>
                <a:schemeClr val="accent1"/>
              </a:solidFill>
              <a:round/>
            </a:ln>
            <a:effectLst/>
          </c:spPr>
          <c:marker>
            <c:symbol val="none"/>
          </c:marker>
          <c:xVal>
            <c:numRef>
              <c:f>Tabelle1!$B$3:$B$43</c:f>
              <c:numCache>
                <c:formatCode>General</c:formatCode>
                <c:ptCount val="41"/>
                <c:pt idx="0">
                  <c:v>0</c:v>
                </c:pt>
                <c:pt idx="1">
                  <c:v>0.31415926535897931</c:v>
                </c:pt>
                <c:pt idx="2">
                  <c:v>0.62831853071795862</c:v>
                </c:pt>
                <c:pt idx="3">
                  <c:v>0.94247779607693793</c:v>
                </c:pt>
                <c:pt idx="4">
                  <c:v>1.2566370614359172</c:v>
                </c:pt>
                <c:pt idx="5">
                  <c:v>1.5707963267948966</c:v>
                </c:pt>
                <c:pt idx="6">
                  <c:v>1.8849555921538759</c:v>
                </c:pt>
                <c:pt idx="7">
                  <c:v>2.1991148575128552</c:v>
                </c:pt>
                <c:pt idx="8">
                  <c:v>2.5132741228718345</c:v>
                </c:pt>
                <c:pt idx="9">
                  <c:v>2.8274333882308138</c:v>
                </c:pt>
                <c:pt idx="10">
                  <c:v>3.1415926535897931</c:v>
                </c:pt>
                <c:pt idx="11">
                  <c:v>3.4557519189487729</c:v>
                </c:pt>
                <c:pt idx="12">
                  <c:v>3.7699111843077517</c:v>
                </c:pt>
                <c:pt idx="13">
                  <c:v>4.0840704496667311</c:v>
                </c:pt>
                <c:pt idx="14">
                  <c:v>4.3982297150257104</c:v>
                </c:pt>
                <c:pt idx="15">
                  <c:v>4.7123889803846897</c:v>
                </c:pt>
                <c:pt idx="16">
                  <c:v>5.026548245743669</c:v>
                </c:pt>
                <c:pt idx="17">
                  <c:v>5.3407075111026483</c:v>
                </c:pt>
                <c:pt idx="18">
                  <c:v>5.6548667764616276</c:v>
                </c:pt>
                <c:pt idx="19">
                  <c:v>5.9690260418206069</c:v>
                </c:pt>
                <c:pt idx="20">
                  <c:v>6.2831853071795862</c:v>
                </c:pt>
                <c:pt idx="21">
                  <c:v>6.5973445725385655</c:v>
                </c:pt>
                <c:pt idx="22">
                  <c:v>6.9115038378975457</c:v>
                </c:pt>
                <c:pt idx="23">
                  <c:v>7.2256631032565233</c:v>
                </c:pt>
                <c:pt idx="24">
                  <c:v>7.5398223686155035</c:v>
                </c:pt>
                <c:pt idx="25">
                  <c:v>7.8539816339744828</c:v>
                </c:pt>
                <c:pt idx="26">
                  <c:v>8.1681408993334621</c:v>
                </c:pt>
                <c:pt idx="27">
                  <c:v>8.4823001646924414</c:v>
                </c:pt>
                <c:pt idx="28">
                  <c:v>8.7964594300514207</c:v>
                </c:pt>
                <c:pt idx="29">
                  <c:v>9.1106186954104</c:v>
                </c:pt>
                <c:pt idx="30">
                  <c:v>9.4247779607693793</c:v>
                </c:pt>
                <c:pt idx="31">
                  <c:v>9.7389372261283587</c:v>
                </c:pt>
                <c:pt idx="32">
                  <c:v>10.053096491487338</c:v>
                </c:pt>
                <c:pt idx="33">
                  <c:v>10.367255756846317</c:v>
                </c:pt>
                <c:pt idx="34">
                  <c:v>10.681415022205297</c:v>
                </c:pt>
                <c:pt idx="35">
                  <c:v>10.995574287564276</c:v>
                </c:pt>
                <c:pt idx="36">
                  <c:v>11.309733552923255</c:v>
                </c:pt>
                <c:pt idx="37">
                  <c:v>11.623892818282235</c:v>
                </c:pt>
                <c:pt idx="38">
                  <c:v>11.938052083641214</c:v>
                </c:pt>
                <c:pt idx="39">
                  <c:v>12.252211349000193</c:v>
                </c:pt>
                <c:pt idx="40">
                  <c:v>12.566370614359172</c:v>
                </c:pt>
              </c:numCache>
            </c:numRef>
          </c:xVal>
          <c:yVal>
            <c:numRef>
              <c:f>Tabelle1!$C$3:$C$43</c:f>
              <c:numCache>
                <c:formatCode>General</c:formatCode>
                <c:ptCount val="41"/>
                <c:pt idx="0">
                  <c:v>0</c:v>
                </c:pt>
                <c:pt idx="1">
                  <c:v>0.3090169943749474</c:v>
                </c:pt>
                <c:pt idx="2">
                  <c:v>0.58778525229247314</c:v>
                </c:pt>
                <c:pt idx="3">
                  <c:v>0.80901699437494745</c:v>
                </c:pt>
                <c:pt idx="4">
                  <c:v>0.95105651629515353</c:v>
                </c:pt>
                <c:pt idx="5">
                  <c:v>1</c:v>
                </c:pt>
                <c:pt idx="6">
                  <c:v>0.95105651629515364</c:v>
                </c:pt>
                <c:pt idx="7">
                  <c:v>0.80901699437494745</c:v>
                </c:pt>
                <c:pt idx="8">
                  <c:v>0.58778525229247325</c:v>
                </c:pt>
                <c:pt idx="9">
                  <c:v>0.30901699437494751</c:v>
                </c:pt>
                <c:pt idx="10">
                  <c:v>1.22514845490862E-16</c:v>
                </c:pt>
                <c:pt idx="11">
                  <c:v>-0.30901699437494773</c:v>
                </c:pt>
                <c:pt idx="12">
                  <c:v>-0.58778525229247303</c:v>
                </c:pt>
                <c:pt idx="13">
                  <c:v>-0.80901699437494734</c:v>
                </c:pt>
                <c:pt idx="14">
                  <c:v>-0.95105651629515353</c:v>
                </c:pt>
                <c:pt idx="15">
                  <c:v>-1</c:v>
                </c:pt>
                <c:pt idx="16">
                  <c:v>-0.95105651629515364</c:v>
                </c:pt>
                <c:pt idx="17">
                  <c:v>-0.80901699437494756</c:v>
                </c:pt>
                <c:pt idx="18">
                  <c:v>-0.58778525229247336</c:v>
                </c:pt>
                <c:pt idx="19">
                  <c:v>-0.30901699437494762</c:v>
                </c:pt>
                <c:pt idx="20">
                  <c:v>-2.45029690981724E-16</c:v>
                </c:pt>
                <c:pt idx="21">
                  <c:v>0.30901699437494717</c:v>
                </c:pt>
                <c:pt idx="22">
                  <c:v>0.58778525229247358</c:v>
                </c:pt>
                <c:pt idx="23">
                  <c:v>0.80901699437494679</c:v>
                </c:pt>
                <c:pt idx="24">
                  <c:v>0.95105651629515353</c:v>
                </c:pt>
                <c:pt idx="25">
                  <c:v>1</c:v>
                </c:pt>
                <c:pt idx="26">
                  <c:v>0.95105651629515364</c:v>
                </c:pt>
                <c:pt idx="27">
                  <c:v>0.80901699437494767</c:v>
                </c:pt>
                <c:pt idx="28">
                  <c:v>0.58778525229247336</c:v>
                </c:pt>
                <c:pt idx="29">
                  <c:v>0.30901699437494778</c:v>
                </c:pt>
                <c:pt idx="30">
                  <c:v>3.67544536472586E-16</c:v>
                </c:pt>
                <c:pt idx="31">
                  <c:v>-0.30901699437494706</c:v>
                </c:pt>
                <c:pt idx="32">
                  <c:v>-0.5877852522924728</c:v>
                </c:pt>
                <c:pt idx="33">
                  <c:v>-0.80901699437494723</c:v>
                </c:pt>
                <c:pt idx="34">
                  <c:v>-0.95105651629515342</c:v>
                </c:pt>
                <c:pt idx="35">
                  <c:v>-1</c:v>
                </c:pt>
                <c:pt idx="36">
                  <c:v>-0.95105651629515375</c:v>
                </c:pt>
                <c:pt idx="37">
                  <c:v>-0.80901699437494767</c:v>
                </c:pt>
                <c:pt idx="38">
                  <c:v>-0.58778525229247347</c:v>
                </c:pt>
                <c:pt idx="39">
                  <c:v>-0.3090169943749479</c:v>
                </c:pt>
                <c:pt idx="40">
                  <c:v>-4.90059381963448E-16</c:v>
                </c:pt>
              </c:numCache>
            </c:numRef>
          </c:yVal>
          <c:smooth val="1"/>
          <c:extLst>
            <c:ext xmlns:c16="http://schemas.microsoft.com/office/drawing/2014/chart" uri="{C3380CC4-5D6E-409C-BE32-E72D297353CC}">
              <c16:uniqueId val="{00000000-E68F-4D8D-8D53-81354E6739F5}"/>
            </c:ext>
          </c:extLst>
        </c:ser>
        <c:dLbls>
          <c:showLegendKey val="0"/>
          <c:showVal val="0"/>
          <c:showCatName val="0"/>
          <c:showSerName val="0"/>
          <c:showPercent val="0"/>
          <c:showBubbleSize val="0"/>
        </c:dLbls>
        <c:axId val="1675247104"/>
        <c:axId val="1675273984"/>
      </c:scatterChart>
      <c:valAx>
        <c:axId val="1675247104"/>
        <c:scaling>
          <c:orientation val="minMax"/>
        </c:scaling>
        <c:delete val="1"/>
        <c:axPos val="b"/>
        <c:numFmt formatCode="General" sourceLinked="1"/>
        <c:majorTickMark val="none"/>
        <c:minorTickMark val="none"/>
        <c:tickLblPos val="nextTo"/>
        <c:crossAx val="1675273984"/>
        <c:crosses val="autoZero"/>
        <c:crossBetween val="midCat"/>
      </c:valAx>
      <c:valAx>
        <c:axId val="1675273984"/>
        <c:scaling>
          <c:orientation val="minMax"/>
        </c:scaling>
        <c:delete val="1"/>
        <c:axPos val="l"/>
        <c:numFmt formatCode="General" sourceLinked="1"/>
        <c:majorTickMark val="none"/>
        <c:minorTickMark val="none"/>
        <c:tickLblPos val="nextTo"/>
        <c:crossAx val="1675247104"/>
        <c:crosses val="autoZero"/>
        <c:crossBetween val="midCat"/>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763617826228541E-2"/>
          <c:y val="7.9755651975336836E-2"/>
          <c:w val="0.95236382173771461"/>
          <c:h val="0.8404886960493263"/>
        </c:manualLayout>
      </c:layout>
      <c:scatterChart>
        <c:scatterStyle val="smoothMarker"/>
        <c:varyColors val="0"/>
        <c:ser>
          <c:idx val="0"/>
          <c:order val="0"/>
          <c:spPr>
            <a:ln w="19050" cap="rnd">
              <a:solidFill>
                <a:schemeClr val="accent1"/>
              </a:solidFill>
              <a:round/>
            </a:ln>
            <a:effectLst/>
          </c:spPr>
          <c:marker>
            <c:symbol val="none"/>
          </c:marker>
          <c:xVal>
            <c:numRef>
              <c:f>Tabelle1!$B$3:$B$23</c:f>
              <c:numCache>
                <c:formatCode>General</c:formatCode>
                <c:ptCount val="21"/>
                <c:pt idx="0">
                  <c:v>0</c:v>
                </c:pt>
                <c:pt idx="1">
                  <c:v>0.31415926535897931</c:v>
                </c:pt>
                <c:pt idx="2">
                  <c:v>0.62831853071795862</c:v>
                </c:pt>
                <c:pt idx="3">
                  <c:v>0.94247779607693793</c:v>
                </c:pt>
                <c:pt idx="4">
                  <c:v>1.2566370614359172</c:v>
                </c:pt>
                <c:pt idx="5">
                  <c:v>1.5707963267948966</c:v>
                </c:pt>
                <c:pt idx="6">
                  <c:v>1.8849555921538759</c:v>
                </c:pt>
                <c:pt idx="7">
                  <c:v>2.1991148575128552</c:v>
                </c:pt>
                <c:pt idx="8">
                  <c:v>2.5132741228718345</c:v>
                </c:pt>
                <c:pt idx="9">
                  <c:v>2.8274333882308138</c:v>
                </c:pt>
                <c:pt idx="10">
                  <c:v>3.1415926535897931</c:v>
                </c:pt>
                <c:pt idx="11">
                  <c:v>3.4557519189487729</c:v>
                </c:pt>
                <c:pt idx="12">
                  <c:v>3.7699111843077517</c:v>
                </c:pt>
                <c:pt idx="13">
                  <c:v>4.0840704496667311</c:v>
                </c:pt>
                <c:pt idx="14">
                  <c:v>4.3982297150257104</c:v>
                </c:pt>
                <c:pt idx="15">
                  <c:v>4.7123889803846897</c:v>
                </c:pt>
                <c:pt idx="16">
                  <c:v>5.026548245743669</c:v>
                </c:pt>
                <c:pt idx="17">
                  <c:v>5.3407075111026483</c:v>
                </c:pt>
                <c:pt idx="18">
                  <c:v>5.6548667764616276</c:v>
                </c:pt>
                <c:pt idx="19">
                  <c:v>5.9690260418206069</c:v>
                </c:pt>
                <c:pt idx="20">
                  <c:v>6.2831853071795862</c:v>
                </c:pt>
              </c:numCache>
            </c:numRef>
          </c:xVal>
          <c:yVal>
            <c:numRef>
              <c:f>Tabelle1!$C$3:$C$23</c:f>
              <c:numCache>
                <c:formatCode>General</c:formatCode>
                <c:ptCount val="21"/>
                <c:pt idx="0">
                  <c:v>0</c:v>
                </c:pt>
                <c:pt idx="1">
                  <c:v>0.3090169943749474</c:v>
                </c:pt>
                <c:pt idx="2">
                  <c:v>0.58778525229247314</c:v>
                </c:pt>
                <c:pt idx="3">
                  <c:v>0.80901699437494745</c:v>
                </c:pt>
                <c:pt idx="4">
                  <c:v>0.95105651629515353</c:v>
                </c:pt>
                <c:pt idx="5">
                  <c:v>1</c:v>
                </c:pt>
                <c:pt idx="6">
                  <c:v>0.95105651629515364</c:v>
                </c:pt>
                <c:pt idx="7">
                  <c:v>0.80901699437494745</c:v>
                </c:pt>
                <c:pt idx="8">
                  <c:v>0.58778525229247325</c:v>
                </c:pt>
                <c:pt idx="9">
                  <c:v>0.30901699437494751</c:v>
                </c:pt>
                <c:pt idx="10">
                  <c:v>1.22514845490862E-16</c:v>
                </c:pt>
                <c:pt idx="11">
                  <c:v>-0.30901699437494773</c:v>
                </c:pt>
                <c:pt idx="12">
                  <c:v>-0.58778525229247303</c:v>
                </c:pt>
                <c:pt idx="13">
                  <c:v>-0.80901699437494734</c:v>
                </c:pt>
                <c:pt idx="14">
                  <c:v>-0.95105651629515353</c:v>
                </c:pt>
                <c:pt idx="15">
                  <c:v>-1</c:v>
                </c:pt>
                <c:pt idx="16">
                  <c:v>-0.95105651629515364</c:v>
                </c:pt>
                <c:pt idx="17">
                  <c:v>-0.80901699437494756</c:v>
                </c:pt>
                <c:pt idx="18">
                  <c:v>-0.58778525229247336</c:v>
                </c:pt>
                <c:pt idx="19">
                  <c:v>-0.30901699437494762</c:v>
                </c:pt>
                <c:pt idx="20">
                  <c:v>-2.45029690981724E-16</c:v>
                </c:pt>
              </c:numCache>
            </c:numRef>
          </c:yVal>
          <c:smooth val="1"/>
          <c:extLst>
            <c:ext xmlns:c16="http://schemas.microsoft.com/office/drawing/2014/chart" uri="{C3380CC4-5D6E-409C-BE32-E72D297353CC}">
              <c16:uniqueId val="{00000000-4E34-411D-B30A-D0D7AD51439E}"/>
            </c:ext>
          </c:extLst>
        </c:ser>
        <c:dLbls>
          <c:showLegendKey val="0"/>
          <c:showVal val="0"/>
          <c:showCatName val="0"/>
          <c:showSerName val="0"/>
          <c:showPercent val="0"/>
          <c:showBubbleSize val="0"/>
        </c:dLbls>
        <c:axId val="2126267120"/>
        <c:axId val="2126278640"/>
      </c:scatterChart>
      <c:valAx>
        <c:axId val="2126267120"/>
        <c:scaling>
          <c:orientation val="minMax"/>
        </c:scaling>
        <c:delete val="1"/>
        <c:axPos val="b"/>
        <c:numFmt formatCode="General" sourceLinked="1"/>
        <c:majorTickMark val="none"/>
        <c:minorTickMark val="none"/>
        <c:tickLblPos val="nextTo"/>
        <c:crossAx val="2126278640"/>
        <c:crosses val="autoZero"/>
        <c:crossBetween val="midCat"/>
      </c:valAx>
      <c:valAx>
        <c:axId val="2126278640"/>
        <c:scaling>
          <c:orientation val="minMax"/>
        </c:scaling>
        <c:delete val="1"/>
        <c:axPos val="l"/>
        <c:numFmt formatCode="General" sourceLinked="1"/>
        <c:majorTickMark val="none"/>
        <c:minorTickMark val="none"/>
        <c:tickLblPos val="nextTo"/>
        <c:crossAx val="212626712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spPr>
            <a:ln w="19050" cap="rnd">
              <a:solidFill>
                <a:schemeClr val="accent1"/>
              </a:solidFill>
              <a:round/>
            </a:ln>
            <a:effectLst/>
          </c:spPr>
          <c:marker>
            <c:symbol val="none"/>
          </c:marker>
          <c:xVal>
            <c:numRef>
              <c:f>Tabelle1!$B$3:$B$23</c:f>
              <c:numCache>
                <c:formatCode>General</c:formatCode>
                <c:ptCount val="21"/>
                <c:pt idx="0">
                  <c:v>0</c:v>
                </c:pt>
                <c:pt idx="1">
                  <c:v>0.31415926535897931</c:v>
                </c:pt>
                <c:pt idx="2">
                  <c:v>0.62831853071795862</c:v>
                </c:pt>
                <c:pt idx="3">
                  <c:v>0.94247779607693793</c:v>
                </c:pt>
                <c:pt idx="4">
                  <c:v>1.2566370614359172</c:v>
                </c:pt>
                <c:pt idx="5">
                  <c:v>1.5707963267948966</c:v>
                </c:pt>
                <c:pt idx="6">
                  <c:v>1.8849555921538759</c:v>
                </c:pt>
                <c:pt idx="7">
                  <c:v>2.1991148575128552</c:v>
                </c:pt>
                <c:pt idx="8">
                  <c:v>2.5132741228718345</c:v>
                </c:pt>
                <c:pt idx="9">
                  <c:v>2.8274333882308138</c:v>
                </c:pt>
                <c:pt idx="10">
                  <c:v>3.1415926535897931</c:v>
                </c:pt>
                <c:pt idx="11">
                  <c:v>3.4557519189487729</c:v>
                </c:pt>
                <c:pt idx="12">
                  <c:v>3.7699111843077517</c:v>
                </c:pt>
                <c:pt idx="13">
                  <c:v>4.0840704496667311</c:v>
                </c:pt>
                <c:pt idx="14">
                  <c:v>4.3982297150257104</c:v>
                </c:pt>
                <c:pt idx="15">
                  <c:v>4.7123889803846897</c:v>
                </c:pt>
                <c:pt idx="16">
                  <c:v>5.026548245743669</c:v>
                </c:pt>
                <c:pt idx="17">
                  <c:v>5.3407075111026483</c:v>
                </c:pt>
                <c:pt idx="18">
                  <c:v>5.6548667764616276</c:v>
                </c:pt>
                <c:pt idx="19">
                  <c:v>5.9690260418206069</c:v>
                </c:pt>
                <c:pt idx="20">
                  <c:v>6.2831853071795862</c:v>
                </c:pt>
              </c:numCache>
            </c:numRef>
          </c:xVal>
          <c:yVal>
            <c:numRef>
              <c:f>Tabelle1!$C$3:$C$23</c:f>
              <c:numCache>
                <c:formatCode>General</c:formatCode>
                <c:ptCount val="21"/>
                <c:pt idx="0">
                  <c:v>0</c:v>
                </c:pt>
                <c:pt idx="1">
                  <c:v>0.3090169943749474</c:v>
                </c:pt>
                <c:pt idx="2">
                  <c:v>0.58778525229247314</c:v>
                </c:pt>
                <c:pt idx="3">
                  <c:v>0.80901699437494745</c:v>
                </c:pt>
                <c:pt idx="4">
                  <c:v>0.95105651629515353</c:v>
                </c:pt>
                <c:pt idx="5">
                  <c:v>1</c:v>
                </c:pt>
                <c:pt idx="6">
                  <c:v>0.95105651629515364</c:v>
                </c:pt>
                <c:pt idx="7">
                  <c:v>0.80901699437494745</c:v>
                </c:pt>
                <c:pt idx="8">
                  <c:v>0.58778525229247325</c:v>
                </c:pt>
                <c:pt idx="9">
                  <c:v>0.30901699437494751</c:v>
                </c:pt>
                <c:pt idx="10">
                  <c:v>1.22514845490862E-16</c:v>
                </c:pt>
                <c:pt idx="11">
                  <c:v>-0.30901699437494773</c:v>
                </c:pt>
                <c:pt idx="12">
                  <c:v>-0.58778525229247303</c:v>
                </c:pt>
                <c:pt idx="13">
                  <c:v>-0.80901699437494734</c:v>
                </c:pt>
                <c:pt idx="14">
                  <c:v>-0.95105651629515353</c:v>
                </c:pt>
                <c:pt idx="15">
                  <c:v>-1</c:v>
                </c:pt>
                <c:pt idx="16">
                  <c:v>-0.95105651629515364</c:v>
                </c:pt>
                <c:pt idx="17">
                  <c:v>-0.80901699437494756</c:v>
                </c:pt>
                <c:pt idx="18">
                  <c:v>-0.58778525229247336</c:v>
                </c:pt>
                <c:pt idx="19">
                  <c:v>-0.30901699437494762</c:v>
                </c:pt>
                <c:pt idx="20">
                  <c:v>-2.45029690981724E-16</c:v>
                </c:pt>
              </c:numCache>
            </c:numRef>
          </c:yVal>
          <c:smooth val="1"/>
          <c:extLst>
            <c:ext xmlns:c16="http://schemas.microsoft.com/office/drawing/2014/chart" uri="{C3380CC4-5D6E-409C-BE32-E72D297353CC}">
              <c16:uniqueId val="{00000000-03C5-428B-BD45-85BAAB0C7B2C}"/>
            </c:ext>
          </c:extLst>
        </c:ser>
        <c:dLbls>
          <c:showLegendKey val="0"/>
          <c:showVal val="0"/>
          <c:showCatName val="0"/>
          <c:showSerName val="0"/>
          <c:showPercent val="0"/>
          <c:showBubbleSize val="0"/>
        </c:dLbls>
        <c:axId val="2126267120"/>
        <c:axId val="2126278640"/>
      </c:scatterChart>
      <c:valAx>
        <c:axId val="2126267120"/>
        <c:scaling>
          <c:orientation val="minMax"/>
        </c:scaling>
        <c:delete val="1"/>
        <c:axPos val="b"/>
        <c:numFmt formatCode="General" sourceLinked="1"/>
        <c:majorTickMark val="none"/>
        <c:minorTickMark val="none"/>
        <c:tickLblPos val="nextTo"/>
        <c:crossAx val="2126278640"/>
        <c:crosses val="autoZero"/>
        <c:crossBetween val="midCat"/>
      </c:valAx>
      <c:valAx>
        <c:axId val="2126278640"/>
        <c:scaling>
          <c:orientation val="minMax"/>
        </c:scaling>
        <c:delete val="1"/>
        <c:axPos val="l"/>
        <c:numFmt formatCode="General" sourceLinked="1"/>
        <c:majorTickMark val="none"/>
        <c:minorTickMark val="none"/>
        <c:tickLblPos val="nextTo"/>
        <c:crossAx val="212626712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B028EFDA-A75E-49AB-9C1C-E96D5D82019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a:extLst>
              <a:ext uri="{FF2B5EF4-FFF2-40B4-BE49-F238E27FC236}">
                <a16:creationId xmlns:a16="http://schemas.microsoft.com/office/drawing/2014/main" id="{89DB3184-593B-4E78-B58C-DA62E4A2A4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51B798-6D2C-417B-AF46-ECB70983C150}" type="datetimeFigureOut">
              <a:rPr lang="en-US" smtClean="0"/>
              <a:t>5/13/2026</a:t>
            </a:fld>
            <a:endParaRPr lang="en-US"/>
          </a:p>
        </p:txBody>
      </p:sp>
      <p:sp>
        <p:nvSpPr>
          <p:cNvPr id="4" name="Fußzeilenplatzhalter 3">
            <a:extLst>
              <a:ext uri="{FF2B5EF4-FFF2-40B4-BE49-F238E27FC236}">
                <a16:creationId xmlns:a16="http://schemas.microsoft.com/office/drawing/2014/main" id="{5015F87B-7E94-4DDB-9703-3B62B77C5F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Foliennummernplatzhalter 4">
            <a:extLst>
              <a:ext uri="{FF2B5EF4-FFF2-40B4-BE49-F238E27FC236}">
                <a16:creationId xmlns:a16="http://schemas.microsoft.com/office/drawing/2014/main" id="{87C9CA73-2501-4D43-9D8D-E09D9E3F3D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8651251-5CB6-4896-AAF1-C5E7C80339FD}" type="slidenum">
              <a:rPr lang="en-US" smtClean="0"/>
              <a:t>‹Nr.›</a:t>
            </a:fld>
            <a:endParaRPr lang="en-US"/>
          </a:p>
        </p:txBody>
      </p:sp>
    </p:spTree>
    <p:extLst>
      <p:ext uri="{BB962C8B-B14F-4D97-AF65-F5344CB8AC3E}">
        <p14:creationId xmlns:p14="http://schemas.microsoft.com/office/powerpoint/2010/main" val="22548449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00A665-AB63-487C-A689-A96D5AA0C864}" type="datetimeFigureOut">
              <a:rPr lang="en-US" smtClean="0"/>
              <a:t>5/13/2026</a:t>
            </a:fld>
            <a:endParaRPr lang="en-US"/>
          </a:p>
        </p:txBody>
      </p:sp>
      <p:sp>
        <p:nvSpPr>
          <p:cNvPr id="4" name="Folienbildplatzhalter 3"/>
          <p:cNvSpPr>
            <a:spLocks noGrp="1" noRot="1" noChangeAspect="1"/>
          </p:cNvSpPr>
          <p:nvPr>
            <p:ph type="sldImg" idx="2"/>
          </p:nvPr>
        </p:nvSpPr>
        <p:spPr>
          <a:xfrm>
            <a:off x="1455821" y="1143000"/>
            <a:ext cx="3946358" cy="2219826"/>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629F0A-9DE2-44AB-9A84-CC28BAF7B397}" type="slidenum">
              <a:rPr lang="en-US" smtClean="0"/>
              <a:t>‹Nr.›</a:t>
            </a:fld>
            <a:endParaRPr lang="en-US"/>
          </a:p>
        </p:txBody>
      </p:sp>
    </p:spTree>
    <p:extLst>
      <p:ext uri="{BB962C8B-B14F-4D97-AF65-F5344CB8AC3E}">
        <p14:creationId xmlns:p14="http://schemas.microsoft.com/office/powerpoint/2010/main" val="1952665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kern="1200">
        <a:solidFill>
          <a:schemeClr val="accent1"/>
        </a:solidFill>
        <a:latin typeface="+mj-lt"/>
        <a:ea typeface="+mn-ea"/>
        <a:cs typeface="+mn-cs"/>
      </a:defRPr>
    </a:lvl1pPr>
    <a:lvl2pPr marL="180975" indent="-180975" algn="l" defTabSz="914400" rtl="0" eaLnBrk="1" latinLnBrk="0" hangingPunct="1">
      <a:buClr>
        <a:schemeClr val="accent1"/>
      </a:buClr>
      <a:buFont typeface="Wingdings" panose="05000000000000000000" pitchFamily="2" charset="2"/>
      <a:buChar char="§"/>
      <a:defRPr sz="1200" kern="1200">
        <a:solidFill>
          <a:schemeClr val="tx1"/>
        </a:solidFill>
        <a:latin typeface="+mn-lt"/>
        <a:ea typeface="+mn-ea"/>
        <a:cs typeface="+mn-cs"/>
      </a:defRPr>
    </a:lvl2pPr>
    <a:lvl3pPr marL="360363" indent="-179388" algn="l" defTabSz="914400" rtl="0" eaLnBrk="1" latinLnBrk="0" hangingPunct="1">
      <a:buClr>
        <a:schemeClr val="bg2"/>
      </a:buClr>
      <a:buFont typeface="Wingdings" panose="05000000000000000000" pitchFamily="2" charset="2"/>
      <a:buChar char="§"/>
      <a:defRPr sz="1200" kern="1200">
        <a:solidFill>
          <a:schemeClr val="tx1"/>
        </a:solidFill>
        <a:latin typeface="+mn-lt"/>
        <a:ea typeface="+mn-ea"/>
        <a:cs typeface="+mn-cs"/>
      </a:defRPr>
    </a:lvl3pPr>
    <a:lvl4pPr marL="541338" indent="-180975" algn="l" defTabSz="914400" rtl="0" eaLnBrk="1" latinLnBrk="0" hangingPunct="1">
      <a:buClr>
        <a:schemeClr val="bg2"/>
      </a:buClr>
      <a:buFont typeface="Wingdings" panose="05000000000000000000" pitchFamily="2" charset="2"/>
      <a:buChar char="§"/>
      <a:defRPr sz="1200" kern="1200">
        <a:solidFill>
          <a:schemeClr val="tx1"/>
        </a:solidFill>
        <a:latin typeface="+mn-lt"/>
        <a:ea typeface="+mn-ea"/>
        <a:cs typeface="+mn-cs"/>
      </a:defRPr>
    </a:lvl4pPr>
    <a:lvl5pPr marL="722313" indent="-180975" algn="l" defTabSz="914400" rtl="0" eaLnBrk="1" latinLnBrk="0" hangingPunct="1">
      <a:buClr>
        <a:schemeClr val="bg2"/>
      </a:buClr>
      <a:buFont typeface="Wingdings" panose="05000000000000000000"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Literal_translation"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Literal_translation"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455738" y="1143000"/>
            <a:ext cx="3946525" cy="2219325"/>
          </a:xfrm>
        </p:spPr>
      </p:sp>
      <p:sp>
        <p:nvSpPr>
          <p:cNvPr id="3" name="Notizenplatzhalter 2"/>
          <p:cNvSpPr>
            <a:spLocks noGrp="1"/>
          </p:cNvSpPr>
          <p:nvPr>
            <p:ph type="body" idx="1"/>
          </p:nvPr>
        </p:nvSpPr>
        <p:spPr/>
        <p:txBody>
          <a:bodyPr/>
          <a:lstStyle/>
          <a:p>
            <a:r>
              <a:rPr lang="de-DE" sz="1200" b="0" i="1" kern="1200" dirty="0">
                <a:solidFill>
                  <a:schemeClr val="accent1"/>
                </a:solidFill>
                <a:effectLst/>
                <a:latin typeface="+mj-lt"/>
                <a:ea typeface="+mn-ea"/>
                <a:cs typeface="+mn-cs"/>
              </a:rPr>
              <a:t>Fraunhofer-Gesellschaft zur Förderung der angewandten Forschung e. V.</a:t>
            </a:r>
            <a:r>
              <a:rPr lang="de-DE" sz="1200" b="0" i="0" kern="1200" dirty="0">
                <a:solidFill>
                  <a:schemeClr val="accent1"/>
                </a:solidFill>
                <a:effectLst/>
                <a:latin typeface="+mj-lt"/>
                <a:ea typeface="+mn-ea"/>
                <a:cs typeface="+mn-cs"/>
              </a:rPr>
              <a:t>, </a:t>
            </a:r>
            <a:r>
              <a:rPr lang="de-DE" sz="1200" b="0" u="none" strike="noStrike" kern="1200" dirty="0" err="1">
                <a:solidFill>
                  <a:schemeClr val="accent1"/>
                </a:solidFill>
                <a:effectLst/>
                <a:latin typeface="+mj-lt"/>
                <a:ea typeface="+mn-ea"/>
                <a:cs typeface="+mn-cs"/>
                <a:hlinkClick r:id="rId3" tooltip="Literal translation"/>
              </a:rPr>
              <a:t>lit</a:t>
            </a:r>
            <a:r>
              <a:rPr lang="de-DE" sz="1200" b="0" u="none" strike="noStrike" kern="1200" dirty="0">
                <a:solidFill>
                  <a:schemeClr val="accent1"/>
                </a:solidFill>
                <a:effectLst/>
                <a:latin typeface="+mj-lt"/>
                <a:ea typeface="+mn-ea"/>
                <a:cs typeface="+mn-cs"/>
                <a:hlinkClick r:id="rId3" tooltip="Literal translation"/>
              </a:rPr>
              <a:t>.</a:t>
            </a:r>
            <a:r>
              <a:rPr lang="de-DE" dirty="0"/>
              <a:t> </a:t>
            </a:r>
            <a:r>
              <a:rPr lang="de-DE" sz="1200" b="0" i="0" kern="1200" dirty="0">
                <a:solidFill>
                  <a:schemeClr val="accent1"/>
                </a:solidFill>
                <a:effectLst/>
                <a:latin typeface="+mj-lt"/>
                <a:ea typeface="+mn-ea"/>
                <a:cs typeface="+mn-cs"/>
              </a:rPr>
              <a:t>'Fraunhofer Society </a:t>
            </a:r>
            <a:r>
              <a:rPr lang="de-DE" sz="1200" b="0" i="0" kern="1200" dirty="0" err="1">
                <a:solidFill>
                  <a:schemeClr val="accent1"/>
                </a:solidFill>
                <a:effectLst/>
                <a:latin typeface="+mj-lt"/>
                <a:ea typeface="+mn-ea"/>
                <a:cs typeface="+mn-cs"/>
              </a:rPr>
              <a:t>for</a:t>
            </a:r>
            <a:r>
              <a:rPr lang="de-DE" sz="1200" b="0" i="0" kern="1200" dirty="0">
                <a:solidFill>
                  <a:schemeClr val="accent1"/>
                </a:solidFill>
                <a:effectLst/>
                <a:latin typeface="+mj-lt"/>
                <a:ea typeface="+mn-ea"/>
                <a:cs typeface="+mn-cs"/>
              </a:rPr>
              <a:t> </a:t>
            </a:r>
            <a:r>
              <a:rPr lang="de-DE" sz="1200" b="0" i="0" kern="1200" dirty="0" err="1">
                <a:solidFill>
                  <a:schemeClr val="accent1"/>
                </a:solidFill>
                <a:effectLst/>
                <a:latin typeface="+mj-lt"/>
                <a:ea typeface="+mn-ea"/>
                <a:cs typeface="+mn-cs"/>
              </a:rPr>
              <a:t>the</a:t>
            </a:r>
            <a:r>
              <a:rPr lang="de-DE" sz="1200" b="0" i="0" kern="1200" dirty="0">
                <a:solidFill>
                  <a:schemeClr val="accent1"/>
                </a:solidFill>
                <a:effectLst/>
                <a:latin typeface="+mj-lt"/>
                <a:ea typeface="+mn-ea"/>
                <a:cs typeface="+mn-cs"/>
              </a:rPr>
              <a:t> </a:t>
            </a:r>
            <a:r>
              <a:rPr lang="de-DE" sz="1200" b="0" i="0" kern="1200" dirty="0" err="1">
                <a:solidFill>
                  <a:schemeClr val="accent1"/>
                </a:solidFill>
                <a:effectLst/>
                <a:latin typeface="+mj-lt"/>
                <a:ea typeface="+mn-ea"/>
                <a:cs typeface="+mn-cs"/>
              </a:rPr>
              <a:t>Advancement</a:t>
            </a:r>
            <a:r>
              <a:rPr lang="de-DE" sz="1200" b="0" i="0" kern="1200" dirty="0">
                <a:solidFill>
                  <a:schemeClr val="accent1"/>
                </a:solidFill>
                <a:effectLst/>
                <a:latin typeface="+mj-lt"/>
                <a:ea typeface="+mn-ea"/>
                <a:cs typeface="+mn-cs"/>
              </a:rPr>
              <a:t> </a:t>
            </a:r>
            <a:r>
              <a:rPr lang="de-DE" sz="1200" b="0" i="0" kern="1200" dirty="0" err="1">
                <a:solidFill>
                  <a:schemeClr val="accent1"/>
                </a:solidFill>
                <a:effectLst/>
                <a:latin typeface="+mj-lt"/>
                <a:ea typeface="+mn-ea"/>
                <a:cs typeface="+mn-cs"/>
              </a:rPr>
              <a:t>of</a:t>
            </a:r>
            <a:r>
              <a:rPr lang="de-DE" sz="1200" b="0" i="0" kern="1200" dirty="0">
                <a:solidFill>
                  <a:schemeClr val="accent1"/>
                </a:solidFill>
                <a:effectLst/>
                <a:latin typeface="+mj-lt"/>
                <a:ea typeface="+mn-ea"/>
                <a:cs typeface="+mn-cs"/>
              </a:rPr>
              <a:t> Applied Research'</a:t>
            </a:r>
            <a:endParaRPr lang="de-DE" dirty="0"/>
          </a:p>
        </p:txBody>
      </p:sp>
      <p:sp>
        <p:nvSpPr>
          <p:cNvPr id="4" name="Foliennummernplatzhalter 3"/>
          <p:cNvSpPr>
            <a:spLocks noGrp="1"/>
          </p:cNvSpPr>
          <p:nvPr>
            <p:ph type="sldNum" sz="quarter" idx="5"/>
          </p:nvPr>
        </p:nvSpPr>
        <p:spPr/>
        <p:txBody>
          <a:bodyPr/>
          <a:lstStyle/>
          <a:p>
            <a:fld id="{04629F0A-9DE2-44AB-9A84-CC28BAF7B397}" type="slidenum">
              <a:rPr lang="en-US" smtClean="0"/>
              <a:t>2</a:t>
            </a:fld>
            <a:endParaRPr lang="en-US"/>
          </a:p>
        </p:txBody>
      </p:sp>
    </p:spTree>
    <p:extLst>
      <p:ext uri="{BB962C8B-B14F-4D97-AF65-F5344CB8AC3E}">
        <p14:creationId xmlns:p14="http://schemas.microsoft.com/office/powerpoint/2010/main" val="4124276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501650" y="627063"/>
            <a:ext cx="3946525" cy="2219325"/>
          </a:xfrm>
        </p:spPr>
      </p:sp>
      <p:sp>
        <p:nvSpPr>
          <p:cNvPr id="3" name="Notizenplatzhalter 2"/>
          <p:cNvSpPr>
            <a:spLocks noGrp="1"/>
          </p:cNvSpPr>
          <p:nvPr>
            <p:ph type="body" idx="1"/>
          </p:nvPr>
        </p:nvSpPr>
        <p:spPr>
          <a:xfrm>
            <a:off x="501650" y="3554244"/>
            <a:ext cx="5486400" cy="3600450"/>
          </a:xfrm>
        </p:spPr>
        <p:txBody>
          <a:bodyPr/>
          <a:lstStyle/>
          <a:p>
            <a:r>
              <a:rPr lang="de-DE" sz="1200" dirty="0">
                <a:solidFill>
                  <a:schemeClr val="tx1"/>
                </a:solidFill>
                <a:latin typeface="+mn-lt"/>
              </a:rPr>
              <a:t>Ansprechperson: Kerstin Rufer</a:t>
            </a:r>
          </a:p>
          <a:p>
            <a:r>
              <a:rPr lang="de-DE" sz="1200" dirty="0">
                <a:solidFill>
                  <a:schemeClr val="tx1"/>
                </a:solidFill>
                <a:latin typeface="+mn-lt"/>
              </a:rPr>
              <a:t>-------------------------------</a:t>
            </a:r>
          </a:p>
          <a:p>
            <a:r>
              <a:rPr lang="de-DE" sz="1200" dirty="0">
                <a:solidFill>
                  <a:schemeClr val="tx1"/>
                </a:solidFill>
                <a:latin typeface="+mn-lt"/>
              </a:rPr>
              <a:t>Kernaussage / Story</a:t>
            </a:r>
          </a:p>
          <a:p>
            <a:r>
              <a:rPr lang="de-DE" b="0" i="0" dirty="0">
                <a:solidFill>
                  <a:srgbClr val="000000"/>
                </a:solidFill>
                <a:effectLst/>
                <a:latin typeface="Frutiger 45 Light" panose="020B0500000000000000" pitchFamily="34" charset="0"/>
                <a:ea typeface="Times New Roman" panose="02020603050405020304" pitchFamily="18" charset="0"/>
                <a:cs typeface="Frutiger 45 Light" panose="020B0500000000000000" pitchFamily="34" charset="0"/>
              </a:rPr>
              <a:t>Das Wissenschaftssystem in Deutschland ist sehr gut ausdifferenziert. Sowohl die Hochschulen als auch die großen AUF haben ihre spezifischen Aufträge und Missionen. </a:t>
            </a:r>
            <a:br>
              <a:rPr lang="de-DE" b="0" i="0" dirty="0">
                <a:solidFill>
                  <a:srgbClr val="000000"/>
                </a:solidFill>
                <a:effectLst/>
                <a:latin typeface="Frutiger 45 Light" panose="020B0500000000000000" pitchFamily="34" charset="0"/>
                <a:ea typeface="Times New Roman" panose="02020603050405020304" pitchFamily="18" charset="0"/>
                <a:cs typeface="Frutiger 45 Light" panose="020B0500000000000000" pitchFamily="34" charset="0"/>
              </a:rPr>
            </a:br>
            <a:r>
              <a:rPr lang="de-DE" b="0" i="0" dirty="0">
                <a:solidFill>
                  <a:srgbClr val="000000"/>
                </a:solidFill>
                <a:effectLst/>
                <a:latin typeface="Frutiger 45 Light" panose="020B0500000000000000" pitchFamily="34" charset="0"/>
                <a:ea typeface="Times New Roman" panose="02020603050405020304" pitchFamily="18" charset="0"/>
                <a:cs typeface="Frutiger 45 Light" panose="020B0500000000000000" pitchFamily="34" charset="0"/>
              </a:rPr>
              <a:t>Es gilt, die Alleinstellungsmerkmale der Einrichtungen zu bewahren. </a:t>
            </a:r>
            <a:br>
              <a:rPr lang="de-DE" b="0" i="0" dirty="0">
                <a:solidFill>
                  <a:srgbClr val="000000"/>
                </a:solidFill>
                <a:effectLst/>
                <a:latin typeface="Frutiger 45 Light" panose="020B0500000000000000" pitchFamily="34" charset="0"/>
                <a:ea typeface="Times New Roman" panose="02020603050405020304" pitchFamily="18" charset="0"/>
                <a:cs typeface="Frutiger 45 Light" panose="020B0500000000000000" pitchFamily="34" charset="0"/>
              </a:rPr>
            </a:br>
            <a:r>
              <a:rPr lang="de-DE" b="1" i="0" dirty="0">
                <a:solidFill>
                  <a:srgbClr val="000000"/>
                </a:solidFill>
                <a:effectLst/>
                <a:latin typeface="Frutiger 45 Light" panose="020B0500000000000000" pitchFamily="34" charset="0"/>
                <a:ea typeface="Times New Roman" panose="02020603050405020304" pitchFamily="18" charset="0"/>
                <a:cs typeface="Frutiger 45 Light" panose="020B0500000000000000" pitchFamily="34" charset="0"/>
                <a:sym typeface="Wingdings" panose="05000000000000000000" pitchFamily="2" charset="2"/>
              </a:rPr>
              <a:t> Bitte mit Umsicht kommunizieren, da Aussagen über andere Akteure immer kritisch sein können.</a:t>
            </a:r>
            <a:endParaRPr lang="de-DE" b="1" i="0" dirty="0">
              <a:solidFill>
                <a:srgbClr val="000000"/>
              </a:solidFill>
              <a:effectLst/>
              <a:latin typeface="Frutiger 45 Light" panose="020B0500000000000000" pitchFamily="34" charset="0"/>
              <a:ea typeface="Times New Roman" panose="02020603050405020304" pitchFamily="18" charset="0"/>
              <a:cs typeface="Frutiger 45 Light" panose="020B0500000000000000" pitchFamily="34" charset="0"/>
            </a:endParaRPr>
          </a:p>
          <a:p>
            <a:endParaRPr lang="de-DE" sz="1200" dirty="0">
              <a:solidFill>
                <a:schemeClr val="tx1"/>
              </a:solidFill>
              <a:latin typeface="+mn-lt"/>
            </a:endParaRPr>
          </a:p>
          <a:p>
            <a:r>
              <a:rPr lang="de-DE" sz="1200" dirty="0">
                <a:solidFill>
                  <a:schemeClr val="tx1"/>
                </a:solidFill>
                <a:latin typeface="+mn-lt"/>
              </a:rPr>
              <a:t>-------------------------------</a:t>
            </a:r>
          </a:p>
          <a:p>
            <a:r>
              <a:rPr lang="de-DE" sz="1200" dirty="0">
                <a:solidFill>
                  <a:schemeClr val="tx1"/>
                </a:solidFill>
                <a:latin typeface="+mn-lt"/>
              </a:rPr>
              <a:t>Weiterführende Informationen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b="1" dirty="0">
              <a:solidFill>
                <a:srgbClr val="000000"/>
              </a:solidFill>
              <a:effectLst/>
              <a:latin typeface="Frutiger 45 Light" panose="020B0500000000000000" pitchFamily="34" charset="0"/>
              <a:ea typeface="Times New Roman" panose="02020603050405020304" pitchFamily="18" charset="0"/>
              <a:cs typeface="Frutiger 45 Light" panose="020B0500000000000000" pitchFamily="34" charset="0"/>
            </a:endParaRPr>
          </a:p>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629F0A-9DE2-44AB-9A84-CC28BAF7B397}" type="slidenum">
              <a:rPr kumimoji="0" lang="en-US" sz="1200" b="0" i="0" u="none" strike="noStrike" kern="1200" cap="none" spc="0" normalizeH="0" baseline="0" noProof="0" smtClean="0">
                <a:ln>
                  <a:noFill/>
                </a:ln>
                <a:solidFill>
                  <a:prstClr val="black"/>
                </a:solidFill>
                <a:effectLst/>
                <a:uLnTx/>
                <a:uFillTx/>
                <a:latin typeface="Frutiger LT Com 45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Frutiger LT Com 45 Light"/>
              <a:ea typeface="+mn-ea"/>
              <a:cs typeface="+mn-cs"/>
            </a:endParaRPr>
          </a:p>
        </p:txBody>
      </p:sp>
    </p:spTree>
    <p:extLst>
      <p:ext uri="{BB962C8B-B14F-4D97-AF65-F5344CB8AC3E}">
        <p14:creationId xmlns:p14="http://schemas.microsoft.com/office/powerpoint/2010/main" val="803933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455738" y="1143000"/>
            <a:ext cx="3946525" cy="2219325"/>
          </a:xfrm>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effectLst/>
                <a:latin typeface="+mn-lt"/>
              </a:rPr>
              <a:t>Contact: </a:t>
            </a:r>
            <a:r>
              <a:rPr lang="en-US" sz="1200" baseline="0"/>
              <a:t>Karolina Schneider (2PV, +49 89 1205-1068), Marlena Mayr (P26, +49 89 1205-4701) and Juliane Gehrmann (P27, +49 89 1205-4720), last updated by Agustín Waldegger / Henrike Primbs (2PV)</a:t>
            </a:r>
          </a:p>
          <a:p>
            <a:pPr marL="0" marR="0" lvl="0" indent="0" algn="l" defTabSz="914400" rtl="0" eaLnBrk="1" fontAlgn="auto" latinLnBrk="0" hangingPunct="1">
              <a:lnSpc>
                <a:spcPct val="100000"/>
              </a:lnSpc>
              <a:spcBef>
                <a:spcPts val="0"/>
              </a:spcBef>
              <a:spcAft>
                <a:spcPts val="0"/>
              </a:spcAft>
              <a:buClr>
                <a:srgbClr val="179C7D"/>
              </a:buClr>
              <a:buSzTx/>
              <a:buFont typeface="Wingdings" pitchFamily="2" charset="2"/>
              <a:buNone/>
              <a:tabLst/>
              <a:defRPr/>
            </a:pPr>
            <a:r>
              <a:rPr lang="en-US" sz="1200" baseline="0">
                <a:solidFill>
                  <a:schemeClr val="tx1"/>
                </a:solidFill>
                <a:latin typeface="+mn-lt"/>
              </a:rPr>
              <a:t>Last updated: May 13, 2025</a:t>
            </a:r>
          </a:p>
          <a:p>
            <a:pPr marL="0" marR="0" lvl="0" indent="0" algn="l" defTabSz="914400" rtl="0" eaLnBrk="1" fontAlgn="auto" latinLnBrk="0" hangingPunct="1">
              <a:lnSpc>
                <a:spcPct val="100000"/>
              </a:lnSpc>
              <a:spcBef>
                <a:spcPts val="0"/>
              </a:spcBef>
              <a:spcAft>
                <a:spcPts val="0"/>
              </a:spcAft>
              <a:buClr>
                <a:srgbClr val="179C7D"/>
              </a:buClr>
              <a:buSzTx/>
              <a:buFont typeface="Wingdings" pitchFamily="2" charset="2"/>
              <a:buNone/>
              <a:tabLst/>
              <a:defRPr/>
            </a:pPr>
            <a:endParaRPr lang="de-DE"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
                <a:srgbClr val="179C7D"/>
              </a:buClr>
              <a:buSzTx/>
              <a:buFont typeface="Wingdings" pitchFamily="2" charset="2"/>
              <a:buNone/>
              <a:tabLst/>
              <a:defRPr/>
            </a:pPr>
            <a:r>
              <a:rPr lang="en-US">
                <a:solidFill>
                  <a:schemeClr val="tx1"/>
                </a:solidFill>
                <a:effectLst/>
                <a:latin typeface="+mn-lt"/>
              </a:rPr>
              <a:t>The </a:t>
            </a:r>
            <a:r>
              <a:rPr lang="en-US" b="1">
                <a:solidFill>
                  <a:schemeClr val="tx1"/>
                </a:solidFill>
                <a:effectLst/>
                <a:latin typeface="+mn-lt"/>
              </a:rPr>
              <a:t>legally independent foreign Fraunhofer affiliates</a:t>
            </a:r>
            <a:r>
              <a:rPr lang="en-US">
                <a:solidFill>
                  <a:schemeClr val="tx1"/>
                </a:solidFill>
                <a:effectLst/>
                <a:latin typeface="+mn-lt"/>
              </a:rPr>
              <a:t> act as legal entities for </a:t>
            </a:r>
            <a:r>
              <a:rPr lang="en-US" b="1">
                <a:solidFill>
                  <a:schemeClr val="tx1"/>
                </a:solidFill>
                <a:effectLst/>
                <a:latin typeface="+mn-lt"/>
              </a:rPr>
              <a:t>research centers</a:t>
            </a:r>
            <a:r>
              <a:rPr lang="en-US">
                <a:solidFill>
                  <a:schemeClr val="tx1"/>
                </a:solidFill>
                <a:effectLst/>
                <a:latin typeface="+mn-lt"/>
              </a:rPr>
              <a:t> outside Germany. These affiliates are long-term, institutionalized partnerships between Fraunhofer and local universities, enabling Fraunhofer to conduct research activities abroad on a lasting basis. As their work is not profit-oriented, the international affiliates generally qualify for base funding from their country of domicile, and they are financed in a manner similar to the Fraunhofer funding model.</a:t>
            </a:r>
          </a:p>
          <a:p>
            <a:pPr marL="0" marR="0" lvl="0" indent="0" algn="l" defTabSz="914400" rtl="0" eaLnBrk="1" fontAlgn="auto" latinLnBrk="0" hangingPunct="1">
              <a:lnSpc>
                <a:spcPct val="100000"/>
              </a:lnSpc>
              <a:spcBef>
                <a:spcPts val="0"/>
              </a:spcBef>
              <a:spcAft>
                <a:spcPts val="0"/>
              </a:spcAft>
              <a:buClr>
                <a:srgbClr val="179C7D"/>
              </a:buClr>
              <a:buSzTx/>
              <a:buFont typeface="Wingdings" pitchFamily="2" charset="2"/>
              <a:buNone/>
              <a:tabLst/>
              <a:defRPr/>
            </a:pPr>
            <a:endParaRPr lang="de-DE" baseline="0" dirty="0">
              <a:solidFill>
                <a:schemeClr val="tx1"/>
              </a:solidFill>
              <a:latin typeface="+mn-lt"/>
            </a:endParaRPr>
          </a:p>
          <a:p>
            <a:r>
              <a:rPr lang="en-US" b="1">
                <a:solidFill>
                  <a:schemeClr val="tx1"/>
                </a:solidFill>
                <a:latin typeface="+mn-lt"/>
              </a:rPr>
              <a:t>8 legally independent Fraunhofer foreign affiliates </a:t>
            </a:r>
            <a:r>
              <a:rPr lang="en-US" b="0">
                <a:solidFill>
                  <a:schemeClr val="tx1"/>
                </a:solidFill>
                <a:latin typeface="+mn-lt"/>
              </a:rPr>
              <a:t>(+1 opening soon in Spain)</a:t>
            </a:r>
          </a:p>
          <a:p>
            <a:pPr marL="0" indent="0">
              <a:buNone/>
            </a:pPr>
            <a:r>
              <a:rPr lang="en-US" sz="1200" b="1">
                <a:solidFill>
                  <a:schemeClr val="tx1"/>
                </a:solidFill>
                <a:latin typeface="+mn-lt"/>
              </a:rPr>
              <a:t>Chile</a:t>
            </a:r>
            <a:r>
              <a:rPr lang="en-US" sz="1200" b="0">
                <a:solidFill>
                  <a:schemeClr val="tx1"/>
                </a:solidFill>
                <a:latin typeface="+mn-lt"/>
              </a:rPr>
              <a:t> (Santiago de Chile); </a:t>
            </a:r>
            <a:r>
              <a:rPr lang="en-US" sz="1200" b="1">
                <a:solidFill>
                  <a:schemeClr val="tx1"/>
                </a:solidFill>
                <a:latin typeface="+mn-lt"/>
              </a:rPr>
              <a:t>Italy</a:t>
            </a:r>
            <a:r>
              <a:rPr lang="en-US" sz="1200" b="0">
                <a:solidFill>
                  <a:schemeClr val="tx1"/>
                </a:solidFill>
                <a:latin typeface="+mn-lt"/>
              </a:rPr>
              <a:t> (Bolzano); </a:t>
            </a:r>
            <a:r>
              <a:rPr lang="en-US" sz="1200" b="1" baseline="0">
                <a:solidFill>
                  <a:schemeClr val="tx1"/>
                </a:solidFill>
                <a:latin typeface="+mn-lt"/>
              </a:rPr>
              <a:t>Austria</a:t>
            </a:r>
            <a:r>
              <a:rPr lang="en-US" sz="1200" b="0" baseline="0">
                <a:solidFill>
                  <a:schemeClr val="tx1"/>
                </a:solidFill>
                <a:latin typeface="+mn-lt"/>
              </a:rPr>
              <a:t> (Vienna); </a:t>
            </a:r>
            <a:r>
              <a:rPr lang="en-US" sz="1200" b="1">
                <a:solidFill>
                  <a:schemeClr val="tx1"/>
                </a:solidFill>
                <a:latin typeface="+mn-lt"/>
              </a:rPr>
              <a:t>Sweden</a:t>
            </a:r>
            <a:r>
              <a:rPr lang="en-US" sz="1200" b="0">
                <a:solidFill>
                  <a:schemeClr val="tx1"/>
                </a:solidFill>
                <a:latin typeface="+mn-lt"/>
              </a:rPr>
              <a:t> (Gothenburg); </a:t>
            </a:r>
            <a:r>
              <a:rPr lang="en-US" sz="1200" b="1">
                <a:solidFill>
                  <a:schemeClr val="tx1"/>
                </a:solidFill>
                <a:latin typeface="+mn-lt"/>
              </a:rPr>
              <a:t>Portugal</a:t>
            </a:r>
            <a:r>
              <a:rPr lang="en-US" sz="1200" b="0">
                <a:solidFill>
                  <a:schemeClr val="tx1"/>
                </a:solidFill>
                <a:latin typeface="+mn-lt"/>
              </a:rPr>
              <a:t> (Porto); </a:t>
            </a:r>
            <a:r>
              <a:rPr lang="en-US" sz="1200" b="1">
                <a:solidFill>
                  <a:schemeClr val="tx1"/>
                </a:solidFill>
                <a:latin typeface="+mn-lt"/>
              </a:rPr>
              <a:t>Singapore</a:t>
            </a:r>
            <a:r>
              <a:rPr lang="en-US" sz="1200" b="0">
                <a:solidFill>
                  <a:schemeClr val="tx1"/>
                </a:solidFill>
                <a:latin typeface="+mn-lt"/>
              </a:rPr>
              <a:t> (Singapore); </a:t>
            </a:r>
            <a:r>
              <a:rPr lang="en-US" sz="1200" b="1">
                <a:solidFill>
                  <a:schemeClr val="tx1"/>
                </a:solidFill>
                <a:latin typeface="+mn-lt"/>
              </a:rPr>
              <a:t>UK</a:t>
            </a:r>
            <a:r>
              <a:rPr lang="en-US" sz="1200" b="0">
                <a:solidFill>
                  <a:schemeClr val="tx1"/>
                </a:solidFill>
                <a:latin typeface="+mn-lt"/>
              </a:rPr>
              <a:t> (Glasgow); </a:t>
            </a:r>
            <a:r>
              <a:rPr lang="en-US" sz="1200" b="1">
                <a:solidFill>
                  <a:schemeClr val="tx1"/>
                </a:solidFill>
                <a:latin typeface="+mn-lt"/>
              </a:rPr>
              <a:t>USA</a:t>
            </a:r>
            <a:r>
              <a:rPr lang="en-US" sz="1200" b="0">
                <a:solidFill>
                  <a:schemeClr val="tx1"/>
                </a:solidFill>
                <a:latin typeface="+mn-lt"/>
              </a:rPr>
              <a:t> (Plymouth, MI)</a:t>
            </a:r>
          </a:p>
          <a:p>
            <a:pPr marL="0" indent="0">
              <a:buNone/>
            </a:pPr>
            <a:endParaRPr lang="de-DE" dirty="0">
              <a:solidFill>
                <a:schemeClr val="tx1"/>
              </a:solidFill>
              <a:latin typeface="+mn-lt"/>
            </a:endParaRPr>
          </a:p>
          <a:p>
            <a:r>
              <a:rPr lang="en-US" b="1">
                <a:solidFill>
                  <a:schemeClr val="tx1"/>
                </a:solidFill>
                <a:latin typeface="+mn-lt"/>
              </a:rPr>
              <a:t>12 Fraunhofer centers </a:t>
            </a:r>
            <a:r>
              <a:rPr lang="en-US" b="0">
                <a:solidFill>
                  <a:schemeClr val="tx1"/>
                </a:solidFill>
                <a:latin typeface="+mn-lt"/>
              </a:rPr>
              <a:t>(+1 opening soon in Barcelona, Spain)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baseline="0">
                <a:solidFill>
                  <a:schemeClr val="tx1"/>
                </a:solidFill>
                <a:latin typeface="+mn-lt"/>
              </a:rPr>
              <a:t>Chile</a:t>
            </a:r>
            <a:r>
              <a:rPr lang="en-US" sz="1200" baseline="0">
                <a:solidFill>
                  <a:schemeClr val="tx1"/>
                </a:solidFill>
                <a:latin typeface="+mn-lt"/>
              </a:rPr>
              <a:t> (Santiago de Chile); </a:t>
            </a:r>
            <a:r>
              <a:rPr lang="en-US" sz="1200" b="1" baseline="0">
                <a:solidFill>
                  <a:schemeClr val="tx1"/>
                </a:solidFill>
                <a:latin typeface="+mn-lt"/>
              </a:rPr>
              <a:t>Italy</a:t>
            </a:r>
            <a:r>
              <a:rPr lang="en-US" sz="1200" baseline="0">
                <a:solidFill>
                  <a:schemeClr val="tx1"/>
                </a:solidFill>
                <a:latin typeface="+mn-lt"/>
              </a:rPr>
              <a:t> (Bolzano); </a:t>
            </a:r>
            <a:r>
              <a:rPr lang="en-US" sz="1200" b="1" baseline="0">
                <a:solidFill>
                  <a:schemeClr val="tx1"/>
                </a:solidFill>
                <a:latin typeface="+mn-lt"/>
              </a:rPr>
              <a:t>Austria</a:t>
            </a:r>
            <a:r>
              <a:rPr lang="en-US" sz="1200" baseline="0">
                <a:solidFill>
                  <a:schemeClr val="tx1"/>
                </a:solidFill>
                <a:latin typeface="+mn-lt"/>
              </a:rPr>
              <a:t> (Vienna, Wattens/Graz, Klagenfurt); </a:t>
            </a:r>
            <a:r>
              <a:rPr lang="en-US" sz="1200" b="1" baseline="0">
                <a:solidFill>
                  <a:schemeClr val="tx1"/>
                </a:solidFill>
                <a:latin typeface="+mn-lt"/>
              </a:rPr>
              <a:t>Portugal</a:t>
            </a:r>
            <a:r>
              <a:rPr lang="en-US" sz="1200" baseline="0">
                <a:solidFill>
                  <a:schemeClr val="tx1"/>
                </a:solidFill>
                <a:latin typeface="+mn-lt"/>
              </a:rPr>
              <a:t> (Porto/Évora, Vila Real); </a:t>
            </a:r>
            <a:r>
              <a:rPr lang="en-US" sz="1200" b="1" baseline="0">
                <a:solidFill>
                  <a:schemeClr val="tx1"/>
                </a:solidFill>
                <a:latin typeface="+mn-lt"/>
              </a:rPr>
              <a:t>Sweden</a:t>
            </a:r>
            <a:r>
              <a:rPr lang="en-US" sz="1200" baseline="0">
                <a:solidFill>
                  <a:schemeClr val="tx1"/>
                </a:solidFill>
                <a:latin typeface="+mn-lt"/>
              </a:rPr>
              <a:t> (Gothenburg); </a:t>
            </a:r>
            <a:r>
              <a:rPr lang="en-US" sz="1200" b="1">
                <a:solidFill>
                  <a:schemeClr val="tx1"/>
                </a:solidFill>
                <a:latin typeface="+mn-lt"/>
              </a:rPr>
              <a:t>Singapore</a:t>
            </a:r>
            <a:r>
              <a:rPr lang="en-US" sz="1200" b="0">
                <a:solidFill>
                  <a:schemeClr val="tx1"/>
                </a:solidFill>
                <a:latin typeface="+mn-lt"/>
              </a:rPr>
              <a:t> (Singapore); </a:t>
            </a:r>
            <a:r>
              <a:rPr lang="en-US" sz="1200" b="1" baseline="0">
                <a:solidFill>
                  <a:schemeClr val="tx1"/>
                </a:solidFill>
                <a:latin typeface="+mn-lt"/>
              </a:rPr>
              <a:t>UK</a:t>
            </a:r>
            <a:r>
              <a:rPr lang="en-US" sz="1200" baseline="0">
                <a:solidFill>
                  <a:schemeClr val="tx1"/>
                </a:solidFill>
                <a:latin typeface="+mn-lt"/>
              </a:rPr>
              <a:t> (Glasgow); </a:t>
            </a:r>
            <a:r>
              <a:rPr lang="en-US" sz="1200" b="1" baseline="0">
                <a:solidFill>
                  <a:schemeClr val="tx1"/>
                </a:solidFill>
                <a:latin typeface="+mn-lt"/>
              </a:rPr>
              <a:t>USA</a:t>
            </a:r>
            <a:r>
              <a:rPr lang="en-US" sz="1200" baseline="0">
                <a:solidFill>
                  <a:schemeClr val="tx1"/>
                </a:solidFill>
                <a:latin typeface="+mn-lt"/>
              </a:rPr>
              <a:t> (Riverdale/East Lansing, Plymouth/Brookline)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1200" b="1" baseline="0" dirty="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
                <a:srgbClr val="179C7D"/>
              </a:buClr>
              <a:buSzTx/>
              <a:buFont typeface="Wingdings" pitchFamily="2" charset="2"/>
              <a:buNone/>
              <a:tabLst/>
              <a:defRPr/>
            </a:pPr>
            <a:r>
              <a:rPr lang="en-US" sz="1200" b="1" baseline="0">
                <a:solidFill>
                  <a:schemeClr val="tx1"/>
                </a:solidFill>
                <a:latin typeface="+mn-lt"/>
              </a:rPr>
              <a:t>Representative/liaison offices</a:t>
            </a:r>
            <a:r>
              <a:rPr lang="en-US" sz="1200" baseline="0">
                <a:solidFill>
                  <a:schemeClr val="tx1"/>
                </a:solidFill>
                <a:latin typeface="+mn-lt"/>
              </a:rPr>
              <a:t> are </a:t>
            </a:r>
            <a:r>
              <a:rPr lang="en-US" b="0" i="0">
                <a:solidFill>
                  <a:schemeClr val="tx1"/>
                </a:solidFill>
                <a:effectLst/>
                <a:latin typeface="+mn-lt"/>
              </a:rPr>
              <a:t>local representations that offer the Fraunhofer institutes marketing, collaboration and networking platforms for efficient international cooperation.</a:t>
            </a:r>
          </a:p>
          <a:p>
            <a:pPr marL="0" marR="0" lvl="0" indent="0" algn="l" defTabSz="914400" rtl="0" eaLnBrk="1" fontAlgn="auto" latinLnBrk="0" hangingPunct="1">
              <a:lnSpc>
                <a:spcPct val="100000"/>
              </a:lnSpc>
              <a:spcBef>
                <a:spcPts val="0"/>
              </a:spcBef>
              <a:spcAft>
                <a:spcPts val="0"/>
              </a:spcAft>
              <a:buClr>
                <a:srgbClr val="179C7D"/>
              </a:buClr>
              <a:buSzTx/>
              <a:buFont typeface="Wingdings" pitchFamily="2" charset="2"/>
              <a:buNone/>
              <a:tabLst/>
              <a:defRPr/>
            </a:pPr>
            <a:endParaRPr lang="de-DE" dirty="0">
              <a:solidFill>
                <a:schemeClr val="tx1"/>
              </a:solidFill>
              <a:latin typeface="+mn-lt"/>
            </a:endParaRPr>
          </a:p>
          <a:p>
            <a:r>
              <a:rPr lang="en-US" b="1">
                <a:solidFill>
                  <a:schemeClr val="tx1"/>
                </a:solidFill>
                <a:latin typeface="+mn-lt"/>
              </a:rPr>
              <a:t>5 representative/liaison offices + EU Office Brussels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baseline="0">
                <a:solidFill>
                  <a:schemeClr val="tx1"/>
                </a:solidFill>
                <a:latin typeface="+mn-lt"/>
              </a:rPr>
              <a:t>Brazil</a:t>
            </a:r>
            <a:r>
              <a:rPr lang="en-US" sz="1200" baseline="0">
                <a:solidFill>
                  <a:schemeClr val="tx1"/>
                </a:solidFill>
                <a:latin typeface="+mn-lt"/>
              </a:rPr>
              <a:t> (São Paulo); </a:t>
            </a:r>
            <a:r>
              <a:rPr lang="en-US" sz="1200" b="1" baseline="0">
                <a:solidFill>
                  <a:schemeClr val="tx1"/>
                </a:solidFill>
                <a:latin typeface="+mn-lt"/>
              </a:rPr>
              <a:t>China</a:t>
            </a:r>
            <a:r>
              <a:rPr lang="en-US" sz="1200" baseline="0">
                <a:solidFill>
                  <a:schemeClr val="tx1"/>
                </a:solidFill>
                <a:latin typeface="+mn-lt"/>
              </a:rPr>
              <a:t> (Beijing); </a:t>
            </a:r>
            <a:r>
              <a:rPr lang="en-US" sz="1200" b="1" baseline="0">
                <a:solidFill>
                  <a:schemeClr val="tx1"/>
                </a:solidFill>
                <a:latin typeface="+mn-lt"/>
              </a:rPr>
              <a:t>India</a:t>
            </a:r>
            <a:r>
              <a:rPr lang="en-US" sz="1200" baseline="0">
                <a:solidFill>
                  <a:schemeClr val="tx1"/>
                </a:solidFill>
                <a:latin typeface="+mn-lt"/>
              </a:rPr>
              <a:t> (Bangalore); </a:t>
            </a:r>
            <a:r>
              <a:rPr lang="en-US" sz="1200" b="1" baseline="0">
                <a:solidFill>
                  <a:schemeClr val="tx1"/>
                </a:solidFill>
                <a:latin typeface="+mn-lt"/>
              </a:rPr>
              <a:t>Japan</a:t>
            </a:r>
            <a:r>
              <a:rPr lang="en-US" sz="1200" baseline="0">
                <a:solidFill>
                  <a:schemeClr val="tx1"/>
                </a:solidFill>
                <a:latin typeface="+mn-lt"/>
              </a:rPr>
              <a:t> (Tokyo); </a:t>
            </a:r>
            <a:r>
              <a:rPr lang="en-US" sz="1200" b="1" baseline="0">
                <a:solidFill>
                  <a:schemeClr val="tx1"/>
                </a:solidFill>
                <a:latin typeface="+mn-lt"/>
              </a:rPr>
              <a:t>South Korea</a:t>
            </a:r>
            <a:r>
              <a:rPr lang="en-US" sz="1200" baseline="0">
                <a:solidFill>
                  <a:schemeClr val="tx1"/>
                </a:solidFill>
                <a:latin typeface="+mn-lt"/>
              </a:rPr>
              <a:t> (Seoul); EU Office (Brussels)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1200" b="0" i="0" baseline="0"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
                <a:srgbClr val="179C7D"/>
              </a:buClr>
              <a:buSzTx/>
              <a:buFont typeface="Wingdings" pitchFamily="2" charset="2"/>
              <a:buNone/>
              <a:tabLst/>
              <a:defRPr/>
            </a:pPr>
            <a:r>
              <a:rPr lang="en-US" sz="1200" b="1">
                <a:solidFill>
                  <a:schemeClr val="tx1"/>
                </a:solidFill>
                <a:effectLst/>
                <a:latin typeface="+mn-lt"/>
              </a:rPr>
              <a:t>Fraunhofer innovation platforms</a:t>
            </a:r>
            <a:r>
              <a:rPr lang="en-US" sz="1200">
                <a:solidFill>
                  <a:schemeClr val="tx1"/>
                </a:solidFill>
                <a:effectLst/>
                <a:latin typeface="+mn-lt"/>
              </a:rPr>
              <a:t> (FIPs) — formerly called Fraunhofer project centers (FPCs) — are vehicles that enable Fraunhofer institutes to collaborate with research organizations outside of Germany on a specific topic for a limited period of time. In each case, the partner organization sets up the FIP under its own local legal jurisdiction and collaborates closely with a Fraunhofer institute in Germany on the chosen topic. The aim of this form of collaboration is to carry out joint research and joint customer projects, and to take part in publicly funded projects.</a:t>
            </a:r>
          </a:p>
          <a:p>
            <a:pPr marL="0" marR="0" lvl="0" indent="0" algn="l" defTabSz="914400" rtl="0" eaLnBrk="1" fontAlgn="auto" latinLnBrk="0" hangingPunct="1">
              <a:lnSpc>
                <a:spcPct val="100000"/>
              </a:lnSpc>
              <a:spcBef>
                <a:spcPts val="0"/>
              </a:spcBef>
              <a:spcAft>
                <a:spcPts val="0"/>
              </a:spcAft>
              <a:buClr>
                <a:srgbClr val="179C7D"/>
              </a:buClr>
              <a:buSzTx/>
              <a:buFont typeface="Wingdings" pitchFamily="2" charset="2"/>
              <a:buNone/>
              <a:tabLst/>
              <a:defRPr/>
            </a:pPr>
            <a:endParaRPr lang="de-DE" dirty="0">
              <a:solidFill>
                <a:schemeClr val="tx1"/>
              </a:solidFill>
              <a:latin typeface="+mn-lt"/>
            </a:endParaRPr>
          </a:p>
          <a:p>
            <a:r>
              <a:rPr lang="en-US" b="1">
                <a:solidFill>
                  <a:schemeClr val="tx1"/>
                </a:solidFill>
                <a:latin typeface="+mn-lt"/>
              </a:rPr>
              <a:t>9 Fraunhofer innovation platforms </a:t>
            </a:r>
            <a:r>
              <a:rPr lang="en-US" sz="1200" b="1">
                <a:solidFill>
                  <a:schemeClr val="tx1"/>
                </a:solidFill>
                <a:effectLst/>
                <a:latin typeface="+mn-lt"/>
              </a:rPr>
              <a:t>(FIPs) </a:t>
            </a:r>
            <a:r>
              <a:rPr lang="en-US" sz="1200" b="0">
                <a:solidFill>
                  <a:schemeClr val="tx1"/>
                </a:solidFill>
                <a:effectLst/>
                <a:latin typeface="+mn-lt"/>
              </a:rPr>
              <a:t>(formerly Fraunhofer project centers (FPCs)) </a:t>
            </a:r>
            <a:r>
              <a:rPr lang="en-US" sz="1200">
                <a:solidFill>
                  <a:schemeClr val="tx1"/>
                </a:solidFill>
                <a:effectLst/>
                <a:latin typeface="+mn-lt"/>
              </a:rPr>
              <a:t> – as of: February 13, 2025 (P26, fip@zv.fraunhofer.de)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baseline="0">
                <a:solidFill>
                  <a:schemeClr val="tx1"/>
                </a:solidFill>
                <a:latin typeface="+mn-lt"/>
              </a:rPr>
              <a:t>Brazil</a:t>
            </a:r>
            <a:r>
              <a:rPr lang="en-US" sz="1200" b="0" baseline="0">
                <a:solidFill>
                  <a:schemeClr val="tx1"/>
                </a:solidFill>
                <a:latin typeface="+mn-lt"/>
              </a:rPr>
              <a:t> (Campinas); </a:t>
            </a:r>
            <a:r>
              <a:rPr lang="en-US" sz="1200" b="1" baseline="0">
                <a:solidFill>
                  <a:schemeClr val="tx1"/>
                </a:solidFill>
                <a:latin typeface="+mn-lt"/>
              </a:rPr>
              <a:t>Israel</a:t>
            </a:r>
            <a:r>
              <a:rPr lang="en-US" sz="1200" b="0" baseline="0">
                <a:solidFill>
                  <a:schemeClr val="tx1"/>
                </a:solidFill>
                <a:latin typeface="+mn-lt"/>
              </a:rPr>
              <a:t> (Tel Aviv); </a:t>
            </a:r>
            <a:r>
              <a:rPr lang="en-US" sz="1200" b="1" baseline="0">
                <a:solidFill>
                  <a:schemeClr val="tx1"/>
                </a:solidFill>
                <a:latin typeface="+mn-lt"/>
              </a:rPr>
              <a:t>Italy</a:t>
            </a:r>
            <a:r>
              <a:rPr lang="en-US" sz="1200" b="0" baseline="0">
                <a:solidFill>
                  <a:schemeClr val="tx1"/>
                </a:solidFill>
                <a:latin typeface="+mn-lt"/>
              </a:rPr>
              <a:t> (</a:t>
            </a:r>
            <a:r>
              <a:rPr lang="en-US" sz="1200" b="0" baseline="0">
                <a:solidFill>
                  <a:srgbClr val="FF0000"/>
                </a:solidFill>
                <a:highlight>
                  <a:srgbClr val="FFFF00"/>
                </a:highlight>
                <a:latin typeface="+mn-lt"/>
              </a:rPr>
              <a:t>Ravenna</a:t>
            </a:r>
            <a:r>
              <a:rPr lang="en-US" sz="1200" b="0" baseline="0">
                <a:solidFill>
                  <a:schemeClr val="tx1"/>
                </a:solidFill>
                <a:latin typeface="+mn-lt"/>
              </a:rPr>
              <a:t>); </a:t>
            </a:r>
            <a:r>
              <a:rPr lang="en-US" sz="1200" b="1" baseline="0">
                <a:solidFill>
                  <a:schemeClr val="tx1"/>
                </a:solidFill>
                <a:latin typeface="+mn-lt"/>
              </a:rPr>
              <a:t>Canada</a:t>
            </a:r>
            <a:r>
              <a:rPr lang="en-US" sz="1200" b="0" baseline="0">
                <a:solidFill>
                  <a:schemeClr val="tx1"/>
                </a:solidFill>
                <a:latin typeface="+mn-lt"/>
              </a:rPr>
              <a:t> (London); </a:t>
            </a:r>
            <a:r>
              <a:rPr lang="en-US" sz="1200" b="1" baseline="0">
                <a:solidFill>
                  <a:schemeClr val="tx1"/>
                </a:solidFill>
                <a:latin typeface="+mn-lt"/>
              </a:rPr>
              <a:t>Netherlands</a:t>
            </a:r>
            <a:r>
              <a:rPr lang="en-US" sz="1200" b="0" baseline="0">
                <a:solidFill>
                  <a:schemeClr val="tx1"/>
                </a:solidFill>
                <a:latin typeface="+mn-lt"/>
              </a:rPr>
              <a:t> (Enschede); </a:t>
            </a:r>
            <a:r>
              <a:rPr lang="en-US" sz="1200" b="1" baseline="0">
                <a:solidFill>
                  <a:schemeClr val="tx1"/>
                </a:solidFill>
                <a:latin typeface="+mn-lt"/>
              </a:rPr>
              <a:t>South Africa</a:t>
            </a:r>
            <a:r>
              <a:rPr lang="en-US" sz="1200" b="0" baseline="0">
                <a:solidFill>
                  <a:schemeClr val="tx1"/>
                </a:solidFill>
                <a:latin typeface="+mn-lt"/>
              </a:rPr>
              <a:t> (Stellenbosch); </a:t>
            </a:r>
            <a:r>
              <a:rPr lang="en-US" sz="1200" b="1" baseline="0">
                <a:solidFill>
                  <a:schemeClr val="tx1"/>
                </a:solidFill>
                <a:latin typeface="+mn-lt"/>
              </a:rPr>
              <a:t>South Korea</a:t>
            </a:r>
            <a:r>
              <a:rPr lang="en-US" sz="1200" b="0" baseline="0">
                <a:solidFill>
                  <a:schemeClr val="tx1"/>
                </a:solidFill>
                <a:latin typeface="+mn-lt"/>
              </a:rPr>
              <a:t> (Ulsan, Naju, Seoul, Sejong); </a:t>
            </a:r>
            <a:r>
              <a:rPr lang="en-US" sz="1200" b="1" baseline="0">
                <a:solidFill>
                  <a:schemeClr val="tx1"/>
                </a:solidFill>
                <a:latin typeface="+mn-lt"/>
              </a:rPr>
              <a:t>Czech Republic </a:t>
            </a:r>
            <a:r>
              <a:rPr lang="en-US" sz="1200" b="0" baseline="0">
                <a:solidFill>
                  <a:schemeClr val="tx1"/>
                </a:solidFill>
                <a:latin typeface="+mn-lt"/>
              </a:rPr>
              <a:t>(Ostrava); </a:t>
            </a:r>
            <a:r>
              <a:rPr lang="en-US" sz="1200" b="1" baseline="0">
                <a:solidFill>
                  <a:schemeClr val="tx1"/>
                </a:solidFill>
                <a:latin typeface="+mn-lt"/>
              </a:rPr>
              <a:t>Taiwan</a:t>
            </a:r>
            <a:r>
              <a:rPr lang="en-US" sz="1200" b="0" baseline="0">
                <a:solidFill>
                  <a:schemeClr val="tx1"/>
                </a:solidFill>
                <a:latin typeface="+mn-lt"/>
              </a:rPr>
              <a:t> (Taichung)</a:t>
            </a:r>
          </a:p>
          <a:p>
            <a:pPr marL="0" indent="0">
              <a:buNone/>
            </a:pPr>
            <a:endParaRPr lang="de-DE" sz="1200"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
                <a:srgbClr val="179C7D"/>
              </a:buClr>
              <a:buSzTx/>
              <a:buFont typeface="Wingdings" pitchFamily="2" charset="2"/>
              <a:buNone/>
              <a:tabLst/>
              <a:defRPr/>
            </a:pPr>
            <a:r>
              <a:rPr lang="en-US" sz="1200">
                <a:solidFill>
                  <a:schemeClr val="tx1"/>
                </a:solidFill>
                <a:effectLst/>
                <a:latin typeface="+mn-lt"/>
              </a:rPr>
              <a:t>The Fraunhofer internal program </a:t>
            </a:r>
            <a:r>
              <a:rPr lang="en-US" sz="1200" b="1">
                <a:solidFill>
                  <a:schemeClr val="tx1"/>
                </a:solidFill>
                <a:effectLst/>
                <a:latin typeface="+mn-lt"/>
              </a:rPr>
              <a:t>ICON</a:t>
            </a:r>
            <a:r>
              <a:rPr lang="en-US" sz="1200">
                <a:solidFill>
                  <a:schemeClr val="tx1"/>
                </a:solidFill>
                <a:effectLst/>
                <a:latin typeface="+mn-lt"/>
              </a:rPr>
              <a:t> (International Cooperation and Networking) enables strategic project-based partnerships with outstanding international universities and non-university research institutions.</a:t>
            </a:r>
          </a:p>
          <a:p>
            <a:pPr marL="0" marR="0" lvl="0" indent="0" algn="l" defTabSz="914400" rtl="0" eaLnBrk="1" fontAlgn="auto" latinLnBrk="0" hangingPunct="1">
              <a:lnSpc>
                <a:spcPct val="100000"/>
              </a:lnSpc>
              <a:spcBef>
                <a:spcPts val="0"/>
              </a:spcBef>
              <a:spcAft>
                <a:spcPts val="0"/>
              </a:spcAft>
              <a:buClr>
                <a:srgbClr val="179C7D"/>
              </a:buClr>
              <a:buSzTx/>
              <a:buFont typeface="Wingdings" pitchFamily="2" charset="2"/>
              <a:buNone/>
              <a:tabLst/>
              <a:defRPr/>
            </a:pPr>
            <a:endParaRPr lang="de-DE" baseline="0" dirty="0">
              <a:solidFill>
                <a:schemeClr val="tx1"/>
              </a:solidFill>
              <a:latin typeface="+mn-lt"/>
            </a:endParaRPr>
          </a:p>
          <a:p>
            <a:r>
              <a:rPr lang="en-US" b="1">
                <a:solidFill>
                  <a:schemeClr val="tx1"/>
                </a:solidFill>
                <a:highlight>
                  <a:srgbClr val="FFFF00"/>
                </a:highlight>
                <a:latin typeface="+mn-lt"/>
              </a:rPr>
              <a:t>13 </a:t>
            </a:r>
            <a:r>
              <a:rPr lang="en-US" b="1">
                <a:solidFill>
                  <a:schemeClr val="tx1"/>
                </a:solidFill>
                <a:latin typeface="+mn-lt"/>
              </a:rPr>
              <a:t>ICON projects </a:t>
            </a:r>
            <a:r>
              <a:rPr lang="en-US" b="0">
                <a:solidFill>
                  <a:schemeClr val="tx1"/>
                </a:solidFill>
                <a:latin typeface="+mn-lt"/>
              </a:rPr>
              <a:t>– as of: February 13, 2025 (P26, icon@zv.fraunhofer.de)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mn-lt"/>
              </a:rPr>
              <a:t>Australia</a:t>
            </a:r>
            <a:r>
              <a:rPr lang="en-US" sz="1200" b="0">
                <a:solidFill>
                  <a:schemeClr val="tx1"/>
                </a:solidFill>
                <a:latin typeface="+mn-lt"/>
              </a:rPr>
              <a:t> (Melbourne</a:t>
            </a:r>
            <a:r>
              <a:rPr lang="en-US" sz="1200" b="0" baseline="0">
                <a:solidFill>
                  <a:schemeClr val="tx1"/>
                </a:solidFill>
                <a:latin typeface="+mn-lt"/>
              </a:rPr>
              <a:t>) </a:t>
            </a:r>
            <a:r>
              <a:rPr lang="en-US" sz="1200">
                <a:solidFill>
                  <a:schemeClr val="tx1"/>
                </a:solidFill>
                <a:latin typeface="+mn-lt"/>
              </a:rPr>
              <a:t>;</a:t>
            </a:r>
            <a:r>
              <a:rPr lang="en-US" sz="1200" b="1" baseline="0">
                <a:solidFill>
                  <a:schemeClr val="tx1"/>
                </a:solidFill>
                <a:latin typeface="+mn-lt"/>
              </a:rPr>
              <a:t>Denmark</a:t>
            </a:r>
            <a:r>
              <a:rPr lang="en-US" sz="1200" baseline="0">
                <a:solidFill>
                  <a:schemeClr val="tx1"/>
                </a:solidFill>
                <a:latin typeface="+mn-lt"/>
              </a:rPr>
              <a:t> (Aarhus)</a:t>
            </a:r>
            <a:r>
              <a:rPr lang="en-US" sz="1200" b="0" baseline="0">
                <a:solidFill>
                  <a:schemeClr val="tx1"/>
                </a:solidFill>
                <a:latin typeface="+mn-lt"/>
              </a:rPr>
              <a:t>; </a:t>
            </a:r>
            <a:r>
              <a:rPr lang="en-US" sz="1200" b="1" baseline="0">
                <a:solidFill>
                  <a:schemeClr val="tx1"/>
                </a:solidFill>
                <a:latin typeface="+mn-lt"/>
              </a:rPr>
              <a:t>France</a:t>
            </a:r>
            <a:r>
              <a:rPr lang="en-US" sz="1200" b="0" baseline="0">
                <a:solidFill>
                  <a:schemeClr val="tx1"/>
                </a:solidFill>
                <a:latin typeface="+mn-lt"/>
              </a:rPr>
              <a:t> (Plouzané); </a:t>
            </a:r>
            <a:r>
              <a:rPr lang="en-US" sz="1200" b="1">
                <a:solidFill>
                  <a:schemeClr val="tx1"/>
                </a:solidFill>
                <a:latin typeface="+mn-lt"/>
              </a:rPr>
              <a:t>Japan</a:t>
            </a:r>
            <a:r>
              <a:rPr lang="en-US" sz="1200">
                <a:solidFill>
                  <a:schemeClr val="tx1"/>
                </a:solidFill>
                <a:latin typeface="+mn-lt"/>
              </a:rPr>
              <a:t> </a:t>
            </a:r>
            <a:r>
              <a:rPr lang="en-US" sz="1200" b="0">
                <a:solidFill>
                  <a:schemeClr val="tx1"/>
                </a:solidFill>
                <a:latin typeface="+mn-lt"/>
              </a:rPr>
              <a:t>(Kyoto)</a:t>
            </a:r>
            <a:r>
              <a:rPr lang="en-US" sz="1200" b="0" baseline="0">
                <a:solidFill>
                  <a:schemeClr val="tx1"/>
                </a:solidFill>
                <a:latin typeface="+mn-lt"/>
              </a:rPr>
              <a:t>; </a:t>
            </a:r>
            <a:r>
              <a:rPr lang="en-US" sz="1200" b="1" baseline="0">
                <a:solidFill>
                  <a:schemeClr val="tx1"/>
                </a:solidFill>
                <a:latin typeface="+mn-lt"/>
              </a:rPr>
              <a:t>Canada</a:t>
            </a:r>
            <a:r>
              <a:rPr lang="en-US" sz="1200" b="0" baseline="0">
                <a:solidFill>
                  <a:schemeClr val="tx1"/>
                </a:solidFill>
                <a:latin typeface="+mn-lt"/>
              </a:rPr>
              <a:t> (Waterloo); </a:t>
            </a:r>
            <a:r>
              <a:rPr lang="en-US" sz="1200" b="1" baseline="0">
                <a:solidFill>
                  <a:schemeClr val="tx1"/>
                </a:solidFill>
                <a:latin typeface="+mn-lt"/>
              </a:rPr>
              <a:t>Norway</a:t>
            </a:r>
            <a:r>
              <a:rPr lang="en-US" sz="1200" baseline="0">
                <a:solidFill>
                  <a:schemeClr val="tx1"/>
                </a:solidFill>
                <a:latin typeface="+mn-lt"/>
              </a:rPr>
              <a:t> (Oslo); </a:t>
            </a:r>
            <a:r>
              <a:rPr lang="en-US" sz="1200" b="1" baseline="0">
                <a:solidFill>
                  <a:schemeClr val="tx1"/>
                </a:solidFill>
                <a:latin typeface="+mn-lt"/>
              </a:rPr>
              <a:t>Austria</a:t>
            </a:r>
            <a:r>
              <a:rPr lang="en-US" sz="1200" baseline="0">
                <a:solidFill>
                  <a:schemeClr val="tx1"/>
                </a:solidFill>
                <a:latin typeface="+mn-lt"/>
              </a:rPr>
              <a:t> (Vienna); </a:t>
            </a:r>
            <a:r>
              <a:rPr lang="en-US" sz="1200" b="1">
                <a:solidFill>
                  <a:schemeClr val="tx1"/>
                </a:solidFill>
                <a:latin typeface="+mn-lt"/>
              </a:rPr>
              <a:t>Singapore</a:t>
            </a:r>
            <a:r>
              <a:rPr lang="en-US" sz="1200" b="0">
                <a:solidFill>
                  <a:schemeClr val="tx1"/>
                </a:solidFill>
                <a:latin typeface="+mn-lt"/>
              </a:rPr>
              <a:t> (Singapore); </a:t>
            </a:r>
            <a:r>
              <a:rPr lang="en-US" sz="1200" b="1" baseline="0">
                <a:solidFill>
                  <a:schemeClr val="tx1"/>
                </a:solidFill>
                <a:latin typeface="+mn-lt"/>
              </a:rPr>
              <a:t>South Korea</a:t>
            </a:r>
            <a:r>
              <a:rPr lang="en-US" sz="1200" baseline="0">
                <a:solidFill>
                  <a:schemeClr val="tx1"/>
                </a:solidFill>
                <a:latin typeface="+mn-lt"/>
              </a:rPr>
              <a:t> (Seoul); </a:t>
            </a:r>
            <a:r>
              <a:rPr lang="en-US" sz="1200" b="1" baseline="0">
                <a:solidFill>
                  <a:schemeClr val="tx1"/>
                </a:solidFill>
                <a:latin typeface="+mn-lt"/>
              </a:rPr>
              <a:t>UK</a:t>
            </a:r>
            <a:r>
              <a:rPr lang="en-US" sz="1200" b="0" baseline="0">
                <a:solidFill>
                  <a:schemeClr val="tx1"/>
                </a:solidFill>
                <a:latin typeface="+mn-lt"/>
              </a:rPr>
              <a:t> (Cambridge); </a:t>
            </a:r>
            <a:r>
              <a:rPr lang="en-US" sz="1200" b="1" baseline="0">
                <a:solidFill>
                  <a:schemeClr val="tx1"/>
                </a:solidFill>
                <a:latin typeface="+mn-lt"/>
              </a:rPr>
              <a:t>USA</a:t>
            </a:r>
            <a:r>
              <a:rPr lang="en-US" sz="1200" b="0" baseline="0">
                <a:solidFill>
                  <a:schemeClr val="tx1"/>
                </a:solidFill>
                <a:latin typeface="+mn-lt"/>
              </a:rPr>
              <a:t> (Pittsburgh/Boulder) </a:t>
            </a:r>
            <a:r>
              <a:rPr lang="en-US" sz="1200">
                <a:solidFill>
                  <a:schemeClr val="tx1"/>
                </a:solidFill>
                <a:latin typeface="+mn-lt"/>
              </a:rPr>
              <a:t>;</a:t>
            </a:r>
            <a:r>
              <a:rPr lang="en-US" b="1" noProof="0">
                <a:solidFill>
                  <a:schemeClr val="tx1"/>
                </a:solidFill>
                <a:highlight>
                  <a:srgbClr val="FFFF00"/>
                </a:highlight>
                <a:latin typeface="+mn-lt"/>
              </a:rPr>
              <a:t>Ireland</a:t>
            </a:r>
            <a:r>
              <a:rPr lang="en-US" b="0" noProof="0">
                <a:solidFill>
                  <a:schemeClr val="tx1"/>
                </a:solidFill>
                <a:highlight>
                  <a:srgbClr val="FFFF00"/>
                </a:highlight>
                <a:latin typeface="+mn-lt"/>
              </a:rPr>
              <a:t> (Galway)</a:t>
            </a:r>
          </a:p>
          <a:p>
            <a:pPr marL="0" indent="0">
              <a:buNone/>
            </a:pPr>
            <a:endParaRPr lang="en-US" sz="1200" b="1" baseline="0" dirty="0">
              <a:solidFill>
                <a:schemeClr val="tx1"/>
              </a:solidFill>
              <a:latin typeface="+mn-lt"/>
            </a:endParaRPr>
          </a:p>
          <a:p>
            <a:pPr marL="0" indent="0">
              <a:buNone/>
            </a:pPr>
            <a:r>
              <a:rPr lang="en-US" sz="1200" b="1" baseline="0">
                <a:solidFill>
                  <a:schemeClr val="tx1"/>
                </a:solidFill>
                <a:latin typeface="+mn-lt"/>
              </a:rPr>
              <a:t>3 R&amp;D projects </a:t>
            </a:r>
            <a:r>
              <a:rPr lang="en-US" sz="1200" b="0" baseline="0">
                <a:solidFill>
                  <a:schemeClr val="tx1"/>
                </a:solidFill>
                <a:latin typeface="+mn-lt"/>
              </a:rPr>
              <a:t>(other international research partnerships) – as of: February 13, 2025 (P26)</a:t>
            </a:r>
          </a:p>
          <a:p>
            <a:pPr marL="0" indent="0">
              <a:buNone/>
            </a:pPr>
            <a:r>
              <a:rPr lang="en-US" sz="1200" b="1" baseline="0">
                <a:solidFill>
                  <a:schemeClr val="tx1"/>
                </a:solidFill>
                <a:latin typeface="+mn-lt"/>
              </a:rPr>
              <a:t>Australia </a:t>
            </a:r>
            <a:r>
              <a:rPr lang="en-US" sz="1200" b="0" baseline="0">
                <a:solidFill>
                  <a:schemeClr val="tx1"/>
                </a:solidFill>
                <a:latin typeface="+mn-lt"/>
              </a:rPr>
              <a:t>(Southport – Griffith University / ITEM); </a:t>
            </a:r>
            <a:r>
              <a:rPr lang="en-US" sz="1200" b="1" baseline="0">
                <a:solidFill>
                  <a:schemeClr val="tx1"/>
                </a:solidFill>
                <a:latin typeface="+mn-lt"/>
              </a:rPr>
              <a:t>Italy</a:t>
            </a:r>
            <a:r>
              <a:rPr lang="en-US" sz="1200" b="0" baseline="0">
                <a:solidFill>
                  <a:schemeClr val="tx1"/>
                </a:solidFill>
                <a:latin typeface="+mn-lt"/>
              </a:rPr>
              <a:t> (Naples – IWU/UNINA); </a:t>
            </a:r>
            <a:r>
              <a:rPr lang="en-US" b="1" noProof="0">
                <a:solidFill>
                  <a:schemeClr val="tx1"/>
                </a:solidFill>
                <a:highlight>
                  <a:srgbClr val="FFFF00"/>
                </a:highlight>
                <a:latin typeface="+mn-lt"/>
              </a:rPr>
              <a:t>USA</a:t>
            </a:r>
            <a:r>
              <a:rPr lang="en-US" b="0" noProof="0">
                <a:solidFill>
                  <a:schemeClr val="tx1"/>
                </a:solidFill>
                <a:highlight>
                  <a:srgbClr val="FFFF00"/>
                </a:highlight>
                <a:latin typeface="+mn-lt"/>
              </a:rPr>
              <a:t> (San José – </a:t>
            </a:r>
            <a:r>
              <a:rPr lang="en-US">
                <a:solidFill>
                  <a:schemeClr val="tx1"/>
                </a:solidFill>
                <a:latin typeface="+mn-lt"/>
              </a:rPr>
              <a:t>Fraunhofer USA Digital Media Technologies DMT)</a:t>
            </a:r>
          </a:p>
          <a:p>
            <a:endParaRPr lang="de-DE" dirty="0"/>
          </a:p>
        </p:txBody>
      </p:sp>
      <p:sp>
        <p:nvSpPr>
          <p:cNvPr id="4" name="Foliennummernplatzhalter 3"/>
          <p:cNvSpPr>
            <a:spLocks noGrp="1"/>
          </p:cNvSpPr>
          <p:nvPr>
            <p:ph type="sldNum" sz="quarter" idx="5"/>
          </p:nvPr>
        </p:nvSpPr>
        <p:spPr/>
        <p:txBody>
          <a:bodyPr/>
          <a:lstStyle/>
          <a:p>
            <a:fld id="{04629F0A-9DE2-44AB-9A84-CC28BAF7B397}" type="slidenum">
              <a:rPr lang="en-US" smtClean="0"/>
              <a:t>7</a:t>
            </a:fld>
            <a:endParaRPr lang="en-US"/>
          </a:p>
        </p:txBody>
      </p:sp>
    </p:spTree>
    <p:extLst>
      <p:ext uri="{BB962C8B-B14F-4D97-AF65-F5344CB8AC3E}">
        <p14:creationId xmlns:p14="http://schemas.microsoft.com/office/powerpoint/2010/main" val="348675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455738" y="1143000"/>
            <a:ext cx="3946525" cy="2219325"/>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04629F0A-9DE2-44AB-9A84-CC28BAF7B397}" type="slidenum">
              <a:rPr lang="en-US" smtClean="0"/>
              <a:t>10</a:t>
            </a:fld>
            <a:endParaRPr lang="en-US"/>
          </a:p>
        </p:txBody>
      </p:sp>
    </p:spTree>
    <p:extLst>
      <p:ext uri="{BB962C8B-B14F-4D97-AF65-F5344CB8AC3E}">
        <p14:creationId xmlns:p14="http://schemas.microsoft.com/office/powerpoint/2010/main" val="2084411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BE901-5E86-A487-B60A-EB3B2CAFDA8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5E37F1A-8020-49BC-C118-E50866240E7C}"/>
              </a:ext>
            </a:extLst>
          </p:cNvPr>
          <p:cNvSpPr>
            <a:spLocks noGrp="1" noRot="1" noChangeAspect="1"/>
          </p:cNvSpPr>
          <p:nvPr>
            <p:ph type="sldImg"/>
          </p:nvPr>
        </p:nvSpPr>
        <p:spPr>
          <a:xfrm>
            <a:off x="1455738" y="1143000"/>
            <a:ext cx="3946525" cy="2219325"/>
          </a:xfrm>
        </p:spPr>
      </p:sp>
      <p:sp>
        <p:nvSpPr>
          <p:cNvPr id="3" name="Notizenplatzhalter 2">
            <a:extLst>
              <a:ext uri="{FF2B5EF4-FFF2-40B4-BE49-F238E27FC236}">
                <a16:creationId xmlns:a16="http://schemas.microsoft.com/office/drawing/2014/main" id="{8B7B9A15-0020-4248-7AA9-F50D24CF3E6A}"/>
              </a:ext>
            </a:extLst>
          </p:cNvPr>
          <p:cNvSpPr>
            <a:spLocks noGrp="1"/>
          </p:cNvSpPr>
          <p:nvPr>
            <p:ph type="body" idx="1"/>
          </p:nvPr>
        </p:nvSpPr>
        <p:spPr/>
        <p:txBody>
          <a:bodyPr/>
          <a:lstStyle/>
          <a:p>
            <a:r>
              <a:rPr lang="de-DE" sz="1200" b="0" i="1" kern="1200" dirty="0">
                <a:solidFill>
                  <a:schemeClr val="accent1"/>
                </a:solidFill>
                <a:effectLst/>
                <a:latin typeface="+mj-lt"/>
                <a:ea typeface="+mn-ea"/>
                <a:cs typeface="+mn-cs"/>
              </a:rPr>
              <a:t>Fraunhofer-Gesellschaft zur Förderung der angewandten Forschung e. V.</a:t>
            </a:r>
            <a:r>
              <a:rPr lang="de-DE" sz="1200" b="0" i="0" kern="1200" dirty="0">
                <a:solidFill>
                  <a:schemeClr val="accent1"/>
                </a:solidFill>
                <a:effectLst/>
                <a:latin typeface="+mj-lt"/>
                <a:ea typeface="+mn-ea"/>
                <a:cs typeface="+mn-cs"/>
              </a:rPr>
              <a:t>, </a:t>
            </a:r>
            <a:r>
              <a:rPr lang="de-DE" sz="1200" b="0" u="none" strike="noStrike" kern="1200" dirty="0" err="1">
                <a:solidFill>
                  <a:schemeClr val="accent1"/>
                </a:solidFill>
                <a:effectLst/>
                <a:latin typeface="+mj-lt"/>
                <a:ea typeface="+mn-ea"/>
                <a:cs typeface="+mn-cs"/>
                <a:hlinkClick r:id="rId3" tooltip="Literal translation"/>
              </a:rPr>
              <a:t>lit</a:t>
            </a:r>
            <a:r>
              <a:rPr lang="de-DE" sz="1200" b="0" u="none" strike="noStrike" kern="1200" dirty="0">
                <a:solidFill>
                  <a:schemeClr val="accent1"/>
                </a:solidFill>
                <a:effectLst/>
                <a:latin typeface="+mj-lt"/>
                <a:ea typeface="+mn-ea"/>
                <a:cs typeface="+mn-cs"/>
                <a:hlinkClick r:id="rId3" tooltip="Literal translation"/>
              </a:rPr>
              <a:t>.</a:t>
            </a:r>
            <a:r>
              <a:rPr lang="de-DE" dirty="0"/>
              <a:t> </a:t>
            </a:r>
            <a:r>
              <a:rPr lang="de-DE" sz="1200" b="0" i="0" kern="1200" dirty="0">
                <a:solidFill>
                  <a:schemeClr val="accent1"/>
                </a:solidFill>
                <a:effectLst/>
                <a:latin typeface="+mj-lt"/>
                <a:ea typeface="+mn-ea"/>
                <a:cs typeface="+mn-cs"/>
              </a:rPr>
              <a:t>'Fraunhofer Society </a:t>
            </a:r>
            <a:r>
              <a:rPr lang="de-DE" sz="1200" b="0" i="0" kern="1200" dirty="0" err="1">
                <a:solidFill>
                  <a:schemeClr val="accent1"/>
                </a:solidFill>
                <a:effectLst/>
                <a:latin typeface="+mj-lt"/>
                <a:ea typeface="+mn-ea"/>
                <a:cs typeface="+mn-cs"/>
              </a:rPr>
              <a:t>for</a:t>
            </a:r>
            <a:r>
              <a:rPr lang="de-DE" sz="1200" b="0" i="0" kern="1200" dirty="0">
                <a:solidFill>
                  <a:schemeClr val="accent1"/>
                </a:solidFill>
                <a:effectLst/>
                <a:latin typeface="+mj-lt"/>
                <a:ea typeface="+mn-ea"/>
                <a:cs typeface="+mn-cs"/>
              </a:rPr>
              <a:t> </a:t>
            </a:r>
            <a:r>
              <a:rPr lang="de-DE" sz="1200" b="0" i="0" kern="1200" dirty="0" err="1">
                <a:solidFill>
                  <a:schemeClr val="accent1"/>
                </a:solidFill>
                <a:effectLst/>
                <a:latin typeface="+mj-lt"/>
                <a:ea typeface="+mn-ea"/>
                <a:cs typeface="+mn-cs"/>
              </a:rPr>
              <a:t>the</a:t>
            </a:r>
            <a:r>
              <a:rPr lang="de-DE" sz="1200" b="0" i="0" kern="1200" dirty="0">
                <a:solidFill>
                  <a:schemeClr val="accent1"/>
                </a:solidFill>
                <a:effectLst/>
                <a:latin typeface="+mj-lt"/>
                <a:ea typeface="+mn-ea"/>
                <a:cs typeface="+mn-cs"/>
              </a:rPr>
              <a:t> </a:t>
            </a:r>
            <a:r>
              <a:rPr lang="de-DE" sz="1200" b="0" i="0" kern="1200" dirty="0" err="1">
                <a:solidFill>
                  <a:schemeClr val="accent1"/>
                </a:solidFill>
                <a:effectLst/>
                <a:latin typeface="+mj-lt"/>
                <a:ea typeface="+mn-ea"/>
                <a:cs typeface="+mn-cs"/>
              </a:rPr>
              <a:t>Advancement</a:t>
            </a:r>
            <a:r>
              <a:rPr lang="de-DE" sz="1200" b="0" i="0" kern="1200" dirty="0">
                <a:solidFill>
                  <a:schemeClr val="accent1"/>
                </a:solidFill>
                <a:effectLst/>
                <a:latin typeface="+mj-lt"/>
                <a:ea typeface="+mn-ea"/>
                <a:cs typeface="+mn-cs"/>
              </a:rPr>
              <a:t> </a:t>
            </a:r>
            <a:r>
              <a:rPr lang="de-DE" sz="1200" b="0" i="0" kern="1200" dirty="0" err="1">
                <a:solidFill>
                  <a:schemeClr val="accent1"/>
                </a:solidFill>
                <a:effectLst/>
                <a:latin typeface="+mj-lt"/>
                <a:ea typeface="+mn-ea"/>
                <a:cs typeface="+mn-cs"/>
              </a:rPr>
              <a:t>of</a:t>
            </a:r>
            <a:r>
              <a:rPr lang="de-DE" sz="1200" b="0" i="0" kern="1200" dirty="0">
                <a:solidFill>
                  <a:schemeClr val="accent1"/>
                </a:solidFill>
                <a:effectLst/>
                <a:latin typeface="+mj-lt"/>
                <a:ea typeface="+mn-ea"/>
                <a:cs typeface="+mn-cs"/>
              </a:rPr>
              <a:t> Applied Research'</a:t>
            </a:r>
            <a:endParaRPr lang="de-DE" dirty="0"/>
          </a:p>
        </p:txBody>
      </p:sp>
      <p:sp>
        <p:nvSpPr>
          <p:cNvPr id="4" name="Foliennummernplatzhalter 3">
            <a:extLst>
              <a:ext uri="{FF2B5EF4-FFF2-40B4-BE49-F238E27FC236}">
                <a16:creationId xmlns:a16="http://schemas.microsoft.com/office/drawing/2014/main" id="{A9DE8898-3897-6B27-5799-B41118931467}"/>
              </a:ext>
            </a:extLst>
          </p:cNvPr>
          <p:cNvSpPr>
            <a:spLocks noGrp="1"/>
          </p:cNvSpPr>
          <p:nvPr>
            <p:ph type="sldNum" sz="quarter" idx="5"/>
          </p:nvPr>
        </p:nvSpPr>
        <p:spPr/>
        <p:txBody>
          <a:bodyPr/>
          <a:lstStyle/>
          <a:p>
            <a:fld id="{04629F0A-9DE2-44AB-9A84-CC28BAF7B397}" type="slidenum">
              <a:rPr lang="en-US" smtClean="0"/>
              <a:t>12</a:t>
            </a:fld>
            <a:endParaRPr lang="en-US"/>
          </a:p>
        </p:txBody>
      </p:sp>
    </p:spTree>
    <p:extLst>
      <p:ext uri="{BB962C8B-B14F-4D97-AF65-F5344CB8AC3E}">
        <p14:creationId xmlns:p14="http://schemas.microsoft.com/office/powerpoint/2010/main" val="3716063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455738" y="1143000"/>
            <a:ext cx="3946525" cy="2219325"/>
          </a:xfrm>
        </p:spPr>
      </p:sp>
      <p:sp>
        <p:nvSpPr>
          <p:cNvPr id="3" name="Notizenplatzhalter 2"/>
          <p:cNvSpPr>
            <a:spLocks noGrp="1"/>
          </p:cNvSpPr>
          <p:nvPr>
            <p:ph type="body" idx="1"/>
          </p:nvPr>
        </p:nvSpPr>
        <p:spPr/>
        <p:txBody>
          <a:bodyPr/>
          <a:lstStyle/>
          <a:p>
            <a:endParaRPr lang="de-DE"/>
          </a:p>
        </p:txBody>
      </p:sp>
    </p:spTree>
    <p:extLst>
      <p:ext uri="{BB962C8B-B14F-4D97-AF65-F5344CB8AC3E}">
        <p14:creationId xmlns:p14="http://schemas.microsoft.com/office/powerpoint/2010/main" val="3060901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455738" y="1143000"/>
            <a:ext cx="3946525" cy="2219325"/>
          </a:xfrm>
        </p:spPr>
      </p:sp>
      <p:sp>
        <p:nvSpPr>
          <p:cNvPr id="3" name="Notizenplatzhalter 2"/>
          <p:cNvSpPr>
            <a:spLocks noGrp="1"/>
          </p:cNvSpPr>
          <p:nvPr>
            <p:ph type="body" idx="1"/>
          </p:nvPr>
        </p:nvSpPr>
        <p:spPr/>
        <p:txBody>
          <a:bodyPr/>
          <a:lstStyle/>
          <a:p>
            <a:endParaRPr lang="de-DE"/>
          </a:p>
        </p:txBody>
      </p:sp>
    </p:spTree>
    <p:extLst>
      <p:ext uri="{BB962C8B-B14F-4D97-AF65-F5344CB8AC3E}">
        <p14:creationId xmlns:p14="http://schemas.microsoft.com/office/powerpoint/2010/main" val="1059496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455738" y="1143000"/>
            <a:ext cx="3946525" cy="2219325"/>
          </a:xfrm>
        </p:spPr>
      </p:sp>
      <p:sp>
        <p:nvSpPr>
          <p:cNvPr id="3" name="Notizenplatzhalter 2"/>
          <p:cNvSpPr>
            <a:spLocks noGrp="1"/>
          </p:cNvSpPr>
          <p:nvPr>
            <p:ph type="body" idx="1"/>
          </p:nvPr>
        </p:nvSpPr>
        <p:spPr/>
        <p:txBody>
          <a:bodyPr/>
          <a:lstStyle/>
          <a:p>
            <a:endParaRPr lang="de-DE"/>
          </a:p>
        </p:txBody>
      </p:sp>
    </p:spTree>
    <p:extLst>
      <p:ext uri="{BB962C8B-B14F-4D97-AF65-F5344CB8AC3E}">
        <p14:creationId xmlns:p14="http://schemas.microsoft.com/office/powerpoint/2010/main" val="9243982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7.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0.xml"/><Relationship Id="rId5" Type="http://schemas.openxmlformats.org/officeDocument/2006/relationships/image" Target="../media/image1.emf"/><Relationship Id="rId4" Type="http://schemas.openxmlformats.org/officeDocument/2006/relationships/oleObject" Target="../embeddings/oleObject20.bin"/></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 große Headline oben">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2683808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a:extLst>
              <a:ext uri="{FF2B5EF4-FFF2-40B4-BE49-F238E27FC236}">
                <a16:creationId xmlns:a16="http://schemas.microsoft.com/office/drawing/2014/main" id="{6B002FD9-AF19-4ED6-84E1-C634A79B2BA2}"/>
              </a:ext>
            </a:extLst>
          </p:cNvPr>
          <p:cNvSpPr>
            <a:spLocks noGrp="1"/>
          </p:cNvSpPr>
          <p:nvPr>
            <p:ph type="pic" sz="quarter" idx="10"/>
          </p:nvPr>
        </p:nvSpPr>
        <p:spPr>
          <a:xfrm>
            <a:off x="0" y="0"/>
            <a:ext cx="12192000" cy="6858000"/>
          </a:xfrm>
          <a:solidFill>
            <a:schemeClr val="bg2">
              <a:lumMod val="20000"/>
              <a:lumOff val="80000"/>
            </a:schemeClr>
          </a:solidFill>
        </p:spPr>
        <p:txBody>
          <a:bodyPr>
            <a:noAutofit/>
          </a:bodyPr>
          <a:lstStyle>
            <a:lvl1pPr>
              <a:defRPr>
                <a:solidFill>
                  <a:schemeClr val="bg1"/>
                </a:solidFill>
              </a:defRPr>
            </a:lvl1pPr>
          </a:lstStyle>
          <a:p>
            <a:r>
              <a:rPr lang="de-DE"/>
              <a:t>Bild durch Klicken auf Symbol hinzufügen</a:t>
            </a:r>
            <a:endParaRPr lang="en-US" dirty="0"/>
          </a:p>
        </p:txBody>
      </p:sp>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6275388" y="2836283"/>
            <a:ext cx="5916612" cy="3148592"/>
          </a:xfrm>
          <a:gradFill flip="none" rotWithShape="1">
            <a:gsLst>
              <a:gs pos="34000">
                <a:srgbClr val="00779A"/>
              </a:gs>
              <a:gs pos="0">
                <a:srgbClr val="014A6B">
                  <a:alpha val="95000"/>
                </a:srgbClr>
              </a:gs>
              <a:gs pos="74000">
                <a:schemeClr val="accent5">
                  <a:lumMod val="90000"/>
                  <a:lumOff val="10000"/>
                  <a:alpha val="95000"/>
                </a:schemeClr>
              </a:gs>
              <a:gs pos="100000">
                <a:srgbClr val="09B2AC">
                  <a:alpha val="95000"/>
                </a:srgbClr>
              </a:gs>
            </a:gsLst>
            <a:path path="circle">
              <a:fillToRect r="100000" b="100000"/>
            </a:path>
            <a:tileRect l="-100000" t="-100000"/>
          </a:gradFill>
        </p:spPr>
        <p:txBody>
          <a:bodyPr lIns="360000" tIns="360000" rIns="360000" bIns="360000" anchor="b">
            <a:spAutoFit/>
          </a:bodyPr>
          <a:lstStyle>
            <a:lvl1pPr>
              <a:lnSpc>
                <a:spcPct val="100000"/>
              </a:lnSpc>
              <a:spcAft>
                <a:spcPts val="0"/>
              </a:spcAft>
              <a:defRPr sz="3200" b="0">
                <a:solidFill>
                  <a:schemeClr val="bg1"/>
                </a:solidFill>
                <a:latin typeface="+mn-lt"/>
              </a:defRPr>
            </a:lvl1pPr>
            <a:lvl2pPr>
              <a:lnSpc>
                <a:spcPts val="3520"/>
              </a:lnSpc>
              <a:spcAft>
                <a:spcPts val="1600"/>
              </a:spcAft>
              <a:defRPr sz="4160" b="0">
                <a:solidFill>
                  <a:schemeClr val="bg1"/>
                </a:solidFill>
                <a:latin typeface="Frutiger LT Com 75 Black" panose="020B0A03040504030204" pitchFamily="34" charset="0"/>
              </a:defRPr>
            </a:lvl2pPr>
            <a:lvl3pPr>
              <a:lnSpc>
                <a:spcPct val="110000"/>
              </a:lnSpc>
              <a:spcAft>
                <a:spcPts val="0"/>
              </a:spcAft>
              <a:defRPr sz="1600">
                <a:solidFill>
                  <a:schemeClr val="bg1"/>
                </a:solidFill>
                <a:latin typeface="+mj-lt"/>
              </a:defRPr>
            </a:lvl3pPr>
            <a:lvl4pPr marL="0" indent="0">
              <a:lnSpc>
                <a:spcPct val="110000"/>
              </a:lnSpc>
              <a:spcBef>
                <a:spcPts val="2080"/>
              </a:spcBef>
              <a:spcAft>
                <a:spcPts val="0"/>
              </a:spcAft>
              <a:buNone/>
              <a:defRPr sz="1600">
                <a:solidFill>
                  <a:schemeClr val="bg1"/>
                </a:solidFill>
              </a:defRPr>
            </a:lvl4pPr>
            <a:lvl5pPr>
              <a:spcAft>
                <a:spcPts val="0"/>
              </a:spcAft>
              <a:defRPr/>
            </a:lvl5pPr>
          </a:lstStyle>
          <a:p>
            <a:pPr lvl="0"/>
            <a:r>
              <a:rPr lang="de-DE" dirty="0"/>
              <a:t>Headline groß, Frutiger LT </a:t>
            </a:r>
            <a:r>
              <a:rPr lang="de-DE" dirty="0" err="1"/>
              <a:t>Com</a:t>
            </a:r>
            <a:r>
              <a:rPr lang="de-DE" dirty="0"/>
              <a:t> Light, 32 </a:t>
            </a:r>
            <a:r>
              <a:rPr lang="de-DE" dirty="0" err="1"/>
              <a:t>pt</a:t>
            </a:r>
            <a:endParaRPr lang="de-DE" dirty="0"/>
          </a:p>
          <a:p>
            <a:pPr lvl="1"/>
            <a:r>
              <a:rPr lang="de-DE" dirty="0"/>
              <a:t>—</a:t>
            </a:r>
          </a:p>
          <a:p>
            <a:pPr lvl="2"/>
            <a:r>
              <a:rPr lang="de-DE" dirty="0" err="1"/>
              <a:t>Subline</a:t>
            </a:r>
            <a:r>
              <a:rPr lang="de-DE" dirty="0"/>
              <a:t>/Referent/Datum</a:t>
            </a:r>
          </a:p>
          <a:p>
            <a:pPr lvl="3"/>
            <a:r>
              <a:rPr lang="de-DE" dirty="0"/>
              <a:t>Referenten</a:t>
            </a:r>
          </a:p>
        </p:txBody>
      </p:sp>
      <p:sp>
        <p:nvSpPr>
          <p:cNvPr id="2" name="Datumsplatzhalter 1">
            <a:extLst>
              <a:ext uri="{FF2B5EF4-FFF2-40B4-BE49-F238E27FC236}">
                <a16:creationId xmlns:a16="http://schemas.microsoft.com/office/drawing/2014/main" id="{10983B20-CF3E-4EB7-8ABD-887696F49A40}"/>
              </a:ext>
            </a:extLst>
          </p:cNvPr>
          <p:cNvSpPr>
            <a:spLocks noGrp="1"/>
          </p:cNvSpPr>
          <p:nvPr>
            <p:ph type="dt" sz="half" idx="12"/>
          </p:nvPr>
        </p:nvSpPr>
        <p:spPr>
          <a:xfrm>
            <a:off x="1388048" y="7027336"/>
            <a:ext cx="720000" cy="123111"/>
          </a:xfrm>
        </p:spPr>
        <p:txBody>
          <a:bodyPr/>
          <a:lstStyle/>
          <a:p>
            <a:fld id="{18404E2F-0DC3-491D-BBFF-E567024868D0}" type="datetime1">
              <a:rPr lang="de-DE" noProof="0" smtClean="0"/>
              <a:t>13.05.2026</a:t>
            </a:fld>
            <a:endParaRPr lang="de-DE" noProof="0" dirty="0"/>
          </a:p>
        </p:txBody>
      </p:sp>
      <p:sp>
        <p:nvSpPr>
          <p:cNvPr id="3" name="Fußzeilenplatzhalter 2">
            <a:extLst>
              <a:ext uri="{FF2B5EF4-FFF2-40B4-BE49-F238E27FC236}">
                <a16:creationId xmlns:a16="http://schemas.microsoft.com/office/drawing/2014/main" id="{A6758628-A8B7-4C0C-9D76-AB8C3683620A}"/>
              </a:ext>
            </a:extLst>
          </p:cNvPr>
          <p:cNvSpPr>
            <a:spLocks noGrp="1"/>
          </p:cNvSpPr>
          <p:nvPr>
            <p:ph type="ftr" sz="quarter" idx="13"/>
          </p:nvPr>
        </p:nvSpPr>
        <p:spPr>
          <a:xfrm>
            <a:off x="2297897" y="7027336"/>
            <a:ext cx="2952000" cy="123111"/>
          </a:xfrm>
        </p:spPr>
        <p:txBody>
          <a:bodyPr/>
          <a:lstStyle/>
          <a:p>
            <a:r>
              <a:rPr lang="de-DE" noProof="0"/>
              <a:t>© Fraunhofer IISB</a:t>
            </a:r>
            <a:endParaRPr lang="de-DE" noProof="0" dirty="0"/>
          </a:p>
        </p:txBody>
      </p:sp>
      <p:sp>
        <p:nvSpPr>
          <p:cNvPr id="4" name="Foliennummernplatzhalter 3">
            <a:extLst>
              <a:ext uri="{FF2B5EF4-FFF2-40B4-BE49-F238E27FC236}">
                <a16:creationId xmlns:a16="http://schemas.microsoft.com/office/drawing/2014/main" id="{2D93D0D8-808F-4B9D-9E74-3D2864287D23}"/>
              </a:ext>
            </a:extLst>
          </p:cNvPr>
          <p:cNvSpPr>
            <a:spLocks noGrp="1"/>
          </p:cNvSpPr>
          <p:nvPr>
            <p:ph type="sldNum" sz="quarter" idx="14"/>
          </p:nvPr>
        </p:nvSpPr>
        <p:spPr>
          <a:xfrm>
            <a:off x="479425" y="7027336"/>
            <a:ext cx="720000" cy="123111"/>
          </a:xfrm>
        </p:spPr>
        <p:txBody>
          <a:bodyPr/>
          <a:lstStyle/>
          <a:p>
            <a:r>
              <a:rPr lang="de-DE" noProof="0" dirty="0"/>
              <a:t>Seite</a:t>
            </a:r>
            <a:r>
              <a:rPr lang="en-US" dirty="0"/>
              <a:t> </a:t>
            </a:r>
            <a:fld id="{401BA3E4-5E55-4F99-AF09-CC6D6B2539E2}" type="slidenum">
              <a:rPr lang="en-US" smtClean="0"/>
              <a:pPr/>
              <a:t>‹Nr.›</a:t>
            </a:fld>
            <a:endParaRPr lang="en-US" dirty="0"/>
          </a:p>
        </p:txBody>
      </p:sp>
    </p:spTree>
    <p:extLst>
      <p:ext uri="{BB962C8B-B14F-4D97-AF65-F5344CB8AC3E}">
        <p14:creationId xmlns:p14="http://schemas.microsoft.com/office/powerpoint/2010/main" val="1524871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 große Headline unten">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15309058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13" name="Objekt 12" hidden="1">
                        <a:extLst>
                          <a:ext uri="{FF2B5EF4-FFF2-40B4-BE49-F238E27FC236}">
                            <a16:creationId xmlns:a16="http://schemas.microsoft.com/office/drawing/2014/main" id="{FA62D198-8DCD-43B1-ADA0-82CB261CFE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a:extLst>
              <a:ext uri="{FF2B5EF4-FFF2-40B4-BE49-F238E27FC236}">
                <a16:creationId xmlns:a16="http://schemas.microsoft.com/office/drawing/2014/main" id="{6B002FD9-AF19-4ED6-84E1-C634A79B2BA2}"/>
              </a:ext>
            </a:extLst>
          </p:cNvPr>
          <p:cNvSpPr>
            <a:spLocks noGrp="1"/>
          </p:cNvSpPr>
          <p:nvPr>
            <p:ph type="pic" sz="quarter" idx="10"/>
          </p:nvPr>
        </p:nvSpPr>
        <p:spPr>
          <a:xfrm>
            <a:off x="0" y="0"/>
            <a:ext cx="12192000" cy="6858000"/>
          </a:xfrm>
          <a:solidFill>
            <a:schemeClr val="bg2">
              <a:lumMod val="20000"/>
              <a:lumOff val="80000"/>
            </a:schemeClr>
          </a:solidFill>
        </p:spPr>
        <p:txBody>
          <a:bodyPr>
            <a:noAutofit/>
          </a:bodyPr>
          <a:lstStyle>
            <a:lvl1pPr>
              <a:defRPr>
                <a:solidFill>
                  <a:schemeClr val="bg1"/>
                </a:solidFill>
              </a:defRPr>
            </a:lvl1pPr>
          </a:lstStyle>
          <a:p>
            <a:r>
              <a:rPr lang="de-DE"/>
              <a:t>Bild durch Klicken auf Symbol hinzufügen</a:t>
            </a:r>
            <a:endParaRPr lang="en-US" dirty="0"/>
          </a:p>
        </p:txBody>
      </p:sp>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1" y="3002996"/>
            <a:ext cx="5916612" cy="2981879"/>
          </a:xfrm>
          <a:gradFill flip="none" rotWithShape="1">
            <a:gsLst>
              <a:gs pos="34000">
                <a:srgbClr val="1D7790">
                  <a:alpha val="95000"/>
                </a:srgbClr>
              </a:gs>
              <a:gs pos="0">
                <a:srgbClr val="014A6B">
                  <a:alpha val="95000"/>
                </a:srgbClr>
              </a:gs>
              <a:gs pos="74000">
                <a:schemeClr val="accent5">
                  <a:lumMod val="90000"/>
                  <a:lumOff val="10000"/>
                  <a:alpha val="95000"/>
                </a:schemeClr>
              </a:gs>
              <a:gs pos="100000">
                <a:srgbClr val="09B2AC">
                  <a:alpha val="95000"/>
                </a:srgbClr>
              </a:gs>
            </a:gsLst>
            <a:path path="circle">
              <a:fillToRect r="100000" b="100000"/>
            </a:path>
            <a:tileRect l="-100000" t="-100000"/>
          </a:gradFill>
        </p:spPr>
        <p:txBody>
          <a:bodyPr lIns="486000" tIns="360000" rIns="360000" bIns="360000" anchor="b">
            <a:spAutoFit/>
          </a:bodyPr>
          <a:lstStyle>
            <a:lvl1pPr>
              <a:lnSpc>
                <a:spcPct val="110000"/>
              </a:lnSpc>
              <a:spcAft>
                <a:spcPts val="0"/>
              </a:spcAft>
              <a:defRPr sz="1600" b="0">
                <a:solidFill>
                  <a:schemeClr val="bg1"/>
                </a:solidFill>
                <a:latin typeface="+mj-lt"/>
              </a:defRPr>
            </a:lvl1pPr>
            <a:lvl2pPr>
              <a:lnSpc>
                <a:spcPts val="3200"/>
              </a:lnSpc>
              <a:spcAft>
                <a:spcPts val="640"/>
              </a:spcAft>
              <a:defRPr sz="4160" b="0">
                <a:solidFill>
                  <a:schemeClr val="bg1"/>
                </a:solidFill>
                <a:latin typeface="Frutiger LT Com 75 Black" panose="020B0A03040504030204" pitchFamily="34" charset="0"/>
              </a:defRPr>
            </a:lvl2pPr>
            <a:lvl3pPr>
              <a:lnSpc>
                <a:spcPct val="100000"/>
              </a:lnSpc>
              <a:spcAft>
                <a:spcPts val="0"/>
              </a:spcAft>
              <a:defRPr sz="3200" b="0">
                <a:solidFill>
                  <a:schemeClr val="bg1"/>
                </a:solidFill>
                <a:latin typeface="+mn-lt"/>
              </a:defRPr>
            </a:lvl3pPr>
            <a:lvl4pPr marL="0" indent="0">
              <a:lnSpc>
                <a:spcPct val="110000"/>
              </a:lnSpc>
              <a:spcBef>
                <a:spcPts val="2080"/>
              </a:spcBef>
              <a:spcAft>
                <a:spcPts val="0"/>
              </a:spcAft>
              <a:buNone/>
              <a:defRPr sz="1600">
                <a:solidFill>
                  <a:schemeClr val="bg1"/>
                </a:solidFill>
              </a:defRPr>
            </a:lvl4pPr>
            <a:lvl5pPr>
              <a:spcAft>
                <a:spcPts val="0"/>
              </a:spcAft>
              <a:defRPr/>
            </a:lvl5pPr>
          </a:lstStyle>
          <a:p>
            <a:pPr lvl="0"/>
            <a:r>
              <a:rPr lang="de-DE" dirty="0" err="1"/>
              <a:t>Subline</a:t>
            </a:r>
            <a:r>
              <a:rPr lang="de-DE" dirty="0"/>
              <a:t>/Referent/Datum</a:t>
            </a:r>
          </a:p>
          <a:p>
            <a:pPr lvl="1"/>
            <a:r>
              <a:rPr lang="de-DE" dirty="0"/>
              <a:t>—</a:t>
            </a:r>
          </a:p>
          <a:p>
            <a:pPr lvl="2"/>
            <a:r>
              <a:rPr lang="de-DE" dirty="0"/>
              <a:t>Headline groß, Frutiger LT </a:t>
            </a:r>
            <a:r>
              <a:rPr lang="de-DE" dirty="0" err="1"/>
              <a:t>Com</a:t>
            </a:r>
            <a:r>
              <a:rPr lang="de-DE" dirty="0"/>
              <a:t> Light, 32 </a:t>
            </a:r>
            <a:r>
              <a:rPr lang="de-DE" dirty="0" err="1"/>
              <a:t>pt</a:t>
            </a:r>
            <a:endParaRPr lang="de-DE" dirty="0"/>
          </a:p>
          <a:p>
            <a:pPr lvl="3"/>
            <a:r>
              <a:rPr lang="de-DE" dirty="0"/>
              <a:t>Referenten</a:t>
            </a:r>
          </a:p>
        </p:txBody>
      </p:sp>
      <p:sp>
        <p:nvSpPr>
          <p:cNvPr id="2" name="Datumsplatzhalter 1">
            <a:extLst>
              <a:ext uri="{FF2B5EF4-FFF2-40B4-BE49-F238E27FC236}">
                <a16:creationId xmlns:a16="http://schemas.microsoft.com/office/drawing/2014/main" id="{D968778D-8BC8-464B-A800-1D1791A3726E}"/>
              </a:ext>
            </a:extLst>
          </p:cNvPr>
          <p:cNvSpPr>
            <a:spLocks noGrp="1"/>
          </p:cNvSpPr>
          <p:nvPr>
            <p:ph type="dt" sz="half" idx="12"/>
          </p:nvPr>
        </p:nvSpPr>
        <p:spPr>
          <a:xfrm>
            <a:off x="1388048" y="7027336"/>
            <a:ext cx="720000" cy="123111"/>
          </a:xfrm>
        </p:spPr>
        <p:txBody>
          <a:bodyPr/>
          <a:lstStyle/>
          <a:p>
            <a:fld id="{18404E2F-0DC3-491D-BBFF-E567024868D0}" type="datetime1">
              <a:rPr lang="de-DE" noProof="0" smtClean="0"/>
              <a:t>13.05.2026</a:t>
            </a:fld>
            <a:endParaRPr lang="de-DE" noProof="0" dirty="0"/>
          </a:p>
        </p:txBody>
      </p:sp>
      <p:sp>
        <p:nvSpPr>
          <p:cNvPr id="3" name="Fußzeilenplatzhalter 2">
            <a:extLst>
              <a:ext uri="{FF2B5EF4-FFF2-40B4-BE49-F238E27FC236}">
                <a16:creationId xmlns:a16="http://schemas.microsoft.com/office/drawing/2014/main" id="{75260CBB-BBBF-4BD2-A2B2-E16FB43BCE8E}"/>
              </a:ext>
            </a:extLst>
          </p:cNvPr>
          <p:cNvSpPr>
            <a:spLocks noGrp="1"/>
          </p:cNvSpPr>
          <p:nvPr>
            <p:ph type="ftr" sz="quarter" idx="13"/>
          </p:nvPr>
        </p:nvSpPr>
        <p:spPr>
          <a:xfrm>
            <a:off x="2297897" y="7027336"/>
            <a:ext cx="2952000" cy="123111"/>
          </a:xfrm>
        </p:spPr>
        <p:txBody>
          <a:bodyPr/>
          <a:lstStyle/>
          <a:p>
            <a:r>
              <a:rPr lang="de-DE" noProof="0"/>
              <a:t>© Fraunhofer IISB</a:t>
            </a:r>
            <a:endParaRPr lang="de-DE" noProof="0" dirty="0"/>
          </a:p>
        </p:txBody>
      </p:sp>
      <p:sp>
        <p:nvSpPr>
          <p:cNvPr id="4" name="Foliennummernplatzhalter 3">
            <a:extLst>
              <a:ext uri="{FF2B5EF4-FFF2-40B4-BE49-F238E27FC236}">
                <a16:creationId xmlns:a16="http://schemas.microsoft.com/office/drawing/2014/main" id="{5C9F131B-2B68-425B-8FFF-8D359E0D5DD5}"/>
              </a:ext>
            </a:extLst>
          </p:cNvPr>
          <p:cNvSpPr>
            <a:spLocks noGrp="1"/>
          </p:cNvSpPr>
          <p:nvPr>
            <p:ph type="sldNum" sz="quarter" idx="14"/>
          </p:nvPr>
        </p:nvSpPr>
        <p:spPr>
          <a:xfrm>
            <a:off x="479425" y="7027336"/>
            <a:ext cx="720000" cy="123111"/>
          </a:xfrm>
        </p:spPr>
        <p:txBody>
          <a:bodyPr/>
          <a:lstStyle/>
          <a:p>
            <a:r>
              <a:rPr lang="de-DE" noProof="0"/>
              <a:t>Seite</a:t>
            </a:r>
            <a:r>
              <a:rPr lang="en-US"/>
              <a:t> </a:t>
            </a:r>
            <a:fld id="{401BA3E4-5E55-4F99-AF09-CC6D6B2539E2}" type="slidenum">
              <a:rPr lang="en-US" smtClean="0"/>
              <a:pPr/>
              <a:t>‹Nr.›</a:t>
            </a:fld>
            <a:endParaRPr lang="en-US" dirty="0"/>
          </a:p>
        </p:txBody>
      </p:sp>
    </p:spTree>
    <p:extLst>
      <p:ext uri="{BB962C8B-B14F-4D97-AF65-F5344CB8AC3E}">
        <p14:creationId xmlns:p14="http://schemas.microsoft.com/office/powerpoint/2010/main" val="2174523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 kleine Headline oben">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41643910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13" name="Objekt 12" hidden="1">
                        <a:extLst>
                          <a:ext uri="{FF2B5EF4-FFF2-40B4-BE49-F238E27FC236}">
                            <a16:creationId xmlns:a16="http://schemas.microsoft.com/office/drawing/2014/main" id="{FA62D198-8DCD-43B1-ADA0-82CB261CFE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a:extLst>
              <a:ext uri="{FF2B5EF4-FFF2-40B4-BE49-F238E27FC236}">
                <a16:creationId xmlns:a16="http://schemas.microsoft.com/office/drawing/2014/main" id="{6B002FD9-AF19-4ED6-84E1-C634A79B2BA2}"/>
              </a:ext>
            </a:extLst>
          </p:cNvPr>
          <p:cNvSpPr>
            <a:spLocks noGrp="1"/>
          </p:cNvSpPr>
          <p:nvPr>
            <p:ph type="pic" sz="quarter" idx="10"/>
          </p:nvPr>
        </p:nvSpPr>
        <p:spPr>
          <a:xfrm>
            <a:off x="0" y="0"/>
            <a:ext cx="12192000" cy="6858000"/>
          </a:xfrm>
          <a:solidFill>
            <a:schemeClr val="bg2">
              <a:lumMod val="20000"/>
              <a:lumOff val="80000"/>
            </a:schemeClr>
          </a:solidFill>
        </p:spPr>
        <p:txBody>
          <a:bodyPr>
            <a:noAutofit/>
          </a:bodyPr>
          <a:lstStyle>
            <a:lvl1pPr>
              <a:defRPr>
                <a:solidFill>
                  <a:schemeClr val="bg1"/>
                </a:solidFill>
              </a:defRPr>
            </a:lvl1pPr>
          </a:lstStyle>
          <a:p>
            <a:r>
              <a:rPr lang="de-DE"/>
              <a:t>Bild durch Klicken auf Symbol hinzufügen</a:t>
            </a:r>
            <a:endParaRPr lang="en-US" dirty="0"/>
          </a:p>
        </p:txBody>
      </p:sp>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6275388" y="2974270"/>
            <a:ext cx="5916612" cy="3010605"/>
          </a:xfrm>
          <a:gradFill flip="none" rotWithShape="1">
            <a:gsLst>
              <a:gs pos="34000">
                <a:srgbClr val="00779A"/>
              </a:gs>
              <a:gs pos="0">
                <a:srgbClr val="014A6B">
                  <a:alpha val="95000"/>
                </a:srgbClr>
              </a:gs>
              <a:gs pos="74000">
                <a:schemeClr val="accent5">
                  <a:lumMod val="90000"/>
                  <a:lumOff val="10000"/>
                  <a:alpha val="95000"/>
                </a:schemeClr>
              </a:gs>
              <a:gs pos="100000">
                <a:srgbClr val="09B2AC">
                  <a:alpha val="95000"/>
                </a:srgbClr>
              </a:gs>
            </a:gsLst>
            <a:path path="circle">
              <a:fillToRect r="100000" b="100000"/>
            </a:path>
            <a:tileRect l="-100000" t="-100000"/>
          </a:gradFill>
        </p:spPr>
        <p:txBody>
          <a:bodyPr lIns="360000" tIns="360000" rIns="360000" bIns="360000" anchor="b">
            <a:spAutoFit/>
          </a:bodyPr>
          <a:lstStyle>
            <a:lvl1pPr>
              <a:lnSpc>
                <a:spcPct val="100000"/>
              </a:lnSpc>
              <a:spcAft>
                <a:spcPts val="0"/>
              </a:spcAft>
              <a:defRPr sz="2400" b="0">
                <a:solidFill>
                  <a:schemeClr val="bg1"/>
                </a:solidFill>
                <a:latin typeface="+mn-lt"/>
              </a:defRPr>
            </a:lvl1pPr>
            <a:lvl2pPr>
              <a:lnSpc>
                <a:spcPts val="2640"/>
              </a:lnSpc>
              <a:spcAft>
                <a:spcPts val="1200"/>
              </a:spcAft>
              <a:defRPr sz="3120" b="0">
                <a:solidFill>
                  <a:schemeClr val="bg1"/>
                </a:solidFill>
                <a:latin typeface="Frutiger LT Com 75 Black" panose="020B0A03040504030204" pitchFamily="34" charset="0"/>
              </a:defRPr>
            </a:lvl2pPr>
            <a:lvl3pPr>
              <a:lnSpc>
                <a:spcPct val="110000"/>
              </a:lnSpc>
              <a:spcAft>
                <a:spcPts val="0"/>
              </a:spcAft>
              <a:defRPr sz="1400">
                <a:solidFill>
                  <a:schemeClr val="bg1"/>
                </a:solidFill>
                <a:latin typeface="+mj-lt"/>
              </a:defRPr>
            </a:lvl3pPr>
            <a:lvl4pPr marL="0" indent="0">
              <a:lnSpc>
                <a:spcPct val="110000"/>
              </a:lnSpc>
              <a:spcBef>
                <a:spcPts val="1840"/>
              </a:spcBef>
              <a:spcAft>
                <a:spcPts val="0"/>
              </a:spcAft>
              <a:buNone/>
              <a:defRPr sz="1400">
                <a:solidFill>
                  <a:schemeClr val="bg1"/>
                </a:solidFill>
              </a:defRPr>
            </a:lvl4pPr>
            <a:lvl5pPr>
              <a:spcAft>
                <a:spcPts val="0"/>
              </a:spcAft>
              <a:defRPr/>
            </a:lvl5pPr>
          </a:lstStyle>
          <a:p>
            <a:pPr lvl="0"/>
            <a:r>
              <a:rPr lang="de-DE" dirty="0"/>
              <a:t>Headline klein, Frutiger LT </a:t>
            </a:r>
            <a:r>
              <a:rPr lang="de-DE" dirty="0" err="1"/>
              <a:t>Com</a:t>
            </a:r>
            <a:r>
              <a:rPr lang="de-DE" dirty="0"/>
              <a:t> Light, 24 </a:t>
            </a:r>
            <a:r>
              <a:rPr lang="de-DE" dirty="0" err="1"/>
              <a:t>pt</a:t>
            </a:r>
            <a:br>
              <a:rPr lang="de-DE" dirty="0"/>
            </a:br>
            <a:r>
              <a:rPr lang="de-DE" dirty="0"/>
              <a:t>max. 3 Zeilen</a:t>
            </a:r>
          </a:p>
          <a:p>
            <a:pPr lvl="1"/>
            <a:r>
              <a:rPr lang="de-DE" dirty="0"/>
              <a:t>—</a:t>
            </a:r>
          </a:p>
          <a:p>
            <a:pPr lvl="2"/>
            <a:r>
              <a:rPr lang="de-DE" dirty="0" err="1"/>
              <a:t>Subline</a:t>
            </a:r>
            <a:r>
              <a:rPr lang="de-DE" dirty="0"/>
              <a:t>/Referent/Datum</a:t>
            </a:r>
          </a:p>
          <a:p>
            <a:pPr lvl="3"/>
            <a:r>
              <a:rPr lang="de-DE" dirty="0"/>
              <a:t>Referenten</a:t>
            </a:r>
          </a:p>
        </p:txBody>
      </p:sp>
      <p:sp>
        <p:nvSpPr>
          <p:cNvPr id="2" name="Datumsplatzhalter 1">
            <a:extLst>
              <a:ext uri="{FF2B5EF4-FFF2-40B4-BE49-F238E27FC236}">
                <a16:creationId xmlns:a16="http://schemas.microsoft.com/office/drawing/2014/main" id="{464FAF97-8E98-4493-977E-6FEDC5291BDE}"/>
              </a:ext>
            </a:extLst>
          </p:cNvPr>
          <p:cNvSpPr>
            <a:spLocks noGrp="1"/>
          </p:cNvSpPr>
          <p:nvPr>
            <p:ph type="dt" sz="half" idx="12"/>
          </p:nvPr>
        </p:nvSpPr>
        <p:spPr>
          <a:xfrm>
            <a:off x="1388048" y="7027336"/>
            <a:ext cx="720000" cy="123111"/>
          </a:xfrm>
        </p:spPr>
        <p:txBody>
          <a:bodyPr/>
          <a:lstStyle/>
          <a:p>
            <a:fld id="{18404E2F-0DC3-491D-BBFF-E567024868D0}" type="datetime1">
              <a:rPr lang="de-DE" noProof="0" smtClean="0"/>
              <a:t>13.05.2026</a:t>
            </a:fld>
            <a:endParaRPr lang="de-DE" noProof="0" dirty="0"/>
          </a:p>
        </p:txBody>
      </p:sp>
      <p:sp>
        <p:nvSpPr>
          <p:cNvPr id="3" name="Fußzeilenplatzhalter 2">
            <a:extLst>
              <a:ext uri="{FF2B5EF4-FFF2-40B4-BE49-F238E27FC236}">
                <a16:creationId xmlns:a16="http://schemas.microsoft.com/office/drawing/2014/main" id="{590CB561-9F99-4288-90CE-88D602D52C2C}"/>
              </a:ext>
            </a:extLst>
          </p:cNvPr>
          <p:cNvSpPr>
            <a:spLocks noGrp="1"/>
          </p:cNvSpPr>
          <p:nvPr>
            <p:ph type="ftr" sz="quarter" idx="13"/>
          </p:nvPr>
        </p:nvSpPr>
        <p:spPr>
          <a:xfrm>
            <a:off x="2297897" y="7027336"/>
            <a:ext cx="2952000" cy="123111"/>
          </a:xfrm>
        </p:spPr>
        <p:txBody>
          <a:bodyPr/>
          <a:lstStyle/>
          <a:p>
            <a:r>
              <a:rPr lang="de-DE" noProof="0"/>
              <a:t>© Fraunhofer IISB</a:t>
            </a:r>
            <a:endParaRPr lang="de-DE" noProof="0" dirty="0"/>
          </a:p>
        </p:txBody>
      </p:sp>
      <p:sp>
        <p:nvSpPr>
          <p:cNvPr id="4" name="Foliennummernplatzhalter 3">
            <a:extLst>
              <a:ext uri="{FF2B5EF4-FFF2-40B4-BE49-F238E27FC236}">
                <a16:creationId xmlns:a16="http://schemas.microsoft.com/office/drawing/2014/main" id="{14596121-908B-4B59-963A-E95F7A86847F}"/>
              </a:ext>
            </a:extLst>
          </p:cNvPr>
          <p:cNvSpPr>
            <a:spLocks noGrp="1"/>
          </p:cNvSpPr>
          <p:nvPr>
            <p:ph type="sldNum" sz="quarter" idx="14"/>
          </p:nvPr>
        </p:nvSpPr>
        <p:spPr>
          <a:xfrm>
            <a:off x="479425" y="7027336"/>
            <a:ext cx="720000" cy="123111"/>
          </a:xfrm>
        </p:spPr>
        <p:txBody>
          <a:bodyPr/>
          <a:lstStyle/>
          <a:p>
            <a:r>
              <a:rPr lang="de-DE" noProof="0" dirty="0"/>
              <a:t>Seite</a:t>
            </a:r>
            <a:r>
              <a:rPr lang="en-US" dirty="0"/>
              <a:t> </a:t>
            </a:r>
            <a:fld id="{401BA3E4-5E55-4F99-AF09-CC6D6B2539E2}" type="slidenum">
              <a:rPr lang="en-US" smtClean="0"/>
              <a:pPr/>
              <a:t>‹Nr.›</a:t>
            </a:fld>
            <a:endParaRPr lang="en-US" dirty="0"/>
          </a:p>
        </p:txBody>
      </p:sp>
    </p:spTree>
    <p:extLst>
      <p:ext uri="{BB962C8B-B14F-4D97-AF65-F5344CB8AC3E}">
        <p14:creationId xmlns:p14="http://schemas.microsoft.com/office/powerpoint/2010/main" val="3681998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 kleine Headline unten">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15515374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13" name="Objekt 12" hidden="1">
                        <a:extLst>
                          <a:ext uri="{FF2B5EF4-FFF2-40B4-BE49-F238E27FC236}">
                            <a16:creationId xmlns:a16="http://schemas.microsoft.com/office/drawing/2014/main" id="{FA62D198-8DCD-43B1-ADA0-82CB261CFE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a:extLst>
              <a:ext uri="{FF2B5EF4-FFF2-40B4-BE49-F238E27FC236}">
                <a16:creationId xmlns:a16="http://schemas.microsoft.com/office/drawing/2014/main" id="{6B002FD9-AF19-4ED6-84E1-C634A79B2BA2}"/>
              </a:ext>
            </a:extLst>
          </p:cNvPr>
          <p:cNvSpPr>
            <a:spLocks noGrp="1"/>
          </p:cNvSpPr>
          <p:nvPr>
            <p:ph type="pic" sz="quarter" idx="10"/>
          </p:nvPr>
        </p:nvSpPr>
        <p:spPr>
          <a:xfrm>
            <a:off x="0" y="0"/>
            <a:ext cx="12192000" cy="6858000"/>
          </a:xfrm>
          <a:solidFill>
            <a:schemeClr val="bg2">
              <a:lumMod val="20000"/>
              <a:lumOff val="80000"/>
            </a:schemeClr>
          </a:solidFill>
        </p:spPr>
        <p:txBody>
          <a:bodyPr>
            <a:noAutofit/>
          </a:bodyPr>
          <a:lstStyle>
            <a:lvl1pPr>
              <a:defRPr>
                <a:solidFill>
                  <a:schemeClr val="bg1"/>
                </a:solidFill>
              </a:defRPr>
            </a:lvl1pPr>
          </a:lstStyle>
          <a:p>
            <a:r>
              <a:rPr lang="de-DE"/>
              <a:t>Bild durch Klicken auf Symbol hinzufügen</a:t>
            </a:r>
            <a:endParaRPr lang="en-US" dirty="0"/>
          </a:p>
        </p:txBody>
      </p:sp>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1" y="3038390"/>
            <a:ext cx="5916612" cy="2946485"/>
          </a:xfrm>
          <a:gradFill flip="none" rotWithShape="1">
            <a:gsLst>
              <a:gs pos="34000">
                <a:srgbClr val="00779A">
                  <a:alpha val="95000"/>
                </a:srgbClr>
              </a:gs>
              <a:gs pos="0">
                <a:srgbClr val="014A6B">
                  <a:alpha val="95000"/>
                </a:srgbClr>
              </a:gs>
              <a:gs pos="74000">
                <a:schemeClr val="accent5">
                  <a:lumMod val="90000"/>
                  <a:lumOff val="10000"/>
                  <a:alpha val="95000"/>
                </a:schemeClr>
              </a:gs>
              <a:gs pos="100000">
                <a:srgbClr val="09B2AC">
                  <a:alpha val="95000"/>
                </a:srgbClr>
              </a:gs>
            </a:gsLst>
            <a:path path="circle">
              <a:fillToRect r="100000" b="100000"/>
            </a:path>
            <a:tileRect l="-100000" t="-100000"/>
          </a:gradFill>
        </p:spPr>
        <p:txBody>
          <a:bodyPr lIns="486000" tIns="360000" rIns="360000" bIns="360000" anchor="b">
            <a:spAutoFit/>
          </a:bodyPr>
          <a:lstStyle>
            <a:lvl1pPr>
              <a:lnSpc>
                <a:spcPct val="110000"/>
              </a:lnSpc>
              <a:spcAft>
                <a:spcPts val="0"/>
              </a:spcAft>
              <a:defRPr sz="1400" b="0">
                <a:solidFill>
                  <a:schemeClr val="bg1"/>
                </a:solidFill>
                <a:latin typeface="+mj-lt"/>
              </a:defRPr>
            </a:lvl1pPr>
            <a:lvl2pPr>
              <a:lnSpc>
                <a:spcPts val="2800"/>
              </a:lnSpc>
              <a:spcAft>
                <a:spcPts val="480"/>
              </a:spcAft>
              <a:defRPr sz="3120" b="0">
                <a:solidFill>
                  <a:schemeClr val="bg1"/>
                </a:solidFill>
                <a:latin typeface="Frutiger LT Com 75 Black" panose="020B0A03040504030204" pitchFamily="34" charset="0"/>
              </a:defRPr>
            </a:lvl2pPr>
            <a:lvl3pPr>
              <a:lnSpc>
                <a:spcPct val="100000"/>
              </a:lnSpc>
              <a:spcAft>
                <a:spcPts val="0"/>
              </a:spcAft>
              <a:defRPr sz="2400" b="0">
                <a:solidFill>
                  <a:schemeClr val="bg1"/>
                </a:solidFill>
                <a:latin typeface="+mn-lt"/>
              </a:defRPr>
            </a:lvl3pPr>
            <a:lvl4pPr marL="0" indent="0">
              <a:lnSpc>
                <a:spcPct val="110000"/>
              </a:lnSpc>
              <a:spcBef>
                <a:spcPts val="2080"/>
              </a:spcBef>
              <a:spcAft>
                <a:spcPts val="0"/>
              </a:spcAft>
              <a:buNone/>
              <a:defRPr lang="de-DE" sz="1600" kern="1200" dirty="0">
                <a:solidFill>
                  <a:schemeClr val="bg1"/>
                </a:solidFill>
                <a:latin typeface="+mn-lt"/>
                <a:ea typeface="+mn-ea"/>
                <a:cs typeface="+mn-cs"/>
              </a:defRPr>
            </a:lvl4pPr>
            <a:lvl5pPr>
              <a:spcAft>
                <a:spcPts val="0"/>
              </a:spcAft>
              <a:defRPr/>
            </a:lvl5pPr>
          </a:lstStyle>
          <a:p>
            <a:pPr lvl="0"/>
            <a:r>
              <a:rPr lang="de-DE" dirty="0" err="1"/>
              <a:t>Subline</a:t>
            </a:r>
            <a:r>
              <a:rPr lang="de-DE" dirty="0"/>
              <a:t>/Referent/Datum</a:t>
            </a:r>
          </a:p>
          <a:p>
            <a:pPr lvl="1"/>
            <a:r>
              <a:rPr lang="de-DE" dirty="0"/>
              <a:t>—</a:t>
            </a:r>
          </a:p>
          <a:p>
            <a:pPr lvl="2"/>
            <a:r>
              <a:rPr lang="de-DE" dirty="0"/>
              <a:t>Headline klein, Frutiger LT </a:t>
            </a:r>
            <a:r>
              <a:rPr lang="de-DE" dirty="0" err="1"/>
              <a:t>Com</a:t>
            </a:r>
            <a:r>
              <a:rPr lang="de-DE" dirty="0"/>
              <a:t> Light, 24 </a:t>
            </a:r>
            <a:r>
              <a:rPr lang="de-DE" dirty="0" err="1"/>
              <a:t>pt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arem</a:t>
            </a:r>
            <a:r>
              <a:rPr lang="de-DE" dirty="0"/>
              <a:t> max. 3 Zeilen</a:t>
            </a:r>
          </a:p>
          <a:p>
            <a:pPr marL="0" lvl="3" indent="0" algn="l" defTabSz="914400" rtl="0" eaLnBrk="1" latinLnBrk="0" hangingPunct="1">
              <a:lnSpc>
                <a:spcPts val="1840"/>
              </a:lnSpc>
              <a:spcBef>
                <a:spcPts val="1840"/>
              </a:spcBef>
              <a:spcAft>
                <a:spcPts val="0"/>
              </a:spcAft>
              <a:buClr>
                <a:schemeClr val="accent1"/>
              </a:buClr>
              <a:buFont typeface="Wingdings" panose="05000000000000000000" pitchFamily="2" charset="2"/>
              <a:buNone/>
            </a:pPr>
            <a:r>
              <a:rPr lang="de-DE" dirty="0"/>
              <a:t>Referenten</a:t>
            </a:r>
          </a:p>
        </p:txBody>
      </p:sp>
      <p:sp>
        <p:nvSpPr>
          <p:cNvPr id="2" name="Datumsplatzhalter 1">
            <a:extLst>
              <a:ext uri="{FF2B5EF4-FFF2-40B4-BE49-F238E27FC236}">
                <a16:creationId xmlns:a16="http://schemas.microsoft.com/office/drawing/2014/main" id="{826C9846-D78A-41C2-B9DE-AAB4647AB0BF}"/>
              </a:ext>
            </a:extLst>
          </p:cNvPr>
          <p:cNvSpPr>
            <a:spLocks noGrp="1"/>
          </p:cNvSpPr>
          <p:nvPr>
            <p:ph type="dt" sz="half" idx="12"/>
          </p:nvPr>
        </p:nvSpPr>
        <p:spPr>
          <a:xfrm>
            <a:off x="1388048" y="7027336"/>
            <a:ext cx="720000" cy="123111"/>
          </a:xfrm>
        </p:spPr>
        <p:txBody>
          <a:bodyPr/>
          <a:lstStyle/>
          <a:p>
            <a:fld id="{18404E2F-0DC3-491D-BBFF-E567024868D0}" type="datetime1">
              <a:rPr lang="de-DE" noProof="0" smtClean="0"/>
              <a:t>13.05.2026</a:t>
            </a:fld>
            <a:endParaRPr lang="de-DE" noProof="0" dirty="0"/>
          </a:p>
        </p:txBody>
      </p:sp>
      <p:sp>
        <p:nvSpPr>
          <p:cNvPr id="3" name="Fußzeilenplatzhalter 2">
            <a:extLst>
              <a:ext uri="{FF2B5EF4-FFF2-40B4-BE49-F238E27FC236}">
                <a16:creationId xmlns:a16="http://schemas.microsoft.com/office/drawing/2014/main" id="{0D8AD9C8-2824-4897-945F-4A8A1D2456E1}"/>
              </a:ext>
            </a:extLst>
          </p:cNvPr>
          <p:cNvSpPr>
            <a:spLocks noGrp="1"/>
          </p:cNvSpPr>
          <p:nvPr>
            <p:ph type="ftr" sz="quarter" idx="13"/>
          </p:nvPr>
        </p:nvSpPr>
        <p:spPr>
          <a:xfrm>
            <a:off x="2297897" y="7027336"/>
            <a:ext cx="2952000" cy="123111"/>
          </a:xfrm>
        </p:spPr>
        <p:txBody>
          <a:bodyPr/>
          <a:lstStyle/>
          <a:p>
            <a:r>
              <a:rPr lang="de-DE" noProof="0"/>
              <a:t>© Fraunhofer IISB</a:t>
            </a:r>
            <a:endParaRPr lang="de-DE" noProof="0" dirty="0"/>
          </a:p>
        </p:txBody>
      </p:sp>
      <p:sp>
        <p:nvSpPr>
          <p:cNvPr id="4" name="Foliennummernplatzhalter 3">
            <a:extLst>
              <a:ext uri="{FF2B5EF4-FFF2-40B4-BE49-F238E27FC236}">
                <a16:creationId xmlns:a16="http://schemas.microsoft.com/office/drawing/2014/main" id="{5C1209F8-6861-41DE-A5C0-5C8F5AB393F9}"/>
              </a:ext>
            </a:extLst>
          </p:cNvPr>
          <p:cNvSpPr>
            <a:spLocks noGrp="1"/>
          </p:cNvSpPr>
          <p:nvPr>
            <p:ph type="sldNum" sz="quarter" idx="14"/>
          </p:nvPr>
        </p:nvSpPr>
        <p:spPr>
          <a:xfrm>
            <a:off x="479425" y="7027336"/>
            <a:ext cx="720000" cy="123111"/>
          </a:xfrm>
        </p:spPr>
        <p:txBody>
          <a:bodyPr/>
          <a:lstStyle/>
          <a:p>
            <a:r>
              <a:rPr lang="de-DE" noProof="0" dirty="0"/>
              <a:t>Seite</a:t>
            </a:r>
            <a:r>
              <a:rPr lang="en-US" dirty="0"/>
              <a:t> </a:t>
            </a:r>
            <a:fld id="{401BA3E4-5E55-4F99-AF09-CC6D6B2539E2}" type="slidenum">
              <a:rPr lang="en-US" smtClean="0"/>
              <a:pPr/>
              <a:t>‹Nr.›</a:t>
            </a:fld>
            <a:endParaRPr lang="en-US" dirty="0"/>
          </a:p>
        </p:txBody>
      </p:sp>
    </p:spTree>
    <p:extLst>
      <p:ext uri="{BB962C8B-B14F-4D97-AF65-F5344CB8AC3E}">
        <p14:creationId xmlns:p14="http://schemas.microsoft.com/office/powerpoint/2010/main" val="343179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 Co-Branding">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30954403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13" name="Objekt 12" hidden="1">
                        <a:extLst>
                          <a:ext uri="{FF2B5EF4-FFF2-40B4-BE49-F238E27FC236}">
                            <a16:creationId xmlns:a16="http://schemas.microsoft.com/office/drawing/2014/main" id="{FA62D198-8DCD-43B1-ADA0-82CB261CFE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a:extLst>
              <a:ext uri="{FF2B5EF4-FFF2-40B4-BE49-F238E27FC236}">
                <a16:creationId xmlns:a16="http://schemas.microsoft.com/office/drawing/2014/main" id="{6B002FD9-AF19-4ED6-84E1-C634A79B2BA2}"/>
              </a:ext>
            </a:extLst>
          </p:cNvPr>
          <p:cNvSpPr>
            <a:spLocks noGrp="1"/>
          </p:cNvSpPr>
          <p:nvPr>
            <p:ph type="pic" sz="quarter" idx="10"/>
          </p:nvPr>
        </p:nvSpPr>
        <p:spPr>
          <a:xfrm>
            <a:off x="0" y="0"/>
            <a:ext cx="12192000" cy="4572000"/>
          </a:xfrm>
          <a:solidFill>
            <a:schemeClr val="bg2">
              <a:lumMod val="20000"/>
              <a:lumOff val="80000"/>
            </a:schemeClr>
          </a:solidFill>
        </p:spPr>
        <p:txBody>
          <a:bodyPr>
            <a:noAutofit/>
          </a:bodyPr>
          <a:lstStyle>
            <a:lvl1pPr>
              <a:defRPr>
                <a:solidFill>
                  <a:schemeClr val="bg1"/>
                </a:solidFill>
              </a:defRPr>
            </a:lvl1pPr>
          </a:lstStyle>
          <a:p>
            <a:r>
              <a:rPr lang="de-DE"/>
              <a:t>Bild durch Klicken auf Symbol hinzufügen</a:t>
            </a:r>
            <a:endParaRPr lang="en-US" dirty="0"/>
          </a:p>
        </p:txBody>
      </p:sp>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0" y="2524025"/>
            <a:ext cx="7824783" cy="2981879"/>
          </a:xfrm>
          <a:gradFill flip="none" rotWithShape="1">
            <a:gsLst>
              <a:gs pos="34000">
                <a:srgbClr val="1E7992">
                  <a:alpha val="95000"/>
                </a:srgbClr>
              </a:gs>
              <a:gs pos="0">
                <a:srgbClr val="014A6B">
                  <a:alpha val="95000"/>
                </a:srgbClr>
              </a:gs>
              <a:gs pos="74000">
                <a:schemeClr val="accent5">
                  <a:lumMod val="90000"/>
                  <a:lumOff val="10000"/>
                  <a:alpha val="95000"/>
                </a:schemeClr>
              </a:gs>
              <a:gs pos="100000">
                <a:srgbClr val="09B2AC">
                  <a:alpha val="95000"/>
                </a:srgbClr>
              </a:gs>
            </a:gsLst>
            <a:path path="circle">
              <a:fillToRect r="100000" b="100000"/>
            </a:path>
            <a:tileRect l="-100000" t="-100000"/>
          </a:gradFill>
        </p:spPr>
        <p:txBody>
          <a:bodyPr wrap="square" lIns="486000" tIns="360000" rIns="360000" bIns="360000" anchor="b">
            <a:spAutoFit/>
          </a:bodyPr>
          <a:lstStyle>
            <a:lvl1pPr>
              <a:lnSpc>
                <a:spcPct val="110000"/>
              </a:lnSpc>
              <a:spcAft>
                <a:spcPts val="0"/>
              </a:spcAft>
              <a:defRPr sz="1600" b="0">
                <a:solidFill>
                  <a:schemeClr val="bg1"/>
                </a:solidFill>
                <a:latin typeface="+mj-lt"/>
              </a:defRPr>
            </a:lvl1pPr>
            <a:lvl2pPr>
              <a:lnSpc>
                <a:spcPts val="3200"/>
              </a:lnSpc>
              <a:spcAft>
                <a:spcPts val="640"/>
              </a:spcAft>
              <a:defRPr sz="4160" b="0">
                <a:solidFill>
                  <a:schemeClr val="bg1"/>
                </a:solidFill>
                <a:latin typeface="Frutiger LT Com 75 Black" panose="020B0A03040504030204" pitchFamily="34" charset="0"/>
              </a:defRPr>
            </a:lvl2pPr>
            <a:lvl3pPr>
              <a:lnSpc>
                <a:spcPct val="100000"/>
              </a:lnSpc>
              <a:spcAft>
                <a:spcPts val="0"/>
              </a:spcAft>
              <a:defRPr sz="3200" b="0">
                <a:solidFill>
                  <a:schemeClr val="bg1"/>
                </a:solidFill>
                <a:latin typeface="+mn-lt"/>
              </a:defRPr>
            </a:lvl3pPr>
            <a:lvl4pPr marL="0" indent="0">
              <a:lnSpc>
                <a:spcPct val="110000"/>
              </a:lnSpc>
              <a:spcBef>
                <a:spcPts val="2080"/>
              </a:spcBef>
              <a:spcAft>
                <a:spcPts val="0"/>
              </a:spcAft>
              <a:buNone/>
              <a:defRPr sz="1600">
                <a:solidFill>
                  <a:schemeClr val="bg1"/>
                </a:solidFill>
              </a:defRPr>
            </a:lvl4pPr>
            <a:lvl5pPr>
              <a:spcAft>
                <a:spcPts val="0"/>
              </a:spcAft>
              <a:defRPr/>
            </a:lvl5pPr>
          </a:lstStyle>
          <a:p>
            <a:pPr lvl="0"/>
            <a:r>
              <a:rPr lang="de-DE" dirty="0" err="1"/>
              <a:t>Subline</a:t>
            </a:r>
            <a:r>
              <a:rPr lang="de-DE" dirty="0"/>
              <a:t>/Referent/Datum</a:t>
            </a:r>
          </a:p>
          <a:p>
            <a:pPr lvl="1"/>
            <a:r>
              <a:rPr lang="de-DE" dirty="0"/>
              <a:t>—</a:t>
            </a:r>
          </a:p>
          <a:p>
            <a:pPr lvl="2"/>
            <a:r>
              <a:rPr lang="de-DE" dirty="0"/>
              <a:t>Headline groß, Frutiger LT </a:t>
            </a:r>
            <a:r>
              <a:rPr lang="de-DE" dirty="0" err="1"/>
              <a:t>Com</a:t>
            </a:r>
            <a:r>
              <a:rPr lang="de-DE" dirty="0"/>
              <a:t> Light, 32 </a:t>
            </a:r>
            <a:r>
              <a:rPr lang="de-DE" dirty="0" err="1"/>
              <a:t>pt</a:t>
            </a:r>
            <a:endParaRPr lang="de-DE" dirty="0"/>
          </a:p>
          <a:p>
            <a:pPr lvl="3"/>
            <a:r>
              <a:rPr lang="de-DE" dirty="0"/>
              <a:t>Referenten</a:t>
            </a:r>
          </a:p>
        </p:txBody>
      </p:sp>
      <p:sp>
        <p:nvSpPr>
          <p:cNvPr id="2" name="Datumsplatzhalter 1">
            <a:extLst>
              <a:ext uri="{FF2B5EF4-FFF2-40B4-BE49-F238E27FC236}">
                <a16:creationId xmlns:a16="http://schemas.microsoft.com/office/drawing/2014/main" id="{1B5719AE-30B8-45EA-B80C-409CF4F2B2F0}"/>
              </a:ext>
            </a:extLst>
          </p:cNvPr>
          <p:cNvSpPr>
            <a:spLocks noGrp="1"/>
          </p:cNvSpPr>
          <p:nvPr>
            <p:ph type="dt" sz="half" idx="12"/>
          </p:nvPr>
        </p:nvSpPr>
        <p:spPr>
          <a:xfrm>
            <a:off x="1388048" y="7027336"/>
            <a:ext cx="720000" cy="123111"/>
          </a:xfrm>
        </p:spPr>
        <p:txBody>
          <a:bodyPr/>
          <a:lstStyle/>
          <a:p>
            <a:fld id="{18404E2F-0DC3-491D-BBFF-E567024868D0}" type="datetime1">
              <a:rPr lang="de-DE" noProof="0" smtClean="0"/>
              <a:t>13.05.2026</a:t>
            </a:fld>
            <a:endParaRPr lang="de-DE" noProof="0" dirty="0"/>
          </a:p>
        </p:txBody>
      </p:sp>
      <p:sp>
        <p:nvSpPr>
          <p:cNvPr id="3" name="Fußzeilenplatzhalter 2">
            <a:extLst>
              <a:ext uri="{FF2B5EF4-FFF2-40B4-BE49-F238E27FC236}">
                <a16:creationId xmlns:a16="http://schemas.microsoft.com/office/drawing/2014/main" id="{E3BC588A-DC32-4D84-AD10-E7DF3D9A9CD8}"/>
              </a:ext>
            </a:extLst>
          </p:cNvPr>
          <p:cNvSpPr>
            <a:spLocks noGrp="1"/>
          </p:cNvSpPr>
          <p:nvPr>
            <p:ph type="ftr" sz="quarter" idx="13"/>
          </p:nvPr>
        </p:nvSpPr>
        <p:spPr>
          <a:xfrm>
            <a:off x="2297897" y="7027336"/>
            <a:ext cx="2952000" cy="123111"/>
          </a:xfrm>
        </p:spPr>
        <p:txBody>
          <a:bodyPr/>
          <a:lstStyle/>
          <a:p>
            <a:r>
              <a:rPr lang="de-DE" noProof="0"/>
              <a:t>© Fraunhofer IISB</a:t>
            </a:r>
            <a:endParaRPr lang="de-DE" noProof="0" dirty="0"/>
          </a:p>
        </p:txBody>
      </p:sp>
      <p:sp>
        <p:nvSpPr>
          <p:cNvPr id="4" name="Foliennummernplatzhalter 3">
            <a:extLst>
              <a:ext uri="{FF2B5EF4-FFF2-40B4-BE49-F238E27FC236}">
                <a16:creationId xmlns:a16="http://schemas.microsoft.com/office/drawing/2014/main" id="{82CB5C3E-E47D-427A-AA11-CB39E0BAF281}"/>
              </a:ext>
            </a:extLst>
          </p:cNvPr>
          <p:cNvSpPr>
            <a:spLocks noGrp="1"/>
          </p:cNvSpPr>
          <p:nvPr>
            <p:ph type="sldNum" sz="quarter" idx="14"/>
          </p:nvPr>
        </p:nvSpPr>
        <p:spPr>
          <a:xfrm>
            <a:off x="479425" y="7027336"/>
            <a:ext cx="720000" cy="123111"/>
          </a:xfrm>
        </p:spPr>
        <p:txBody>
          <a:bodyPr/>
          <a:lstStyle/>
          <a:p>
            <a:r>
              <a:rPr lang="de-DE" noProof="0" dirty="0"/>
              <a:t>Seite</a:t>
            </a:r>
            <a:r>
              <a:rPr lang="en-US" dirty="0"/>
              <a:t> </a:t>
            </a:r>
            <a:fld id="{401BA3E4-5E55-4F99-AF09-CC6D6B2539E2}" type="slidenum">
              <a:rPr lang="en-US" smtClean="0"/>
              <a:pPr/>
              <a:t>‹Nr.›</a:t>
            </a:fld>
            <a:endParaRPr lang="en-US" dirty="0"/>
          </a:p>
        </p:txBody>
      </p:sp>
    </p:spTree>
    <p:extLst>
      <p:ext uri="{BB962C8B-B14F-4D97-AF65-F5344CB8AC3E}">
        <p14:creationId xmlns:p14="http://schemas.microsoft.com/office/powerpoint/2010/main" val="3489652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 Co-Branding 2">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2159587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13" name="Objekt 12" hidden="1">
                        <a:extLst>
                          <a:ext uri="{FF2B5EF4-FFF2-40B4-BE49-F238E27FC236}">
                            <a16:creationId xmlns:a16="http://schemas.microsoft.com/office/drawing/2014/main" id="{FA62D198-8DCD-43B1-ADA0-82CB261CFE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a:extLst>
              <a:ext uri="{FF2B5EF4-FFF2-40B4-BE49-F238E27FC236}">
                <a16:creationId xmlns:a16="http://schemas.microsoft.com/office/drawing/2014/main" id="{6B002FD9-AF19-4ED6-84E1-C634A79B2BA2}"/>
              </a:ext>
            </a:extLst>
          </p:cNvPr>
          <p:cNvSpPr>
            <a:spLocks noGrp="1"/>
          </p:cNvSpPr>
          <p:nvPr>
            <p:ph type="pic" sz="quarter" idx="10"/>
          </p:nvPr>
        </p:nvSpPr>
        <p:spPr>
          <a:xfrm>
            <a:off x="0" y="0"/>
            <a:ext cx="12192000" cy="3429000"/>
          </a:xfrm>
          <a:solidFill>
            <a:schemeClr val="bg2">
              <a:lumMod val="20000"/>
              <a:lumOff val="80000"/>
            </a:schemeClr>
          </a:solidFill>
        </p:spPr>
        <p:txBody>
          <a:bodyPr>
            <a:noAutofit/>
          </a:bodyPr>
          <a:lstStyle>
            <a:lvl1pPr>
              <a:defRPr>
                <a:solidFill>
                  <a:schemeClr val="bg1"/>
                </a:solidFill>
              </a:defRPr>
            </a:lvl1pPr>
          </a:lstStyle>
          <a:p>
            <a:r>
              <a:rPr lang="de-DE"/>
              <a:t>Bild durch Klicken auf Symbol hinzufügen</a:t>
            </a:r>
            <a:endParaRPr lang="en-US" dirty="0"/>
          </a:p>
        </p:txBody>
      </p:sp>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1" y="2357312"/>
            <a:ext cx="7824787" cy="3148592"/>
          </a:xfrm>
          <a:gradFill flip="none" rotWithShape="1">
            <a:gsLst>
              <a:gs pos="34000">
                <a:srgbClr val="00779A">
                  <a:alpha val="95000"/>
                </a:srgbClr>
              </a:gs>
              <a:gs pos="0">
                <a:srgbClr val="014A6B">
                  <a:alpha val="95000"/>
                </a:srgbClr>
              </a:gs>
              <a:gs pos="74000">
                <a:schemeClr val="accent5">
                  <a:lumMod val="90000"/>
                  <a:lumOff val="10000"/>
                  <a:alpha val="95000"/>
                </a:schemeClr>
              </a:gs>
              <a:gs pos="100000">
                <a:srgbClr val="09B2AC">
                  <a:alpha val="95000"/>
                </a:srgbClr>
              </a:gs>
            </a:gsLst>
            <a:path path="circle">
              <a:fillToRect r="100000" b="100000"/>
            </a:path>
            <a:tileRect l="-100000" t="-100000"/>
          </a:gradFill>
        </p:spPr>
        <p:txBody>
          <a:bodyPr wrap="square" lIns="486000" tIns="360000" rIns="360000" bIns="360000" anchor="t">
            <a:spAutoFit/>
          </a:bodyPr>
          <a:lstStyle>
            <a:lvl1pPr>
              <a:lnSpc>
                <a:spcPct val="100000"/>
              </a:lnSpc>
              <a:spcAft>
                <a:spcPts val="0"/>
              </a:spcAft>
              <a:defRPr sz="3200" b="0">
                <a:solidFill>
                  <a:schemeClr val="bg1"/>
                </a:solidFill>
                <a:latin typeface="+mn-lt"/>
              </a:defRPr>
            </a:lvl1pPr>
            <a:lvl2pPr>
              <a:lnSpc>
                <a:spcPts val="3520"/>
              </a:lnSpc>
              <a:spcAft>
                <a:spcPts val="1600"/>
              </a:spcAft>
              <a:defRPr sz="4160" b="0">
                <a:solidFill>
                  <a:schemeClr val="bg1"/>
                </a:solidFill>
                <a:latin typeface="Frutiger LT Com 75 Black" panose="020B0A03040504030204" pitchFamily="34" charset="0"/>
              </a:defRPr>
            </a:lvl2pPr>
            <a:lvl3pPr>
              <a:lnSpc>
                <a:spcPct val="110000"/>
              </a:lnSpc>
              <a:spcAft>
                <a:spcPts val="0"/>
              </a:spcAft>
              <a:defRPr sz="1600" b="0">
                <a:solidFill>
                  <a:schemeClr val="bg1"/>
                </a:solidFill>
                <a:latin typeface="+mj-lt"/>
              </a:defRPr>
            </a:lvl3pPr>
            <a:lvl4pPr marL="0" indent="0">
              <a:lnSpc>
                <a:spcPct val="110000"/>
              </a:lnSpc>
              <a:spcBef>
                <a:spcPts val="2080"/>
              </a:spcBef>
              <a:spcAft>
                <a:spcPts val="0"/>
              </a:spcAft>
              <a:buNone/>
              <a:defRPr sz="1600">
                <a:solidFill>
                  <a:schemeClr val="bg1"/>
                </a:solidFill>
              </a:defRPr>
            </a:lvl4pPr>
            <a:lvl5pPr>
              <a:spcAft>
                <a:spcPts val="0"/>
              </a:spcAft>
              <a:defRPr/>
            </a:lvl5pPr>
          </a:lstStyle>
          <a:p>
            <a:pPr lvl="0"/>
            <a:r>
              <a:rPr lang="de-DE" dirty="0"/>
              <a:t>Headline groß, Frutiger LT </a:t>
            </a:r>
            <a:r>
              <a:rPr lang="de-DE" dirty="0" err="1"/>
              <a:t>Com</a:t>
            </a:r>
            <a:r>
              <a:rPr lang="de-DE" dirty="0"/>
              <a:t> Light, 32 </a:t>
            </a:r>
            <a:r>
              <a:rPr lang="de-DE" dirty="0" err="1"/>
              <a:t>pt</a:t>
            </a:r>
            <a:endParaRPr lang="de-DE" dirty="0"/>
          </a:p>
          <a:p>
            <a:pPr lvl="1"/>
            <a:r>
              <a:rPr lang="de-DE" dirty="0"/>
              <a:t>—</a:t>
            </a:r>
          </a:p>
          <a:p>
            <a:pPr lvl="2"/>
            <a:r>
              <a:rPr lang="de-DE" dirty="0" err="1"/>
              <a:t>Subline</a:t>
            </a:r>
            <a:r>
              <a:rPr lang="de-DE" dirty="0"/>
              <a:t>/Referent/Datum</a:t>
            </a:r>
          </a:p>
          <a:p>
            <a:pPr lvl="3"/>
            <a:r>
              <a:rPr lang="de-DE" dirty="0"/>
              <a:t>Referenten</a:t>
            </a:r>
          </a:p>
        </p:txBody>
      </p:sp>
      <p:sp>
        <p:nvSpPr>
          <p:cNvPr id="2" name="Datumsplatzhalter 1">
            <a:extLst>
              <a:ext uri="{FF2B5EF4-FFF2-40B4-BE49-F238E27FC236}">
                <a16:creationId xmlns:a16="http://schemas.microsoft.com/office/drawing/2014/main" id="{0A4204C2-4248-49B0-B888-AEDE5C87E88D}"/>
              </a:ext>
            </a:extLst>
          </p:cNvPr>
          <p:cNvSpPr>
            <a:spLocks noGrp="1"/>
          </p:cNvSpPr>
          <p:nvPr>
            <p:ph type="dt" sz="half" idx="12"/>
          </p:nvPr>
        </p:nvSpPr>
        <p:spPr>
          <a:xfrm>
            <a:off x="1388048" y="7027336"/>
            <a:ext cx="720000" cy="123111"/>
          </a:xfrm>
        </p:spPr>
        <p:txBody>
          <a:bodyPr/>
          <a:lstStyle/>
          <a:p>
            <a:fld id="{18404E2F-0DC3-491D-BBFF-E567024868D0}" type="datetime1">
              <a:rPr lang="de-DE" noProof="0" smtClean="0"/>
              <a:t>13.05.2026</a:t>
            </a:fld>
            <a:endParaRPr lang="de-DE" noProof="0" dirty="0"/>
          </a:p>
        </p:txBody>
      </p:sp>
      <p:sp>
        <p:nvSpPr>
          <p:cNvPr id="3" name="Fußzeilenplatzhalter 2">
            <a:extLst>
              <a:ext uri="{FF2B5EF4-FFF2-40B4-BE49-F238E27FC236}">
                <a16:creationId xmlns:a16="http://schemas.microsoft.com/office/drawing/2014/main" id="{00296C33-84D5-4891-A511-A73F2EF90EDB}"/>
              </a:ext>
            </a:extLst>
          </p:cNvPr>
          <p:cNvSpPr>
            <a:spLocks noGrp="1"/>
          </p:cNvSpPr>
          <p:nvPr>
            <p:ph type="ftr" sz="quarter" idx="13"/>
          </p:nvPr>
        </p:nvSpPr>
        <p:spPr>
          <a:xfrm>
            <a:off x="2297897" y="7027336"/>
            <a:ext cx="2952000" cy="123111"/>
          </a:xfrm>
        </p:spPr>
        <p:txBody>
          <a:bodyPr/>
          <a:lstStyle/>
          <a:p>
            <a:r>
              <a:rPr lang="de-DE" noProof="0"/>
              <a:t>© Fraunhofer IISB</a:t>
            </a:r>
            <a:endParaRPr lang="de-DE" noProof="0" dirty="0"/>
          </a:p>
        </p:txBody>
      </p:sp>
      <p:sp>
        <p:nvSpPr>
          <p:cNvPr id="4" name="Foliennummernplatzhalter 3">
            <a:extLst>
              <a:ext uri="{FF2B5EF4-FFF2-40B4-BE49-F238E27FC236}">
                <a16:creationId xmlns:a16="http://schemas.microsoft.com/office/drawing/2014/main" id="{AEDE090B-8EDC-46F6-A07B-49E25523BDDC}"/>
              </a:ext>
            </a:extLst>
          </p:cNvPr>
          <p:cNvSpPr>
            <a:spLocks noGrp="1"/>
          </p:cNvSpPr>
          <p:nvPr>
            <p:ph type="sldNum" sz="quarter" idx="14"/>
          </p:nvPr>
        </p:nvSpPr>
        <p:spPr>
          <a:xfrm>
            <a:off x="479425" y="7027336"/>
            <a:ext cx="720000" cy="123111"/>
          </a:xfrm>
        </p:spPr>
        <p:txBody>
          <a:bodyPr/>
          <a:lstStyle/>
          <a:p>
            <a:r>
              <a:rPr lang="de-DE" noProof="0"/>
              <a:t>Seite</a:t>
            </a:r>
            <a:r>
              <a:rPr lang="en-US"/>
              <a:t> </a:t>
            </a:r>
            <a:fld id="{401BA3E4-5E55-4F99-AF09-CC6D6B2539E2}" type="slidenum">
              <a:rPr lang="en-US" smtClean="0"/>
              <a:pPr/>
              <a:t>‹Nr.›</a:t>
            </a:fld>
            <a:endParaRPr lang="en-US" dirty="0"/>
          </a:p>
        </p:txBody>
      </p:sp>
    </p:spTree>
    <p:extLst>
      <p:ext uri="{BB962C8B-B14F-4D97-AF65-F5344CB8AC3E}">
        <p14:creationId xmlns:p14="http://schemas.microsoft.com/office/powerpoint/2010/main" val="1979950856"/>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 große Headline unten mit Bild">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23502745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13" name="Objekt 12" hidden="1">
                        <a:extLst>
                          <a:ext uri="{FF2B5EF4-FFF2-40B4-BE49-F238E27FC236}">
                            <a16:creationId xmlns:a16="http://schemas.microsoft.com/office/drawing/2014/main" id="{FA62D198-8DCD-43B1-ADA0-82CB261CFE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Grafik 4">
            <a:extLst>
              <a:ext uri="{FF2B5EF4-FFF2-40B4-BE49-F238E27FC236}">
                <a16:creationId xmlns:a16="http://schemas.microsoft.com/office/drawing/2014/main" id="{7C751A8B-7DD1-4C74-A6D8-AE2E6694A0D1}"/>
              </a:ext>
            </a:extLst>
          </p:cNvPr>
          <p:cNvPicPr>
            <a:picLocks noChangeAspect="1"/>
          </p:cNvPicPr>
          <p:nvPr userDrawn="1"/>
        </p:nvPicPr>
        <p:blipFill rotWithShape="1">
          <a:blip r:embed="rId5"/>
          <a:srcRect t="10014" b="10419"/>
          <a:stretch/>
        </p:blipFill>
        <p:spPr>
          <a:xfrm>
            <a:off x="1" y="0"/>
            <a:ext cx="12192000" cy="6857999"/>
          </a:xfrm>
          <a:prstGeom prst="rect">
            <a:avLst/>
          </a:prstGeom>
        </p:spPr>
      </p:pic>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1" y="3490309"/>
            <a:ext cx="11712574" cy="2494566"/>
          </a:xfrm>
          <a:noFill/>
        </p:spPr>
        <p:txBody>
          <a:bodyPr wrap="square" lIns="486000" tIns="360000" rIns="360000" bIns="360000" anchor="b">
            <a:spAutoFit/>
          </a:bodyPr>
          <a:lstStyle>
            <a:lvl1pPr>
              <a:lnSpc>
                <a:spcPct val="110000"/>
              </a:lnSpc>
              <a:spcAft>
                <a:spcPts val="0"/>
              </a:spcAft>
              <a:defRPr sz="1600" b="0">
                <a:solidFill>
                  <a:schemeClr val="bg1"/>
                </a:solidFill>
                <a:latin typeface="+mj-lt"/>
              </a:defRPr>
            </a:lvl1pPr>
            <a:lvl2pPr>
              <a:lnSpc>
                <a:spcPts val="3200"/>
              </a:lnSpc>
              <a:spcAft>
                <a:spcPts val="640"/>
              </a:spcAft>
              <a:defRPr sz="4160" b="0">
                <a:solidFill>
                  <a:schemeClr val="bg1"/>
                </a:solidFill>
                <a:latin typeface="Frutiger LT Com 75 Black" panose="020B0A03040504030204" pitchFamily="34" charset="0"/>
              </a:defRPr>
            </a:lvl2pPr>
            <a:lvl3pPr>
              <a:lnSpc>
                <a:spcPct val="100000"/>
              </a:lnSpc>
              <a:spcAft>
                <a:spcPts val="0"/>
              </a:spcAft>
              <a:defRPr sz="3200" b="0">
                <a:solidFill>
                  <a:schemeClr val="bg1"/>
                </a:solidFill>
                <a:latin typeface="+mn-lt"/>
              </a:defRPr>
            </a:lvl3pPr>
            <a:lvl4pPr marL="0" indent="0">
              <a:lnSpc>
                <a:spcPct val="110000"/>
              </a:lnSpc>
              <a:spcBef>
                <a:spcPts val="2080"/>
              </a:spcBef>
              <a:spcAft>
                <a:spcPts val="0"/>
              </a:spcAft>
              <a:buNone/>
              <a:defRPr sz="1600">
                <a:solidFill>
                  <a:schemeClr val="bg1"/>
                </a:solidFill>
              </a:defRPr>
            </a:lvl4pPr>
            <a:lvl5pPr>
              <a:spcAft>
                <a:spcPts val="0"/>
              </a:spcAft>
              <a:defRPr/>
            </a:lvl5pPr>
          </a:lstStyle>
          <a:p>
            <a:pPr lvl="0"/>
            <a:r>
              <a:rPr lang="de-DE" dirty="0" err="1"/>
              <a:t>Subline</a:t>
            </a:r>
            <a:r>
              <a:rPr lang="de-DE" dirty="0"/>
              <a:t>/Referent/Datum</a:t>
            </a:r>
          </a:p>
          <a:p>
            <a:pPr lvl="1"/>
            <a:r>
              <a:rPr lang="de-DE" dirty="0"/>
              <a:t>—</a:t>
            </a:r>
          </a:p>
          <a:p>
            <a:pPr lvl="2"/>
            <a:r>
              <a:rPr lang="de-DE" dirty="0"/>
              <a:t>Headline groß, Frutiger LT </a:t>
            </a:r>
            <a:r>
              <a:rPr lang="de-DE" dirty="0" err="1"/>
              <a:t>Com</a:t>
            </a:r>
            <a:r>
              <a:rPr lang="de-DE" dirty="0"/>
              <a:t> Light, 32 </a:t>
            </a:r>
            <a:r>
              <a:rPr lang="de-DE" dirty="0" err="1"/>
              <a:t>pt</a:t>
            </a:r>
            <a:endParaRPr lang="de-DE" dirty="0"/>
          </a:p>
          <a:p>
            <a:pPr lvl="3"/>
            <a:r>
              <a:rPr lang="de-DE" dirty="0"/>
              <a:t>Referenten</a:t>
            </a:r>
          </a:p>
        </p:txBody>
      </p:sp>
      <p:sp>
        <p:nvSpPr>
          <p:cNvPr id="2" name="Datumsplatzhalter 1">
            <a:extLst>
              <a:ext uri="{FF2B5EF4-FFF2-40B4-BE49-F238E27FC236}">
                <a16:creationId xmlns:a16="http://schemas.microsoft.com/office/drawing/2014/main" id="{2B71DDCE-8584-473E-89A6-4E1C8FE4FEFE}"/>
              </a:ext>
            </a:extLst>
          </p:cNvPr>
          <p:cNvSpPr>
            <a:spLocks noGrp="1"/>
          </p:cNvSpPr>
          <p:nvPr>
            <p:ph type="dt" sz="half" idx="12"/>
          </p:nvPr>
        </p:nvSpPr>
        <p:spPr/>
        <p:txBody>
          <a:bodyPr/>
          <a:lstStyle/>
          <a:p>
            <a:fld id="{18404E2F-0DC3-491D-BBFF-E567024868D0}" type="datetime1">
              <a:rPr lang="de-DE" noProof="0" smtClean="0"/>
              <a:t>13.05.2026</a:t>
            </a:fld>
            <a:endParaRPr lang="de-DE" noProof="0" dirty="0"/>
          </a:p>
        </p:txBody>
      </p:sp>
      <p:sp>
        <p:nvSpPr>
          <p:cNvPr id="3" name="Fußzeilenplatzhalter 2">
            <a:extLst>
              <a:ext uri="{FF2B5EF4-FFF2-40B4-BE49-F238E27FC236}">
                <a16:creationId xmlns:a16="http://schemas.microsoft.com/office/drawing/2014/main" id="{44F76422-6FC9-4F77-8DC2-9370AFAFE862}"/>
              </a:ext>
            </a:extLst>
          </p:cNvPr>
          <p:cNvSpPr>
            <a:spLocks noGrp="1"/>
          </p:cNvSpPr>
          <p:nvPr>
            <p:ph type="ftr" sz="quarter" idx="13"/>
          </p:nvPr>
        </p:nvSpPr>
        <p:spPr/>
        <p:txBody>
          <a:bodyPr/>
          <a:lstStyle/>
          <a:p>
            <a:r>
              <a:rPr lang="de-DE" noProof="0"/>
              <a:t>© Fraunhofer IISB</a:t>
            </a:r>
            <a:endParaRPr lang="de-DE" noProof="0" dirty="0"/>
          </a:p>
        </p:txBody>
      </p:sp>
      <p:sp>
        <p:nvSpPr>
          <p:cNvPr id="4" name="Foliennummernplatzhalter 3">
            <a:extLst>
              <a:ext uri="{FF2B5EF4-FFF2-40B4-BE49-F238E27FC236}">
                <a16:creationId xmlns:a16="http://schemas.microsoft.com/office/drawing/2014/main" id="{A8BBD116-D531-4394-B940-E1E0CD4B016C}"/>
              </a:ext>
            </a:extLst>
          </p:cNvPr>
          <p:cNvSpPr>
            <a:spLocks noGrp="1"/>
          </p:cNvSpPr>
          <p:nvPr>
            <p:ph type="sldNum" sz="quarter" idx="14"/>
          </p:nvPr>
        </p:nvSpPr>
        <p:spPr/>
        <p:txBody>
          <a:bodyPr/>
          <a:lstStyle/>
          <a:p>
            <a:r>
              <a:rPr lang="de-DE" noProof="0"/>
              <a:t>Seite</a:t>
            </a:r>
            <a:r>
              <a:rPr lang="en-US"/>
              <a:t> </a:t>
            </a:r>
            <a:fld id="{401BA3E4-5E55-4F99-AF09-CC6D6B2539E2}" type="slidenum">
              <a:rPr lang="en-US" smtClean="0"/>
              <a:pPr/>
              <a:t>‹Nr.›</a:t>
            </a:fld>
            <a:endParaRPr lang="en-US" dirty="0"/>
          </a:p>
        </p:txBody>
      </p:sp>
    </p:spTree>
    <p:extLst>
      <p:ext uri="{BB962C8B-B14F-4D97-AF65-F5344CB8AC3E}">
        <p14:creationId xmlns:p14="http://schemas.microsoft.com/office/powerpoint/2010/main" val="1223492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 große Headline oben mit Bild">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26465993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13" name="Objekt 12" hidden="1">
                        <a:extLst>
                          <a:ext uri="{FF2B5EF4-FFF2-40B4-BE49-F238E27FC236}">
                            <a16:creationId xmlns:a16="http://schemas.microsoft.com/office/drawing/2014/main" id="{FA62D198-8DCD-43B1-ADA0-82CB261CFE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Grafik 4">
            <a:extLst>
              <a:ext uri="{FF2B5EF4-FFF2-40B4-BE49-F238E27FC236}">
                <a16:creationId xmlns:a16="http://schemas.microsoft.com/office/drawing/2014/main" id="{11F1A574-59A7-4800-855F-6C927C3EF908}"/>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1" y="3323596"/>
            <a:ext cx="11712575" cy="2661279"/>
          </a:xfrm>
          <a:noFill/>
        </p:spPr>
        <p:txBody>
          <a:bodyPr wrap="square" lIns="486000" tIns="360000" rIns="360000" bIns="360000" anchor="b">
            <a:spAutoFit/>
          </a:bodyPr>
          <a:lstStyle>
            <a:lvl1pPr>
              <a:lnSpc>
                <a:spcPct val="100000"/>
              </a:lnSpc>
              <a:spcAft>
                <a:spcPts val="0"/>
              </a:spcAft>
              <a:defRPr sz="3200" b="0">
                <a:solidFill>
                  <a:schemeClr val="bg1"/>
                </a:solidFill>
                <a:latin typeface="+mn-lt"/>
              </a:defRPr>
            </a:lvl1pPr>
            <a:lvl2pPr>
              <a:lnSpc>
                <a:spcPts val="3520"/>
              </a:lnSpc>
              <a:spcAft>
                <a:spcPts val="1600"/>
              </a:spcAft>
              <a:defRPr sz="4160" b="0">
                <a:solidFill>
                  <a:schemeClr val="bg1"/>
                </a:solidFill>
                <a:latin typeface="Frutiger LT Com 75 Black" panose="020B0A03040504030204" pitchFamily="34" charset="0"/>
              </a:defRPr>
            </a:lvl2pPr>
            <a:lvl3pPr>
              <a:lnSpc>
                <a:spcPct val="110000"/>
              </a:lnSpc>
              <a:spcAft>
                <a:spcPts val="0"/>
              </a:spcAft>
              <a:defRPr sz="1600">
                <a:solidFill>
                  <a:schemeClr val="bg1"/>
                </a:solidFill>
                <a:latin typeface="+mj-lt"/>
              </a:defRPr>
            </a:lvl3pPr>
            <a:lvl4pPr marL="0" indent="0">
              <a:lnSpc>
                <a:spcPct val="110000"/>
              </a:lnSpc>
              <a:spcBef>
                <a:spcPts val="2080"/>
              </a:spcBef>
              <a:spcAft>
                <a:spcPts val="0"/>
              </a:spcAft>
              <a:buNone/>
              <a:defRPr sz="1600">
                <a:solidFill>
                  <a:schemeClr val="bg1"/>
                </a:solidFill>
              </a:defRPr>
            </a:lvl4pPr>
            <a:lvl5pPr>
              <a:spcAft>
                <a:spcPts val="0"/>
              </a:spcAft>
              <a:defRPr/>
            </a:lvl5pPr>
          </a:lstStyle>
          <a:p>
            <a:pPr lvl="0"/>
            <a:r>
              <a:rPr lang="de-DE" dirty="0"/>
              <a:t>Headline groß, Frutiger LT </a:t>
            </a:r>
            <a:r>
              <a:rPr lang="de-DE" dirty="0" err="1"/>
              <a:t>Com</a:t>
            </a:r>
            <a:r>
              <a:rPr lang="de-DE" dirty="0"/>
              <a:t> Light, 32 </a:t>
            </a:r>
            <a:r>
              <a:rPr lang="de-DE" dirty="0" err="1"/>
              <a:t>pt</a:t>
            </a:r>
            <a:endParaRPr lang="de-DE" dirty="0"/>
          </a:p>
          <a:p>
            <a:pPr lvl="1"/>
            <a:r>
              <a:rPr lang="de-DE" dirty="0"/>
              <a:t>—</a:t>
            </a:r>
          </a:p>
          <a:p>
            <a:pPr lvl="2"/>
            <a:r>
              <a:rPr lang="de-DE" dirty="0" err="1"/>
              <a:t>Subline</a:t>
            </a:r>
            <a:r>
              <a:rPr lang="de-DE" dirty="0"/>
              <a:t>/Referent/Datum</a:t>
            </a:r>
          </a:p>
          <a:p>
            <a:pPr lvl="3"/>
            <a:r>
              <a:rPr lang="de-DE" dirty="0"/>
              <a:t>Referenten</a:t>
            </a:r>
          </a:p>
        </p:txBody>
      </p:sp>
      <p:sp>
        <p:nvSpPr>
          <p:cNvPr id="2" name="Datumsplatzhalter 1">
            <a:extLst>
              <a:ext uri="{FF2B5EF4-FFF2-40B4-BE49-F238E27FC236}">
                <a16:creationId xmlns:a16="http://schemas.microsoft.com/office/drawing/2014/main" id="{25C68886-21F8-4FFB-8201-7F0BA6565D68}"/>
              </a:ext>
            </a:extLst>
          </p:cNvPr>
          <p:cNvSpPr>
            <a:spLocks noGrp="1"/>
          </p:cNvSpPr>
          <p:nvPr>
            <p:ph type="dt" sz="half" idx="12"/>
          </p:nvPr>
        </p:nvSpPr>
        <p:spPr>
          <a:xfrm>
            <a:off x="1388048" y="7027336"/>
            <a:ext cx="720000" cy="123111"/>
          </a:xfrm>
        </p:spPr>
        <p:txBody>
          <a:bodyPr/>
          <a:lstStyle/>
          <a:p>
            <a:fld id="{18404E2F-0DC3-491D-BBFF-E567024868D0}" type="datetime1">
              <a:rPr lang="de-DE" noProof="0" smtClean="0"/>
              <a:t>13.05.2026</a:t>
            </a:fld>
            <a:endParaRPr lang="de-DE" noProof="0" dirty="0"/>
          </a:p>
        </p:txBody>
      </p:sp>
      <p:sp>
        <p:nvSpPr>
          <p:cNvPr id="3" name="Fußzeilenplatzhalter 2">
            <a:extLst>
              <a:ext uri="{FF2B5EF4-FFF2-40B4-BE49-F238E27FC236}">
                <a16:creationId xmlns:a16="http://schemas.microsoft.com/office/drawing/2014/main" id="{44BD0276-DAC0-4256-A958-3D3DD10E633D}"/>
              </a:ext>
            </a:extLst>
          </p:cNvPr>
          <p:cNvSpPr>
            <a:spLocks noGrp="1"/>
          </p:cNvSpPr>
          <p:nvPr>
            <p:ph type="ftr" sz="quarter" idx="13"/>
          </p:nvPr>
        </p:nvSpPr>
        <p:spPr>
          <a:xfrm>
            <a:off x="2297897" y="7027336"/>
            <a:ext cx="2952000" cy="123111"/>
          </a:xfrm>
        </p:spPr>
        <p:txBody>
          <a:bodyPr/>
          <a:lstStyle/>
          <a:p>
            <a:r>
              <a:rPr lang="de-DE" noProof="0"/>
              <a:t>© Fraunhofer IISB</a:t>
            </a:r>
            <a:endParaRPr lang="de-DE" noProof="0" dirty="0"/>
          </a:p>
        </p:txBody>
      </p:sp>
      <p:sp>
        <p:nvSpPr>
          <p:cNvPr id="4" name="Foliennummernplatzhalter 3">
            <a:extLst>
              <a:ext uri="{FF2B5EF4-FFF2-40B4-BE49-F238E27FC236}">
                <a16:creationId xmlns:a16="http://schemas.microsoft.com/office/drawing/2014/main" id="{55696E82-453E-4196-8BCD-BF982D26413F}"/>
              </a:ext>
            </a:extLst>
          </p:cNvPr>
          <p:cNvSpPr>
            <a:spLocks noGrp="1"/>
          </p:cNvSpPr>
          <p:nvPr>
            <p:ph type="sldNum" sz="quarter" idx="14"/>
          </p:nvPr>
        </p:nvSpPr>
        <p:spPr>
          <a:xfrm>
            <a:off x="479425" y="7027336"/>
            <a:ext cx="720000" cy="123111"/>
          </a:xfrm>
        </p:spPr>
        <p:txBody>
          <a:bodyPr/>
          <a:lstStyle/>
          <a:p>
            <a:r>
              <a:rPr lang="de-DE" noProof="0" dirty="0"/>
              <a:t>Seite</a:t>
            </a:r>
            <a:r>
              <a:rPr lang="en-US" dirty="0"/>
              <a:t> </a:t>
            </a:r>
            <a:fld id="{401BA3E4-5E55-4F99-AF09-CC6D6B2539E2}" type="slidenum">
              <a:rPr lang="en-US" smtClean="0"/>
              <a:pPr/>
              <a:t>‹Nr.›</a:t>
            </a:fld>
            <a:endParaRPr lang="en-US" dirty="0"/>
          </a:p>
        </p:txBody>
      </p:sp>
    </p:spTree>
    <p:extLst>
      <p:ext uri="{BB962C8B-B14F-4D97-AF65-F5344CB8AC3E}">
        <p14:creationId xmlns:p14="http://schemas.microsoft.com/office/powerpoint/2010/main" val="1124401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Kapiteltrenner – Bild vollflächig">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95B6287E-4A4F-4439-B422-A23539B2685C}"/>
              </a:ext>
            </a:extLst>
          </p:cNvPr>
          <p:cNvGraphicFramePr>
            <a:graphicFrameLocks noChangeAspect="1"/>
          </p:cNvGraphicFramePr>
          <p:nvPr userDrawn="1">
            <p:custDataLst>
              <p:tags r:id="rId1"/>
            </p:custDataLst>
            <p:extLst>
              <p:ext uri="{D42A27DB-BD31-4B8C-83A1-F6EECF244321}">
                <p14:modId xmlns:p14="http://schemas.microsoft.com/office/powerpoint/2010/main" val="32040601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Bildplatzhalter 7">
            <a:extLst>
              <a:ext uri="{FF2B5EF4-FFF2-40B4-BE49-F238E27FC236}">
                <a16:creationId xmlns:a16="http://schemas.microsoft.com/office/drawing/2014/main" id="{43168385-808A-40CF-ACBB-25E2FEB39C95}"/>
              </a:ext>
            </a:extLst>
          </p:cNvPr>
          <p:cNvSpPr>
            <a:spLocks noGrp="1"/>
          </p:cNvSpPr>
          <p:nvPr>
            <p:ph type="pic" sz="quarter" idx="13"/>
          </p:nvPr>
        </p:nvSpPr>
        <p:spPr>
          <a:xfrm>
            <a:off x="0" y="1"/>
            <a:ext cx="12192000" cy="6158116"/>
          </a:xfrm>
          <a:solidFill>
            <a:schemeClr val="bg2">
              <a:lumMod val="20000"/>
              <a:lumOff val="80000"/>
            </a:schemeClr>
          </a:solidFill>
        </p:spPr>
        <p:txBody>
          <a:bodyPr>
            <a:noAutofit/>
          </a:bodyPr>
          <a:lstStyle>
            <a:lvl1pPr>
              <a:defRPr>
                <a:solidFill>
                  <a:schemeClr val="bg1"/>
                </a:solidFill>
              </a:defRPr>
            </a:lvl1pPr>
          </a:lstStyle>
          <a:p>
            <a:r>
              <a:rPr lang="de-DE"/>
              <a:t>Bild durch Klicken auf Symbol hinzufügen</a:t>
            </a:r>
            <a:endParaRPr lang="en-US"/>
          </a:p>
        </p:txBody>
      </p:sp>
      <p:sp>
        <p:nvSpPr>
          <p:cNvPr id="10" name="Textplatzhalter 9">
            <a:extLst>
              <a:ext uri="{FF2B5EF4-FFF2-40B4-BE49-F238E27FC236}">
                <a16:creationId xmlns:a16="http://schemas.microsoft.com/office/drawing/2014/main" id="{959FA541-8597-4991-9A2A-D86D39840ED3}"/>
              </a:ext>
            </a:extLst>
          </p:cNvPr>
          <p:cNvSpPr>
            <a:spLocks noGrp="1"/>
          </p:cNvSpPr>
          <p:nvPr>
            <p:ph type="body" sz="quarter" idx="14" hasCustomPrompt="1"/>
          </p:nvPr>
        </p:nvSpPr>
        <p:spPr>
          <a:xfrm>
            <a:off x="6275388" y="3149600"/>
            <a:ext cx="5916612" cy="2177878"/>
          </a:xfrm>
          <a:gradFill flip="none" rotWithShape="1">
            <a:gsLst>
              <a:gs pos="34000">
                <a:srgbClr val="00779A">
                  <a:alpha val="95000"/>
                </a:srgbClr>
              </a:gs>
              <a:gs pos="0">
                <a:srgbClr val="014A6B">
                  <a:alpha val="95000"/>
                </a:srgbClr>
              </a:gs>
              <a:gs pos="74000">
                <a:schemeClr val="accent5">
                  <a:lumMod val="90000"/>
                  <a:lumOff val="10000"/>
                  <a:alpha val="95000"/>
                </a:schemeClr>
              </a:gs>
              <a:gs pos="100000">
                <a:srgbClr val="09B2AC">
                  <a:alpha val="95000"/>
                </a:srgbClr>
              </a:gs>
            </a:gsLst>
            <a:path path="circle">
              <a:fillToRect r="100000" b="100000"/>
            </a:path>
            <a:tileRect l="-100000" t="-100000"/>
          </a:gradFill>
        </p:spPr>
        <p:txBody>
          <a:bodyPr lIns="360000" tIns="360000" rIns="360000" bIns="360000"/>
          <a:lstStyle>
            <a:lvl1pPr>
              <a:lnSpc>
                <a:spcPct val="110000"/>
              </a:lnSpc>
              <a:spcAft>
                <a:spcPts val="0"/>
              </a:spcAft>
              <a:defRPr sz="3200" b="0">
                <a:solidFill>
                  <a:schemeClr val="bg1"/>
                </a:solidFill>
                <a:latin typeface="+mn-lt"/>
              </a:defRPr>
            </a:lvl1pPr>
            <a:lvl2pPr>
              <a:lnSpc>
                <a:spcPts val="3520"/>
              </a:lnSpc>
              <a:spcAft>
                <a:spcPts val="1600"/>
              </a:spcAft>
              <a:defRPr sz="4160" b="1">
                <a:solidFill>
                  <a:schemeClr val="bg1"/>
                </a:solidFill>
                <a:latin typeface="Frutiger LT Com 75 Black" panose="020B0A03040504030204" pitchFamily="34" charset="0"/>
              </a:defRPr>
            </a:lvl2pPr>
            <a:lvl3pPr>
              <a:lnSpc>
                <a:spcPct val="110000"/>
              </a:lnSpc>
              <a:defRPr sz="1600">
                <a:solidFill>
                  <a:schemeClr val="bg1"/>
                </a:solidFill>
              </a:defRPr>
            </a:lvl3pPr>
            <a:lvl4pPr>
              <a:defRPr>
                <a:solidFill>
                  <a:schemeClr val="bg1"/>
                </a:solidFill>
              </a:defRPr>
            </a:lvl4pPr>
            <a:lvl5pPr>
              <a:defRPr>
                <a:solidFill>
                  <a:schemeClr val="bg1"/>
                </a:solidFill>
              </a:defRPr>
            </a:lvl5pPr>
          </a:lstStyle>
          <a:p>
            <a:pPr lvl="0"/>
            <a:r>
              <a:rPr lang="de-DE" dirty="0"/>
              <a:t>Zahl</a:t>
            </a:r>
          </a:p>
          <a:p>
            <a:pPr lvl="1"/>
            <a:r>
              <a:rPr lang="de-DE" dirty="0"/>
              <a:t>—</a:t>
            </a:r>
          </a:p>
          <a:p>
            <a:pPr lvl="2"/>
            <a:r>
              <a:rPr lang="de-DE" dirty="0"/>
              <a:t>Kapitelüberschrift, Frutiger LT </a:t>
            </a:r>
            <a:r>
              <a:rPr lang="de-DE" dirty="0" err="1"/>
              <a:t>Com</a:t>
            </a:r>
            <a:r>
              <a:rPr lang="de-DE" dirty="0"/>
              <a:t> </a:t>
            </a:r>
            <a:r>
              <a:rPr lang="de-DE" dirty="0" err="1"/>
              <a:t>Bold</a:t>
            </a:r>
            <a:r>
              <a:rPr lang="de-DE" dirty="0"/>
              <a:t>, 16 </a:t>
            </a:r>
            <a:r>
              <a:rPr lang="de-DE" dirty="0" err="1"/>
              <a:t>pt</a:t>
            </a:r>
            <a:endParaRPr lang="de-DE" dirty="0"/>
          </a:p>
        </p:txBody>
      </p:sp>
      <p:sp>
        <p:nvSpPr>
          <p:cNvPr id="11" name="Datumsplatzhalter 10">
            <a:extLst>
              <a:ext uri="{FF2B5EF4-FFF2-40B4-BE49-F238E27FC236}">
                <a16:creationId xmlns:a16="http://schemas.microsoft.com/office/drawing/2014/main" id="{ACA94CF4-7D7D-4A16-808E-9BB3F11A7974}"/>
              </a:ext>
            </a:extLst>
          </p:cNvPr>
          <p:cNvSpPr>
            <a:spLocks noGrp="1"/>
          </p:cNvSpPr>
          <p:nvPr>
            <p:ph type="dt" sz="half" idx="15"/>
          </p:nvPr>
        </p:nvSpPr>
        <p:spPr/>
        <p:txBody>
          <a:bodyPr/>
          <a:lstStyle/>
          <a:p>
            <a:fld id="{E6BEEC3F-C136-4E04-8E02-6DF963A6E721}" type="datetime1">
              <a:rPr lang="de-DE" noProof="0" smtClean="0"/>
              <a:t>13.05.2026</a:t>
            </a:fld>
            <a:endParaRPr lang="de-DE" noProof="0" dirty="0"/>
          </a:p>
        </p:txBody>
      </p:sp>
      <p:sp>
        <p:nvSpPr>
          <p:cNvPr id="12" name="Copyright Fraunhofer">
            <a:extLst>
              <a:ext uri="{FF2B5EF4-FFF2-40B4-BE49-F238E27FC236}">
                <a16:creationId xmlns:a16="http://schemas.microsoft.com/office/drawing/2014/main" id="{86A8951A-7642-4D31-B686-A714C8CCF5F7}"/>
              </a:ext>
            </a:extLst>
          </p:cNvPr>
          <p:cNvSpPr>
            <a:spLocks noGrp="1"/>
          </p:cNvSpPr>
          <p:nvPr>
            <p:ph type="ftr" sz="quarter" idx="16"/>
          </p:nvPr>
        </p:nvSpPr>
        <p:spPr/>
        <p:txBody>
          <a:bodyPr/>
          <a:lstStyle/>
          <a:p>
            <a:r>
              <a:rPr lang="de-DE" noProof="0"/>
              <a:t>© Fraunhofer IISB</a:t>
            </a:r>
            <a:endParaRPr lang="de-DE" noProof="0" dirty="0"/>
          </a:p>
        </p:txBody>
      </p:sp>
      <p:sp>
        <p:nvSpPr>
          <p:cNvPr id="13" name="Foliennummernplatzhalter 12">
            <a:extLst>
              <a:ext uri="{FF2B5EF4-FFF2-40B4-BE49-F238E27FC236}">
                <a16:creationId xmlns:a16="http://schemas.microsoft.com/office/drawing/2014/main" id="{9DE5828C-86B5-43E8-99E0-320BB3D4C7F3}"/>
              </a:ext>
            </a:extLst>
          </p:cNvPr>
          <p:cNvSpPr>
            <a:spLocks noGrp="1"/>
          </p:cNvSpPr>
          <p:nvPr>
            <p:ph type="sldNum" sz="quarter" idx="17"/>
          </p:nvPr>
        </p:nvSpPr>
        <p:spPr/>
        <p:txBody>
          <a:bodyPr/>
          <a:lstStyle/>
          <a:p>
            <a:r>
              <a:rPr lang="de-DE" noProof="0"/>
              <a:t>Seite</a:t>
            </a:r>
            <a:r>
              <a:rPr lang="en-US"/>
              <a:t> </a:t>
            </a:r>
            <a:fld id="{401BA3E4-5E55-4F99-AF09-CC6D6B2539E2}" type="slidenum">
              <a:rPr lang="en-US" smtClean="0"/>
              <a:pPr/>
              <a:t>‹Nr.›</a:t>
            </a:fld>
            <a:endParaRPr lang="en-US" dirty="0"/>
          </a:p>
        </p:txBody>
      </p:sp>
    </p:spTree>
    <p:extLst>
      <p:ext uri="{BB962C8B-B14F-4D97-AF65-F5344CB8AC3E}">
        <p14:creationId xmlns:p14="http://schemas.microsoft.com/office/powerpoint/2010/main" val="1494303512"/>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apiteltrenner – Bild 2/3 randabfallen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95B6287E-4A4F-4439-B422-A23539B2685C}"/>
              </a:ext>
            </a:extLst>
          </p:cNvPr>
          <p:cNvGraphicFramePr>
            <a:graphicFrameLocks noChangeAspect="1"/>
          </p:cNvGraphicFramePr>
          <p:nvPr userDrawn="1">
            <p:custDataLst>
              <p:tags r:id="rId1"/>
            </p:custDataLst>
            <p:extLst>
              <p:ext uri="{D42A27DB-BD31-4B8C-83A1-F6EECF244321}">
                <p14:modId xmlns:p14="http://schemas.microsoft.com/office/powerpoint/2010/main" val="37033059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6" name="Objekt 5" hidden="1">
                        <a:extLst>
                          <a:ext uri="{FF2B5EF4-FFF2-40B4-BE49-F238E27FC236}">
                            <a16:creationId xmlns:a16="http://schemas.microsoft.com/office/drawing/2014/main" id="{95B6287E-4A4F-4439-B422-A23539B2685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Bildplatzhalter 7">
            <a:extLst>
              <a:ext uri="{FF2B5EF4-FFF2-40B4-BE49-F238E27FC236}">
                <a16:creationId xmlns:a16="http://schemas.microsoft.com/office/drawing/2014/main" id="{43168385-808A-40CF-ACBB-25E2FEB39C95}"/>
              </a:ext>
            </a:extLst>
          </p:cNvPr>
          <p:cNvSpPr>
            <a:spLocks noGrp="1"/>
          </p:cNvSpPr>
          <p:nvPr>
            <p:ph type="pic" sz="quarter" idx="13"/>
          </p:nvPr>
        </p:nvSpPr>
        <p:spPr>
          <a:xfrm>
            <a:off x="0" y="1700213"/>
            <a:ext cx="6794500" cy="4457904"/>
          </a:xfrm>
          <a:solidFill>
            <a:schemeClr val="bg2">
              <a:lumMod val="20000"/>
              <a:lumOff val="80000"/>
            </a:schemeClr>
          </a:solidFill>
        </p:spPr>
        <p:txBody>
          <a:bodyPr>
            <a:noAutofit/>
          </a:bodyPr>
          <a:lstStyle>
            <a:lvl1pPr>
              <a:defRPr>
                <a:solidFill>
                  <a:schemeClr val="bg1"/>
                </a:solidFill>
              </a:defRPr>
            </a:lvl1pPr>
          </a:lstStyle>
          <a:p>
            <a:r>
              <a:rPr lang="de-DE"/>
              <a:t>Bild durch Klicken auf Symbol hinzufügen</a:t>
            </a:r>
            <a:endParaRPr lang="en-US"/>
          </a:p>
        </p:txBody>
      </p:sp>
      <p:sp>
        <p:nvSpPr>
          <p:cNvPr id="10" name="Textplatzhalter 9">
            <a:extLst>
              <a:ext uri="{FF2B5EF4-FFF2-40B4-BE49-F238E27FC236}">
                <a16:creationId xmlns:a16="http://schemas.microsoft.com/office/drawing/2014/main" id="{959FA541-8597-4991-9A2A-D86D39840ED3}"/>
              </a:ext>
            </a:extLst>
          </p:cNvPr>
          <p:cNvSpPr>
            <a:spLocks noGrp="1"/>
          </p:cNvSpPr>
          <p:nvPr>
            <p:ph type="body" sz="quarter" idx="14" hasCustomPrompt="1"/>
          </p:nvPr>
        </p:nvSpPr>
        <p:spPr>
          <a:xfrm>
            <a:off x="6275388" y="3149600"/>
            <a:ext cx="5916612" cy="2176723"/>
          </a:xfrm>
          <a:gradFill flip="none" rotWithShape="1">
            <a:gsLst>
              <a:gs pos="34000">
                <a:srgbClr val="00779A">
                  <a:alpha val="95000"/>
                </a:srgbClr>
              </a:gs>
              <a:gs pos="0">
                <a:srgbClr val="014A6B">
                  <a:alpha val="95000"/>
                </a:srgbClr>
              </a:gs>
              <a:gs pos="74000">
                <a:schemeClr val="accent5">
                  <a:lumMod val="90000"/>
                  <a:lumOff val="10000"/>
                  <a:alpha val="95000"/>
                </a:schemeClr>
              </a:gs>
              <a:gs pos="100000">
                <a:srgbClr val="09B2AC">
                  <a:alpha val="95000"/>
                </a:srgbClr>
              </a:gs>
            </a:gsLst>
            <a:path path="circle">
              <a:fillToRect r="100000" b="100000"/>
            </a:path>
            <a:tileRect l="-100000" t="-100000"/>
          </a:gradFill>
        </p:spPr>
        <p:txBody>
          <a:bodyPr lIns="360000" tIns="360000" rIns="360000" bIns="360000"/>
          <a:lstStyle>
            <a:lvl1pPr>
              <a:lnSpc>
                <a:spcPct val="110000"/>
              </a:lnSpc>
              <a:spcAft>
                <a:spcPts val="0"/>
              </a:spcAft>
              <a:defRPr sz="3200" b="0">
                <a:solidFill>
                  <a:schemeClr val="bg1"/>
                </a:solidFill>
                <a:latin typeface="+mn-lt"/>
              </a:defRPr>
            </a:lvl1pPr>
            <a:lvl2pPr>
              <a:lnSpc>
                <a:spcPts val="3520"/>
              </a:lnSpc>
              <a:spcAft>
                <a:spcPts val="1600"/>
              </a:spcAft>
              <a:defRPr sz="4160" b="1">
                <a:solidFill>
                  <a:schemeClr val="bg1"/>
                </a:solidFill>
                <a:latin typeface="Frutiger LT Com 75 Black" panose="020B0A03040504030204" pitchFamily="34" charset="0"/>
              </a:defRPr>
            </a:lvl2pPr>
            <a:lvl3pPr>
              <a:lnSpc>
                <a:spcPct val="110000"/>
              </a:lnSpc>
              <a:defRPr sz="1600">
                <a:solidFill>
                  <a:schemeClr val="bg1"/>
                </a:solidFill>
              </a:defRPr>
            </a:lvl3pPr>
            <a:lvl4pPr>
              <a:defRPr>
                <a:solidFill>
                  <a:schemeClr val="bg1"/>
                </a:solidFill>
              </a:defRPr>
            </a:lvl4pPr>
            <a:lvl5pPr>
              <a:defRPr>
                <a:solidFill>
                  <a:schemeClr val="bg1"/>
                </a:solidFill>
              </a:defRPr>
            </a:lvl5pPr>
          </a:lstStyle>
          <a:p>
            <a:pPr lvl="0"/>
            <a:r>
              <a:rPr lang="de-DE" dirty="0"/>
              <a:t>Zahl</a:t>
            </a:r>
          </a:p>
          <a:p>
            <a:pPr lvl="1"/>
            <a:r>
              <a:rPr lang="de-DE" dirty="0"/>
              <a:t>—</a:t>
            </a:r>
          </a:p>
          <a:p>
            <a:pPr lvl="2"/>
            <a:r>
              <a:rPr kumimoji="0" lang="de-DE" sz="1600" b="0" i="0" u="none" strike="noStrike" kern="1200" cap="none" spc="0" normalizeH="0" baseline="0" noProof="0" dirty="0">
                <a:ln>
                  <a:noFill/>
                </a:ln>
                <a:solidFill>
                  <a:srgbClr val="FFFFFF"/>
                </a:solidFill>
                <a:effectLst/>
                <a:uLnTx/>
                <a:uFillTx/>
                <a:latin typeface="Frutiger LT Com 65 Bold" panose="020B0803030504020204" pitchFamily="34" charset="0"/>
                <a:ea typeface="+mn-ea"/>
                <a:cs typeface="+mn-cs"/>
              </a:rPr>
              <a:t>Kapitelüberschrift, Frutiger LT </a:t>
            </a:r>
            <a:r>
              <a:rPr kumimoji="0" lang="de-DE" sz="1600" b="0" i="0" u="none" strike="noStrike" kern="1200" cap="none" spc="0" normalizeH="0" baseline="0" noProof="0" dirty="0" err="1">
                <a:ln>
                  <a:noFill/>
                </a:ln>
                <a:solidFill>
                  <a:srgbClr val="FFFFFF"/>
                </a:solidFill>
                <a:effectLst/>
                <a:uLnTx/>
                <a:uFillTx/>
                <a:latin typeface="Frutiger LT Com 65 Bold" panose="020B0803030504020204" pitchFamily="34" charset="0"/>
                <a:ea typeface="+mn-ea"/>
                <a:cs typeface="+mn-cs"/>
              </a:rPr>
              <a:t>Com</a:t>
            </a:r>
            <a:r>
              <a:rPr kumimoji="0" lang="de-DE" sz="1600" b="0" i="0" u="none" strike="noStrike" kern="1200" cap="none" spc="0" normalizeH="0" baseline="0" noProof="0" dirty="0">
                <a:ln>
                  <a:noFill/>
                </a:ln>
                <a:solidFill>
                  <a:srgbClr val="FFFFFF"/>
                </a:solidFill>
                <a:effectLst/>
                <a:uLnTx/>
                <a:uFillTx/>
                <a:latin typeface="Frutiger LT Com 65 Bold" panose="020B0803030504020204" pitchFamily="34" charset="0"/>
                <a:ea typeface="+mn-ea"/>
                <a:cs typeface="+mn-cs"/>
              </a:rPr>
              <a:t> </a:t>
            </a:r>
            <a:r>
              <a:rPr kumimoji="0" lang="de-DE" sz="1600" b="0" i="0" u="none" strike="noStrike" kern="1200" cap="none" spc="0" normalizeH="0" baseline="0" noProof="0" dirty="0" err="1">
                <a:ln>
                  <a:noFill/>
                </a:ln>
                <a:solidFill>
                  <a:srgbClr val="FFFFFF"/>
                </a:solidFill>
                <a:effectLst/>
                <a:uLnTx/>
                <a:uFillTx/>
                <a:latin typeface="Frutiger LT Com 65 Bold" panose="020B0803030504020204" pitchFamily="34" charset="0"/>
                <a:ea typeface="+mn-ea"/>
                <a:cs typeface="+mn-cs"/>
              </a:rPr>
              <a:t>Bold</a:t>
            </a:r>
            <a:r>
              <a:rPr kumimoji="0" lang="de-DE" sz="1600" b="0" i="0" u="none" strike="noStrike" kern="1200" cap="none" spc="0" normalizeH="0" baseline="0" noProof="0" dirty="0">
                <a:ln>
                  <a:noFill/>
                </a:ln>
                <a:solidFill>
                  <a:srgbClr val="FFFFFF"/>
                </a:solidFill>
                <a:effectLst/>
                <a:uLnTx/>
                <a:uFillTx/>
                <a:latin typeface="Frutiger LT Com 65 Bold" panose="020B0803030504020204" pitchFamily="34" charset="0"/>
                <a:ea typeface="+mn-ea"/>
                <a:cs typeface="+mn-cs"/>
              </a:rPr>
              <a:t>, 16 </a:t>
            </a:r>
            <a:r>
              <a:rPr kumimoji="0" lang="de-DE" sz="1600" b="0" i="0" u="none" strike="noStrike" kern="1200" cap="none" spc="0" normalizeH="0" baseline="0" noProof="0" dirty="0" err="1">
                <a:ln>
                  <a:noFill/>
                </a:ln>
                <a:solidFill>
                  <a:srgbClr val="FFFFFF"/>
                </a:solidFill>
                <a:effectLst/>
                <a:uLnTx/>
                <a:uFillTx/>
                <a:latin typeface="Frutiger LT Com 65 Bold" panose="020B0803030504020204" pitchFamily="34" charset="0"/>
                <a:ea typeface="+mn-ea"/>
                <a:cs typeface="+mn-cs"/>
              </a:rPr>
              <a:t>pt</a:t>
            </a:r>
            <a:endParaRPr lang="de-DE" dirty="0"/>
          </a:p>
        </p:txBody>
      </p:sp>
      <p:sp>
        <p:nvSpPr>
          <p:cNvPr id="2" name="Titel 1">
            <a:extLst>
              <a:ext uri="{FF2B5EF4-FFF2-40B4-BE49-F238E27FC236}">
                <a16:creationId xmlns:a16="http://schemas.microsoft.com/office/drawing/2014/main" id="{9CEB97AB-0648-4C20-81AF-315192BBB0AA}"/>
              </a:ext>
            </a:extLst>
          </p:cNvPr>
          <p:cNvSpPr>
            <a:spLocks noGrp="1"/>
          </p:cNvSpPr>
          <p:nvPr>
            <p:ph type="title"/>
          </p:nvPr>
        </p:nvSpPr>
        <p:spPr/>
        <p:txBody>
          <a:bodyPr vert="horz"/>
          <a:lstStyle/>
          <a:p>
            <a:r>
              <a:rPr lang="de-DE"/>
              <a:t>Titelmasterformat durch Klicken bearbeiten</a:t>
            </a:r>
            <a:endParaRPr lang="en-US" dirty="0"/>
          </a:p>
        </p:txBody>
      </p:sp>
      <p:sp>
        <p:nvSpPr>
          <p:cNvPr id="9" name="Datumsplatzhalter 8">
            <a:extLst>
              <a:ext uri="{FF2B5EF4-FFF2-40B4-BE49-F238E27FC236}">
                <a16:creationId xmlns:a16="http://schemas.microsoft.com/office/drawing/2014/main" id="{8CF3FD1A-1D27-41F1-9CA0-1DB93D823FF3}"/>
              </a:ext>
            </a:extLst>
          </p:cNvPr>
          <p:cNvSpPr>
            <a:spLocks noGrp="1"/>
          </p:cNvSpPr>
          <p:nvPr>
            <p:ph type="dt" sz="half" idx="15"/>
          </p:nvPr>
        </p:nvSpPr>
        <p:spPr/>
        <p:txBody>
          <a:bodyPr/>
          <a:lstStyle/>
          <a:p>
            <a:fld id="{2179119F-C342-4DBA-9211-F4375B7FF2D1}" type="datetime1">
              <a:rPr lang="de-DE" noProof="0" smtClean="0"/>
              <a:t>13.05.2026</a:t>
            </a:fld>
            <a:endParaRPr lang="de-DE" noProof="0" dirty="0"/>
          </a:p>
        </p:txBody>
      </p:sp>
      <p:sp>
        <p:nvSpPr>
          <p:cNvPr id="11" name="Copyright Fraunhofer">
            <a:extLst>
              <a:ext uri="{FF2B5EF4-FFF2-40B4-BE49-F238E27FC236}">
                <a16:creationId xmlns:a16="http://schemas.microsoft.com/office/drawing/2014/main" id="{E2CAD830-41D2-49E6-9A6C-8B30840C6153}"/>
              </a:ext>
            </a:extLst>
          </p:cNvPr>
          <p:cNvSpPr>
            <a:spLocks noGrp="1"/>
          </p:cNvSpPr>
          <p:nvPr>
            <p:ph type="ftr" sz="quarter" idx="16"/>
          </p:nvPr>
        </p:nvSpPr>
        <p:spPr/>
        <p:txBody>
          <a:bodyPr/>
          <a:lstStyle/>
          <a:p>
            <a:r>
              <a:rPr lang="de-DE" noProof="0"/>
              <a:t>© Fraunhofer IISB</a:t>
            </a:r>
            <a:endParaRPr lang="de-DE" noProof="0" dirty="0"/>
          </a:p>
        </p:txBody>
      </p:sp>
      <p:sp>
        <p:nvSpPr>
          <p:cNvPr id="12" name="Foliennummernplatzhalter 11">
            <a:extLst>
              <a:ext uri="{FF2B5EF4-FFF2-40B4-BE49-F238E27FC236}">
                <a16:creationId xmlns:a16="http://schemas.microsoft.com/office/drawing/2014/main" id="{31C2822D-ACBC-46C4-BC5F-37D1A4BC0459}"/>
              </a:ext>
            </a:extLst>
          </p:cNvPr>
          <p:cNvSpPr>
            <a:spLocks noGrp="1"/>
          </p:cNvSpPr>
          <p:nvPr>
            <p:ph type="sldNum" sz="quarter" idx="17"/>
          </p:nvPr>
        </p:nvSpPr>
        <p:spPr/>
        <p:txBody>
          <a:bodyPr/>
          <a:lstStyle/>
          <a:p>
            <a:r>
              <a:rPr lang="de-DE" noProof="0"/>
              <a:t>Seite</a:t>
            </a:r>
            <a:r>
              <a:rPr lang="en-US"/>
              <a:t> </a:t>
            </a:r>
            <a:fld id="{401BA3E4-5E55-4F99-AF09-CC6D6B2539E2}" type="slidenum">
              <a:rPr lang="en-US" smtClean="0"/>
              <a:pPr/>
              <a:t>‹Nr.›</a:t>
            </a:fld>
            <a:endParaRPr lang="en-US" dirty="0"/>
          </a:p>
        </p:txBody>
      </p:sp>
      <p:sp>
        <p:nvSpPr>
          <p:cNvPr id="5" name="Textplatzhalter 4">
            <a:extLst>
              <a:ext uri="{FF2B5EF4-FFF2-40B4-BE49-F238E27FC236}">
                <a16:creationId xmlns:a16="http://schemas.microsoft.com/office/drawing/2014/main" id="{8349B4F5-3985-40FA-BB6F-4069C03E55EE}"/>
              </a:ext>
            </a:extLst>
          </p:cNvPr>
          <p:cNvSpPr>
            <a:spLocks noGrp="1"/>
          </p:cNvSpPr>
          <p:nvPr>
            <p:ph type="body" sz="quarter" idx="18" hasCustomPrompt="1"/>
          </p:nvPr>
        </p:nvSpPr>
        <p:spPr>
          <a:xfrm>
            <a:off x="479425" y="778321"/>
            <a:ext cx="11233150" cy="319318"/>
          </a:xfrm>
        </p:spPr>
        <p:txBody>
          <a:bodyPr/>
          <a:lstStyle>
            <a:lvl1pPr>
              <a:defRPr sz="2000" b="0">
                <a:solidFill>
                  <a:schemeClr val="accent2"/>
                </a:solidFill>
                <a:latin typeface="+mn-lt"/>
              </a:defRPr>
            </a:lvl1pPr>
            <a:lvl2pPr>
              <a:defRPr sz="2400" b="1"/>
            </a:lvl2pPr>
            <a:lvl3pPr>
              <a:defRPr sz="2400" b="1"/>
            </a:lvl3pPr>
            <a:lvl4pPr>
              <a:defRPr sz="2400" b="1"/>
            </a:lvl4pPr>
            <a:lvl5pPr>
              <a:defRPr sz="2400" b="1"/>
            </a:lvl5pPr>
          </a:lstStyle>
          <a:p>
            <a:pPr lvl="0"/>
            <a:r>
              <a:rPr lang="de-DE" dirty="0" err="1"/>
              <a:t>Subline</a:t>
            </a:r>
            <a:endParaRPr lang="de-DE" dirty="0"/>
          </a:p>
        </p:txBody>
      </p:sp>
    </p:spTree>
    <p:extLst>
      <p:ext uri="{BB962C8B-B14F-4D97-AF65-F5344CB8AC3E}">
        <p14:creationId xmlns:p14="http://schemas.microsoft.com/office/powerpoint/2010/main" val="953413686"/>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apiteltrenner – Beschreibung mit Bi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95B6287E-4A4F-4439-B422-A23539B2685C}"/>
              </a:ext>
            </a:extLst>
          </p:cNvPr>
          <p:cNvGraphicFramePr>
            <a:graphicFrameLocks noChangeAspect="1"/>
          </p:cNvGraphicFramePr>
          <p:nvPr userDrawn="1">
            <p:custDataLst>
              <p:tags r:id="rId1"/>
            </p:custDataLst>
            <p:extLst>
              <p:ext uri="{D42A27DB-BD31-4B8C-83A1-F6EECF244321}">
                <p14:modId xmlns:p14="http://schemas.microsoft.com/office/powerpoint/2010/main" val="3973226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6" name="Objekt 5" hidden="1">
                        <a:extLst>
                          <a:ext uri="{FF2B5EF4-FFF2-40B4-BE49-F238E27FC236}">
                            <a16:creationId xmlns:a16="http://schemas.microsoft.com/office/drawing/2014/main" id="{95B6287E-4A4F-4439-B422-A23539B2685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Bildplatzhalter 7">
            <a:extLst>
              <a:ext uri="{FF2B5EF4-FFF2-40B4-BE49-F238E27FC236}">
                <a16:creationId xmlns:a16="http://schemas.microsoft.com/office/drawing/2014/main" id="{43168385-808A-40CF-ACBB-25E2FEB39C95}"/>
              </a:ext>
            </a:extLst>
          </p:cNvPr>
          <p:cNvSpPr>
            <a:spLocks noGrp="1"/>
          </p:cNvSpPr>
          <p:nvPr>
            <p:ph type="pic" sz="quarter" idx="13"/>
          </p:nvPr>
        </p:nvSpPr>
        <p:spPr>
          <a:xfrm>
            <a:off x="479424" y="1700213"/>
            <a:ext cx="6315075" cy="4284662"/>
          </a:xfrm>
          <a:solidFill>
            <a:schemeClr val="bg2">
              <a:lumMod val="20000"/>
              <a:lumOff val="80000"/>
            </a:schemeClr>
          </a:solidFill>
        </p:spPr>
        <p:txBody>
          <a:bodyPr>
            <a:noAutofit/>
          </a:bodyPr>
          <a:lstStyle>
            <a:lvl1pPr>
              <a:defRPr>
                <a:solidFill>
                  <a:schemeClr val="bg1"/>
                </a:solidFill>
              </a:defRPr>
            </a:lvl1pPr>
          </a:lstStyle>
          <a:p>
            <a:r>
              <a:rPr lang="de-DE"/>
              <a:t>Bild durch Klicken auf Symbol hinzufügen</a:t>
            </a:r>
            <a:endParaRPr lang="en-US"/>
          </a:p>
        </p:txBody>
      </p:sp>
      <p:sp>
        <p:nvSpPr>
          <p:cNvPr id="10" name="Textplatzhalter 9">
            <a:extLst>
              <a:ext uri="{FF2B5EF4-FFF2-40B4-BE49-F238E27FC236}">
                <a16:creationId xmlns:a16="http://schemas.microsoft.com/office/drawing/2014/main" id="{959FA541-8597-4991-9A2A-D86D39840ED3}"/>
              </a:ext>
            </a:extLst>
          </p:cNvPr>
          <p:cNvSpPr>
            <a:spLocks noGrp="1"/>
          </p:cNvSpPr>
          <p:nvPr>
            <p:ph type="body" sz="quarter" idx="14" hasCustomPrompt="1"/>
          </p:nvPr>
        </p:nvSpPr>
        <p:spPr>
          <a:xfrm>
            <a:off x="6275388" y="3149600"/>
            <a:ext cx="5916612" cy="1622533"/>
          </a:xfrm>
          <a:gradFill flip="none" rotWithShape="1">
            <a:gsLst>
              <a:gs pos="34000">
                <a:srgbClr val="1C768F">
                  <a:alpha val="94902"/>
                </a:srgbClr>
              </a:gs>
              <a:gs pos="0">
                <a:srgbClr val="014A6B">
                  <a:alpha val="95000"/>
                </a:srgbClr>
              </a:gs>
              <a:gs pos="74000">
                <a:schemeClr val="accent5">
                  <a:lumMod val="90000"/>
                  <a:lumOff val="10000"/>
                  <a:alpha val="95000"/>
                </a:schemeClr>
              </a:gs>
              <a:gs pos="100000">
                <a:srgbClr val="09B2AC">
                  <a:alpha val="95000"/>
                </a:srgbClr>
              </a:gs>
            </a:gsLst>
            <a:path path="circle">
              <a:fillToRect r="100000" b="100000"/>
            </a:path>
            <a:tileRect l="-100000" t="-100000"/>
          </a:gradFill>
        </p:spPr>
        <p:txBody>
          <a:bodyPr lIns="360000" tIns="360000" rIns="360000" bIns="360000"/>
          <a:lstStyle>
            <a:lvl1pPr>
              <a:lnSpc>
                <a:spcPct val="110000"/>
              </a:lnSpc>
              <a:spcAft>
                <a:spcPts val="0"/>
              </a:spcAft>
              <a:defRPr sz="2000" b="1">
                <a:solidFill>
                  <a:schemeClr val="bg1"/>
                </a:solidFill>
              </a:defRPr>
            </a:lvl1pPr>
            <a:lvl2pPr>
              <a:lnSpc>
                <a:spcPts val="2420"/>
              </a:lnSpc>
              <a:spcAft>
                <a:spcPts val="0"/>
              </a:spcAft>
              <a:defRPr sz="2860" b="1">
                <a:solidFill>
                  <a:schemeClr val="bg1"/>
                </a:solidFill>
                <a:latin typeface="Frutiger LT Com 75 Black" panose="020B0A03040504030204" pitchFamily="34" charset="0"/>
              </a:defRPr>
            </a:lvl2pPr>
            <a:lvl3pPr>
              <a:lnSpc>
                <a:spcPct val="110000"/>
              </a:lnSpc>
              <a:defRPr sz="1600" b="0">
                <a:solidFill>
                  <a:schemeClr val="bg1"/>
                </a:solidFill>
                <a:latin typeface="+mn-lt"/>
              </a:defRPr>
            </a:lvl3pPr>
            <a:lvl4pPr>
              <a:defRPr>
                <a:solidFill>
                  <a:schemeClr val="bg1"/>
                </a:solidFill>
              </a:defRPr>
            </a:lvl4pPr>
            <a:lvl5pPr>
              <a:defRPr>
                <a:solidFill>
                  <a:schemeClr val="bg1"/>
                </a:solidFill>
              </a:defRPr>
            </a:lvl5pPr>
          </a:lstStyle>
          <a:p>
            <a:pPr lvl="0"/>
            <a:r>
              <a:rPr lang="de-DE" dirty="0"/>
              <a:t>Kapitelüberschrift, Frutiger </a:t>
            </a:r>
            <a:r>
              <a:rPr lang="de-DE" dirty="0" err="1"/>
              <a:t>Bold</a:t>
            </a:r>
            <a:r>
              <a:rPr lang="de-DE" dirty="0"/>
              <a:t> 20 </a:t>
            </a:r>
            <a:r>
              <a:rPr lang="de-DE" dirty="0" err="1"/>
              <a:t>pt</a:t>
            </a:r>
            <a:endParaRPr lang="de-DE" dirty="0"/>
          </a:p>
          <a:p>
            <a:pPr lvl="1"/>
            <a:r>
              <a:rPr lang="de-DE" dirty="0"/>
              <a:t>—</a:t>
            </a:r>
          </a:p>
          <a:p>
            <a:pPr lvl="2"/>
            <a:r>
              <a:rPr lang="de-DE" dirty="0"/>
              <a:t>Frutiger LT </a:t>
            </a:r>
            <a:r>
              <a:rPr lang="de-DE" dirty="0" err="1"/>
              <a:t>Com</a:t>
            </a:r>
            <a:r>
              <a:rPr lang="de-DE" dirty="0"/>
              <a:t> Light 16 </a:t>
            </a:r>
            <a:r>
              <a:rPr lang="de-DE" dirty="0" err="1"/>
              <a:t>pt</a:t>
            </a:r>
            <a:r>
              <a:rPr lang="de-DE" dirty="0"/>
              <a:t> </a:t>
            </a:r>
          </a:p>
        </p:txBody>
      </p:sp>
      <p:sp>
        <p:nvSpPr>
          <p:cNvPr id="2" name="Titel 1">
            <a:extLst>
              <a:ext uri="{FF2B5EF4-FFF2-40B4-BE49-F238E27FC236}">
                <a16:creationId xmlns:a16="http://schemas.microsoft.com/office/drawing/2014/main" id="{9CEB97AB-0648-4C20-81AF-315192BBB0AA}"/>
              </a:ext>
            </a:extLst>
          </p:cNvPr>
          <p:cNvSpPr>
            <a:spLocks noGrp="1"/>
          </p:cNvSpPr>
          <p:nvPr>
            <p:ph type="title"/>
          </p:nvPr>
        </p:nvSpPr>
        <p:spPr/>
        <p:txBody>
          <a:bodyPr vert="horz"/>
          <a:lstStyle/>
          <a:p>
            <a:r>
              <a:rPr lang="de-DE"/>
              <a:t>Titelmasterformat durch Klicken bearbeiten</a:t>
            </a:r>
            <a:endParaRPr lang="en-US" dirty="0"/>
          </a:p>
        </p:txBody>
      </p:sp>
      <p:sp>
        <p:nvSpPr>
          <p:cNvPr id="9" name="Datumsplatzhalter 8">
            <a:extLst>
              <a:ext uri="{FF2B5EF4-FFF2-40B4-BE49-F238E27FC236}">
                <a16:creationId xmlns:a16="http://schemas.microsoft.com/office/drawing/2014/main" id="{57475347-60C7-4275-87BB-E0A043A53960}"/>
              </a:ext>
            </a:extLst>
          </p:cNvPr>
          <p:cNvSpPr>
            <a:spLocks noGrp="1"/>
          </p:cNvSpPr>
          <p:nvPr>
            <p:ph type="dt" sz="half" idx="15"/>
          </p:nvPr>
        </p:nvSpPr>
        <p:spPr/>
        <p:txBody>
          <a:bodyPr/>
          <a:lstStyle/>
          <a:p>
            <a:fld id="{FC469E6C-F598-4F80-AB6C-46A0783E2A2E}" type="datetime1">
              <a:rPr lang="de-DE" noProof="0" smtClean="0"/>
              <a:t>13.05.2026</a:t>
            </a:fld>
            <a:endParaRPr lang="de-DE" noProof="0" dirty="0"/>
          </a:p>
        </p:txBody>
      </p:sp>
      <p:sp>
        <p:nvSpPr>
          <p:cNvPr id="11" name="Copyright Fraunhofer">
            <a:extLst>
              <a:ext uri="{FF2B5EF4-FFF2-40B4-BE49-F238E27FC236}">
                <a16:creationId xmlns:a16="http://schemas.microsoft.com/office/drawing/2014/main" id="{262368A1-9617-47E7-A038-2429D810911C}"/>
              </a:ext>
            </a:extLst>
          </p:cNvPr>
          <p:cNvSpPr>
            <a:spLocks noGrp="1"/>
          </p:cNvSpPr>
          <p:nvPr>
            <p:ph type="ftr" sz="quarter" idx="16"/>
          </p:nvPr>
        </p:nvSpPr>
        <p:spPr/>
        <p:txBody>
          <a:bodyPr/>
          <a:lstStyle/>
          <a:p>
            <a:r>
              <a:rPr lang="de-DE" noProof="0"/>
              <a:t>© Fraunhofer IISB</a:t>
            </a:r>
            <a:endParaRPr lang="de-DE" noProof="0" dirty="0"/>
          </a:p>
        </p:txBody>
      </p:sp>
      <p:sp>
        <p:nvSpPr>
          <p:cNvPr id="12" name="Foliennummernplatzhalter 11">
            <a:extLst>
              <a:ext uri="{FF2B5EF4-FFF2-40B4-BE49-F238E27FC236}">
                <a16:creationId xmlns:a16="http://schemas.microsoft.com/office/drawing/2014/main" id="{7CAF98EC-E908-46DA-A386-F0D4232D418D}"/>
              </a:ext>
            </a:extLst>
          </p:cNvPr>
          <p:cNvSpPr>
            <a:spLocks noGrp="1"/>
          </p:cNvSpPr>
          <p:nvPr>
            <p:ph type="sldNum" sz="quarter" idx="17"/>
          </p:nvPr>
        </p:nvSpPr>
        <p:spPr/>
        <p:txBody>
          <a:bodyPr/>
          <a:lstStyle/>
          <a:p>
            <a:r>
              <a:rPr lang="de-DE" noProof="0"/>
              <a:t>Seite</a:t>
            </a:r>
            <a:r>
              <a:rPr lang="en-US"/>
              <a:t> </a:t>
            </a:r>
            <a:fld id="{401BA3E4-5E55-4F99-AF09-CC6D6B2539E2}" type="slidenum">
              <a:rPr lang="en-US" smtClean="0"/>
              <a:pPr/>
              <a:t>‹Nr.›</a:t>
            </a:fld>
            <a:endParaRPr lang="en-US" dirty="0"/>
          </a:p>
        </p:txBody>
      </p:sp>
      <p:sp>
        <p:nvSpPr>
          <p:cNvPr id="4" name="Textplatzhalter 3">
            <a:extLst>
              <a:ext uri="{FF2B5EF4-FFF2-40B4-BE49-F238E27FC236}">
                <a16:creationId xmlns:a16="http://schemas.microsoft.com/office/drawing/2014/main" id="{1600B162-5CE1-4081-9F76-7824B5C17191}"/>
              </a:ext>
            </a:extLst>
          </p:cNvPr>
          <p:cNvSpPr>
            <a:spLocks noGrp="1"/>
          </p:cNvSpPr>
          <p:nvPr>
            <p:ph type="body" sz="quarter" idx="18" hasCustomPrompt="1"/>
          </p:nvPr>
        </p:nvSpPr>
        <p:spPr>
          <a:xfrm>
            <a:off x="479425" y="778321"/>
            <a:ext cx="11233150" cy="318933"/>
          </a:xfrm>
        </p:spPr>
        <p:txBody>
          <a:bodyPr/>
          <a:lstStyle>
            <a:lvl1pPr>
              <a:defRPr sz="2000" b="0">
                <a:solidFill>
                  <a:schemeClr val="accent2"/>
                </a:solidFill>
                <a:latin typeface="+mn-lt"/>
              </a:defRPr>
            </a:lvl1pPr>
          </a:lstStyle>
          <a:p>
            <a:pPr lvl="0"/>
            <a:r>
              <a:rPr lang="de-DE" dirty="0" err="1"/>
              <a:t>Subline</a:t>
            </a:r>
            <a:endParaRPr lang="en-US" dirty="0"/>
          </a:p>
        </p:txBody>
      </p:sp>
    </p:spTree>
    <p:extLst>
      <p:ext uri="{BB962C8B-B14F-4D97-AF65-F5344CB8AC3E}">
        <p14:creationId xmlns:p14="http://schemas.microsoft.com/office/powerpoint/2010/main" val="3764091429"/>
      </p:ext>
    </p:extLst>
  </p:cSld>
  <p:clrMapOvr>
    <a:masterClrMapping/>
  </p:clrMapOvr>
  <p:extLst>
    <p:ext uri="{DCECCB84-F9BA-43D5-87BE-67443E8EF086}">
      <p15:sldGuideLst xmlns:p15="http://schemas.microsoft.com/office/powerpoint/2012/main">
        <p15:guide id="1" pos="3727" userDrawn="1">
          <p15:clr>
            <a:srgbClr val="FBAE40"/>
          </p15:clr>
        </p15:guide>
        <p15:guide id="2" pos="395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apitelfolie mit Beschreibung 1">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1F8DCC3F-E343-4E3F-B16A-B6051F15F188}"/>
              </a:ext>
            </a:extLst>
          </p:cNvPr>
          <p:cNvPicPr>
            <a:picLocks noChangeAspect="1"/>
          </p:cNvPicPr>
          <p:nvPr userDrawn="1"/>
        </p:nvPicPr>
        <p:blipFill rotWithShape="1">
          <a:blip r:embed="rId3"/>
          <a:srcRect t="10015" b="18610"/>
          <a:stretch/>
        </p:blipFill>
        <p:spPr>
          <a:xfrm>
            <a:off x="0" y="1"/>
            <a:ext cx="12192000" cy="6151957"/>
          </a:xfrm>
          <a:prstGeom prst="rect">
            <a:avLst/>
          </a:prstGeom>
        </p:spPr>
      </p:pic>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4136657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13" name="Objekt 12" hidden="1">
                        <a:extLst>
                          <a:ext uri="{FF2B5EF4-FFF2-40B4-BE49-F238E27FC236}">
                            <a16:creationId xmlns:a16="http://schemas.microsoft.com/office/drawing/2014/main" id="{FA62D198-8DCD-43B1-ADA0-82CB261CFE4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478198" y="1999174"/>
            <a:ext cx="7346583" cy="1731243"/>
          </a:xfrm>
          <a:noFill/>
        </p:spPr>
        <p:txBody>
          <a:bodyPr wrap="square" lIns="0" tIns="0" rIns="0" bIns="0" anchor="t">
            <a:spAutoFit/>
          </a:bodyPr>
          <a:lstStyle>
            <a:lvl1pPr>
              <a:lnSpc>
                <a:spcPct val="110000"/>
              </a:lnSpc>
              <a:spcAft>
                <a:spcPts val="0"/>
              </a:spcAft>
              <a:defRPr sz="1600" b="0">
                <a:solidFill>
                  <a:schemeClr val="bg1"/>
                </a:solidFill>
                <a:latin typeface="+mj-lt"/>
              </a:defRPr>
            </a:lvl1pPr>
            <a:lvl2pPr>
              <a:lnSpc>
                <a:spcPts val="3200"/>
              </a:lnSpc>
              <a:spcAft>
                <a:spcPts val="640"/>
              </a:spcAft>
              <a:defRPr sz="4160" b="1">
                <a:solidFill>
                  <a:schemeClr val="bg1"/>
                </a:solidFill>
                <a:latin typeface="Frutiger LT Com 75 Black" panose="020B0A03040504030204" pitchFamily="34" charset="0"/>
              </a:defRPr>
            </a:lvl2pPr>
            <a:lvl3pPr>
              <a:lnSpc>
                <a:spcPct val="100000"/>
              </a:lnSpc>
              <a:spcAft>
                <a:spcPts val="0"/>
              </a:spcAft>
              <a:defRPr sz="3200" b="0">
                <a:solidFill>
                  <a:schemeClr val="bg1"/>
                </a:solidFill>
                <a:latin typeface="+mn-lt"/>
              </a:defRPr>
            </a:lvl3pPr>
            <a:lvl4pPr marL="0" indent="0">
              <a:lnSpc>
                <a:spcPts val="2080"/>
              </a:lnSpc>
              <a:spcBef>
                <a:spcPts val="2080"/>
              </a:spcBef>
              <a:spcAft>
                <a:spcPts val="0"/>
              </a:spcAft>
              <a:buNone/>
              <a:defRPr>
                <a:solidFill>
                  <a:schemeClr val="bg1"/>
                </a:solidFill>
              </a:defRPr>
            </a:lvl4pPr>
            <a:lvl5pPr>
              <a:spcAft>
                <a:spcPts val="0"/>
              </a:spcAft>
              <a:defRPr/>
            </a:lvl5pPr>
          </a:lstStyle>
          <a:p>
            <a:pPr lvl="0"/>
            <a:r>
              <a:rPr lang="de-DE" dirty="0"/>
              <a:t>Kapitelnummer </a:t>
            </a:r>
          </a:p>
          <a:p>
            <a:pPr lvl="1"/>
            <a:r>
              <a:rPr lang="de-DE" dirty="0"/>
              <a:t>—</a:t>
            </a:r>
          </a:p>
          <a:p>
            <a:pPr lvl="2"/>
            <a:r>
              <a:rPr lang="de-DE" dirty="0"/>
              <a:t>Headline groß, Frutiger LT </a:t>
            </a:r>
            <a:r>
              <a:rPr lang="de-DE" dirty="0" err="1"/>
              <a:t>Com</a:t>
            </a:r>
            <a:r>
              <a:rPr lang="de-DE" dirty="0"/>
              <a:t> Light, </a:t>
            </a:r>
            <a:br>
              <a:rPr lang="de-DE" dirty="0"/>
            </a:br>
            <a:r>
              <a:rPr lang="de-DE" dirty="0"/>
              <a:t>32 </a:t>
            </a:r>
            <a:r>
              <a:rPr lang="de-DE" dirty="0" err="1"/>
              <a:t>pt</a:t>
            </a:r>
            <a:endParaRPr lang="de-DE" dirty="0"/>
          </a:p>
        </p:txBody>
      </p:sp>
      <p:sp>
        <p:nvSpPr>
          <p:cNvPr id="5" name="Datumsplatzhalter 4">
            <a:extLst>
              <a:ext uri="{FF2B5EF4-FFF2-40B4-BE49-F238E27FC236}">
                <a16:creationId xmlns:a16="http://schemas.microsoft.com/office/drawing/2014/main" id="{CF75AC2F-D644-43D9-B982-47D14AE50663}"/>
              </a:ext>
            </a:extLst>
          </p:cNvPr>
          <p:cNvSpPr>
            <a:spLocks noGrp="1"/>
          </p:cNvSpPr>
          <p:nvPr>
            <p:ph type="dt" sz="half" idx="12"/>
          </p:nvPr>
        </p:nvSpPr>
        <p:spPr/>
        <p:txBody>
          <a:bodyPr/>
          <a:lstStyle/>
          <a:p>
            <a:fld id="{BE4F662B-8B67-467B-B579-81B65A21735B}" type="datetime1">
              <a:rPr lang="de-DE" noProof="0" smtClean="0"/>
              <a:t>13.05.2026</a:t>
            </a:fld>
            <a:endParaRPr lang="de-DE" noProof="0" dirty="0"/>
          </a:p>
        </p:txBody>
      </p:sp>
      <p:sp>
        <p:nvSpPr>
          <p:cNvPr id="6" name="Copyright Fraunhofer">
            <a:extLst>
              <a:ext uri="{FF2B5EF4-FFF2-40B4-BE49-F238E27FC236}">
                <a16:creationId xmlns:a16="http://schemas.microsoft.com/office/drawing/2014/main" id="{F09CF1CB-7C21-4B1B-8641-DD8AC9A83CB3}"/>
              </a:ext>
            </a:extLst>
          </p:cNvPr>
          <p:cNvSpPr>
            <a:spLocks noGrp="1"/>
          </p:cNvSpPr>
          <p:nvPr>
            <p:ph type="ftr" sz="quarter" idx="13"/>
          </p:nvPr>
        </p:nvSpPr>
        <p:spPr/>
        <p:txBody>
          <a:bodyPr/>
          <a:lstStyle/>
          <a:p>
            <a:r>
              <a:rPr lang="de-DE" noProof="0"/>
              <a:t>© Fraunhofer IISB</a:t>
            </a:r>
            <a:endParaRPr lang="de-DE" noProof="0" dirty="0"/>
          </a:p>
        </p:txBody>
      </p:sp>
      <p:sp>
        <p:nvSpPr>
          <p:cNvPr id="7" name="Foliennummernplatzhalter 6">
            <a:extLst>
              <a:ext uri="{FF2B5EF4-FFF2-40B4-BE49-F238E27FC236}">
                <a16:creationId xmlns:a16="http://schemas.microsoft.com/office/drawing/2014/main" id="{30AB71B0-9D5B-4CFF-97F3-7D9E421F2DA8}"/>
              </a:ext>
            </a:extLst>
          </p:cNvPr>
          <p:cNvSpPr>
            <a:spLocks noGrp="1"/>
          </p:cNvSpPr>
          <p:nvPr>
            <p:ph type="sldNum" sz="quarter" idx="14"/>
          </p:nvPr>
        </p:nvSpPr>
        <p:spPr/>
        <p:txBody>
          <a:bodyPr/>
          <a:lstStyle/>
          <a:p>
            <a:r>
              <a:rPr lang="de-DE" noProof="0"/>
              <a:t>Seite</a:t>
            </a:r>
            <a:r>
              <a:rPr lang="en-US"/>
              <a:t> </a:t>
            </a:r>
            <a:fld id="{401BA3E4-5E55-4F99-AF09-CC6D6B2539E2}" type="slidenum">
              <a:rPr lang="en-US" smtClean="0"/>
              <a:pPr/>
              <a:t>‹Nr.›</a:t>
            </a:fld>
            <a:endParaRPr lang="en-US" dirty="0"/>
          </a:p>
        </p:txBody>
      </p:sp>
    </p:spTree>
    <p:extLst>
      <p:ext uri="{BB962C8B-B14F-4D97-AF65-F5344CB8AC3E}">
        <p14:creationId xmlns:p14="http://schemas.microsoft.com/office/powerpoint/2010/main" val="29799690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Kapitelfolie mit Beschreibung 2">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34982447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13" name="Objekt 12" hidden="1">
                        <a:extLst>
                          <a:ext uri="{FF2B5EF4-FFF2-40B4-BE49-F238E27FC236}">
                            <a16:creationId xmlns:a16="http://schemas.microsoft.com/office/drawing/2014/main" id="{FA62D198-8DCD-43B1-ADA0-82CB261CFE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8" name="Grafik 7">
            <a:extLst>
              <a:ext uri="{FF2B5EF4-FFF2-40B4-BE49-F238E27FC236}">
                <a16:creationId xmlns:a16="http://schemas.microsoft.com/office/drawing/2014/main" id="{0EB8D40A-176A-4C73-94E8-E4F599039B24}"/>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0" y="0"/>
            <a:ext cx="12192000" cy="6158116"/>
          </a:xfrm>
          <a:prstGeom prst="rect">
            <a:avLst/>
          </a:prstGeom>
        </p:spPr>
      </p:pic>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478198" y="1999174"/>
            <a:ext cx="7346585" cy="1731243"/>
          </a:xfrm>
          <a:noFill/>
        </p:spPr>
        <p:txBody>
          <a:bodyPr wrap="square" lIns="0" tIns="0" rIns="0" bIns="0" anchor="t">
            <a:spAutoFit/>
          </a:bodyPr>
          <a:lstStyle>
            <a:lvl1pPr>
              <a:lnSpc>
                <a:spcPct val="110000"/>
              </a:lnSpc>
              <a:spcAft>
                <a:spcPts val="0"/>
              </a:spcAft>
              <a:defRPr sz="1600" b="0">
                <a:solidFill>
                  <a:schemeClr val="bg1"/>
                </a:solidFill>
                <a:latin typeface="+mj-lt"/>
              </a:defRPr>
            </a:lvl1pPr>
            <a:lvl2pPr>
              <a:lnSpc>
                <a:spcPts val="3200"/>
              </a:lnSpc>
              <a:spcAft>
                <a:spcPts val="640"/>
              </a:spcAft>
              <a:defRPr sz="4160" b="1">
                <a:solidFill>
                  <a:schemeClr val="bg1"/>
                </a:solidFill>
                <a:latin typeface="Frutiger LT Com 75 Black" panose="020B0A03040504030204" pitchFamily="34" charset="0"/>
              </a:defRPr>
            </a:lvl2pPr>
            <a:lvl3pPr>
              <a:lnSpc>
                <a:spcPct val="100000"/>
              </a:lnSpc>
              <a:spcAft>
                <a:spcPts val="0"/>
              </a:spcAft>
              <a:defRPr sz="3200" b="0">
                <a:solidFill>
                  <a:schemeClr val="bg1"/>
                </a:solidFill>
                <a:latin typeface="+mn-lt"/>
              </a:defRPr>
            </a:lvl3pPr>
            <a:lvl4pPr marL="0" indent="0">
              <a:lnSpc>
                <a:spcPts val="2080"/>
              </a:lnSpc>
              <a:spcBef>
                <a:spcPts val="2080"/>
              </a:spcBef>
              <a:spcAft>
                <a:spcPts val="0"/>
              </a:spcAft>
              <a:buNone/>
              <a:defRPr>
                <a:solidFill>
                  <a:schemeClr val="bg1"/>
                </a:solidFill>
              </a:defRPr>
            </a:lvl4pPr>
            <a:lvl5pPr>
              <a:spcAft>
                <a:spcPts val="0"/>
              </a:spcAft>
              <a:defRPr/>
            </a:lvl5pPr>
          </a:lstStyle>
          <a:p>
            <a:pPr lvl="0"/>
            <a:r>
              <a:rPr lang="de-DE" dirty="0"/>
              <a:t>Kapitelnummer </a:t>
            </a:r>
          </a:p>
          <a:p>
            <a:pPr lvl="1"/>
            <a:r>
              <a:rPr lang="de-DE" dirty="0"/>
              <a:t>—</a:t>
            </a:r>
          </a:p>
          <a:p>
            <a:pPr lvl="2"/>
            <a:r>
              <a:rPr lang="de-DE" dirty="0"/>
              <a:t>Headline groß, Frutiger LT </a:t>
            </a:r>
            <a:r>
              <a:rPr lang="de-DE" dirty="0" err="1"/>
              <a:t>Com</a:t>
            </a:r>
            <a:r>
              <a:rPr lang="de-DE" dirty="0"/>
              <a:t> Light, </a:t>
            </a:r>
            <a:br>
              <a:rPr lang="de-DE" dirty="0"/>
            </a:br>
            <a:r>
              <a:rPr lang="de-DE" dirty="0"/>
              <a:t>32 </a:t>
            </a:r>
            <a:r>
              <a:rPr lang="de-DE" dirty="0" err="1"/>
              <a:t>pt</a:t>
            </a:r>
            <a:r>
              <a:rPr lang="de-DE" dirty="0"/>
              <a:t>,</a:t>
            </a:r>
          </a:p>
        </p:txBody>
      </p:sp>
      <p:sp>
        <p:nvSpPr>
          <p:cNvPr id="5" name="Datumsplatzhalter 4">
            <a:extLst>
              <a:ext uri="{FF2B5EF4-FFF2-40B4-BE49-F238E27FC236}">
                <a16:creationId xmlns:a16="http://schemas.microsoft.com/office/drawing/2014/main" id="{52AD05C7-382B-438D-B349-2F1CC8C2BCCF}"/>
              </a:ext>
            </a:extLst>
          </p:cNvPr>
          <p:cNvSpPr>
            <a:spLocks noGrp="1"/>
          </p:cNvSpPr>
          <p:nvPr>
            <p:ph type="dt" sz="half" idx="12"/>
          </p:nvPr>
        </p:nvSpPr>
        <p:spPr/>
        <p:txBody>
          <a:bodyPr/>
          <a:lstStyle/>
          <a:p>
            <a:fld id="{78088260-380C-400E-94F1-80576C9596AC}" type="datetime1">
              <a:rPr lang="de-DE" noProof="0" smtClean="0"/>
              <a:t>13.05.2026</a:t>
            </a:fld>
            <a:endParaRPr lang="de-DE" noProof="0" dirty="0"/>
          </a:p>
        </p:txBody>
      </p:sp>
      <p:sp>
        <p:nvSpPr>
          <p:cNvPr id="6" name="Copyright Fraunhofer">
            <a:extLst>
              <a:ext uri="{FF2B5EF4-FFF2-40B4-BE49-F238E27FC236}">
                <a16:creationId xmlns:a16="http://schemas.microsoft.com/office/drawing/2014/main" id="{F4113842-5E3F-4997-8349-B76EB457E535}"/>
              </a:ext>
            </a:extLst>
          </p:cNvPr>
          <p:cNvSpPr>
            <a:spLocks noGrp="1"/>
          </p:cNvSpPr>
          <p:nvPr>
            <p:ph type="ftr" sz="quarter" idx="13"/>
          </p:nvPr>
        </p:nvSpPr>
        <p:spPr/>
        <p:txBody>
          <a:bodyPr/>
          <a:lstStyle/>
          <a:p>
            <a:r>
              <a:rPr lang="de-DE" noProof="0"/>
              <a:t>© Fraunhofer IISB</a:t>
            </a:r>
            <a:endParaRPr lang="de-DE" noProof="0" dirty="0"/>
          </a:p>
        </p:txBody>
      </p:sp>
      <p:sp>
        <p:nvSpPr>
          <p:cNvPr id="7" name="Foliennummernplatzhalter 6">
            <a:extLst>
              <a:ext uri="{FF2B5EF4-FFF2-40B4-BE49-F238E27FC236}">
                <a16:creationId xmlns:a16="http://schemas.microsoft.com/office/drawing/2014/main" id="{63428535-A26E-4A75-A2D0-95960DB6BCF0}"/>
              </a:ext>
            </a:extLst>
          </p:cNvPr>
          <p:cNvSpPr>
            <a:spLocks noGrp="1"/>
          </p:cNvSpPr>
          <p:nvPr>
            <p:ph type="sldNum" sz="quarter" idx="14"/>
          </p:nvPr>
        </p:nvSpPr>
        <p:spPr/>
        <p:txBody>
          <a:bodyPr/>
          <a:lstStyle/>
          <a:p>
            <a:r>
              <a:rPr lang="de-DE" noProof="0"/>
              <a:t>Seite</a:t>
            </a:r>
            <a:r>
              <a:rPr lang="en-US"/>
              <a:t> </a:t>
            </a:r>
            <a:fld id="{401BA3E4-5E55-4F99-AF09-CC6D6B2539E2}" type="slidenum">
              <a:rPr lang="en-US" smtClean="0"/>
              <a:pPr/>
              <a:t>‹Nr.›</a:t>
            </a:fld>
            <a:endParaRPr lang="en-US" dirty="0"/>
          </a:p>
        </p:txBody>
      </p:sp>
    </p:spTree>
    <p:extLst>
      <p:ext uri="{BB962C8B-B14F-4D97-AF65-F5344CB8AC3E}">
        <p14:creationId xmlns:p14="http://schemas.microsoft.com/office/powerpoint/2010/main" val="20936600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 – 2 Spalten">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2C7AF347-EE19-4A49-ACB3-3F7316F7E1D7}"/>
              </a:ext>
            </a:extLst>
          </p:cNvPr>
          <p:cNvGraphicFramePr>
            <a:graphicFrameLocks noChangeAspect="1"/>
          </p:cNvGraphicFramePr>
          <p:nvPr userDrawn="1">
            <p:custDataLst>
              <p:tags r:id="rId1"/>
            </p:custDataLst>
            <p:extLst>
              <p:ext uri="{D42A27DB-BD31-4B8C-83A1-F6EECF244321}">
                <p14:modId xmlns:p14="http://schemas.microsoft.com/office/powerpoint/2010/main" val="39421640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E3E6397C-9FE6-4A0B-87BC-9E26F4233B7D}"/>
              </a:ext>
            </a:extLst>
          </p:cNvPr>
          <p:cNvSpPr>
            <a:spLocks noGrp="1"/>
          </p:cNvSpPr>
          <p:nvPr>
            <p:ph type="title"/>
          </p:nvPr>
        </p:nvSpPr>
        <p:spPr/>
        <p:txBody>
          <a:bodyPr vert="horz"/>
          <a:lstStyle/>
          <a:p>
            <a:r>
              <a:rPr lang="de-DE"/>
              <a:t>Titelmasterformat durch Klicken bearbeiten</a:t>
            </a:r>
            <a:endParaRPr lang="en-US"/>
          </a:p>
        </p:txBody>
      </p:sp>
      <p:sp>
        <p:nvSpPr>
          <p:cNvPr id="8" name="Datumsplatzhalter 7">
            <a:extLst>
              <a:ext uri="{FF2B5EF4-FFF2-40B4-BE49-F238E27FC236}">
                <a16:creationId xmlns:a16="http://schemas.microsoft.com/office/drawing/2014/main" id="{DDBBD9DA-78F9-4E62-A16F-A3EAEE483A54}"/>
              </a:ext>
            </a:extLst>
          </p:cNvPr>
          <p:cNvSpPr>
            <a:spLocks noGrp="1"/>
          </p:cNvSpPr>
          <p:nvPr>
            <p:ph type="dt" sz="half" idx="10"/>
          </p:nvPr>
        </p:nvSpPr>
        <p:spPr/>
        <p:txBody>
          <a:bodyPr/>
          <a:lstStyle/>
          <a:p>
            <a:fld id="{84AC2951-09AD-4688-B783-DAE1ADDED63E}" type="datetime1">
              <a:rPr lang="de-DE" noProof="0" smtClean="0"/>
              <a:t>13.05.2026</a:t>
            </a:fld>
            <a:endParaRPr lang="de-DE" noProof="0" dirty="0"/>
          </a:p>
        </p:txBody>
      </p:sp>
      <p:sp>
        <p:nvSpPr>
          <p:cNvPr id="9" name="Copyright Fraunhofer">
            <a:extLst>
              <a:ext uri="{FF2B5EF4-FFF2-40B4-BE49-F238E27FC236}">
                <a16:creationId xmlns:a16="http://schemas.microsoft.com/office/drawing/2014/main" id="{68024DD5-D614-4E40-8330-76F9312A0541}"/>
              </a:ext>
            </a:extLst>
          </p:cNvPr>
          <p:cNvSpPr>
            <a:spLocks noGrp="1"/>
          </p:cNvSpPr>
          <p:nvPr>
            <p:ph type="ftr" sz="quarter" idx="11"/>
          </p:nvPr>
        </p:nvSpPr>
        <p:spPr/>
        <p:txBody>
          <a:bodyPr/>
          <a:lstStyle/>
          <a:p>
            <a:r>
              <a:rPr lang="de-DE" noProof="0"/>
              <a:t>© Fraunhofer IISB</a:t>
            </a:r>
            <a:endParaRPr lang="de-DE" noProof="0" dirty="0"/>
          </a:p>
        </p:txBody>
      </p:sp>
      <p:sp>
        <p:nvSpPr>
          <p:cNvPr id="10" name="Foliennummernplatzhalter 9">
            <a:extLst>
              <a:ext uri="{FF2B5EF4-FFF2-40B4-BE49-F238E27FC236}">
                <a16:creationId xmlns:a16="http://schemas.microsoft.com/office/drawing/2014/main" id="{54063AB9-A95E-44E6-BF4C-CF29833128BA}"/>
              </a:ext>
            </a:extLst>
          </p:cNvPr>
          <p:cNvSpPr>
            <a:spLocks noGrp="1"/>
          </p:cNvSpPr>
          <p:nvPr>
            <p:ph type="sldNum" sz="quarter" idx="12"/>
          </p:nvPr>
        </p:nvSpPr>
        <p:spPr/>
        <p:txBody>
          <a:bodyPr/>
          <a:lstStyle/>
          <a:p>
            <a:r>
              <a:rPr lang="de-DE" noProof="0"/>
              <a:t>Seite</a:t>
            </a:r>
            <a:r>
              <a:rPr lang="en-US"/>
              <a:t> </a:t>
            </a:r>
            <a:fld id="{401BA3E4-5E55-4F99-AF09-CC6D6B2539E2}" type="slidenum">
              <a:rPr lang="en-US" smtClean="0"/>
              <a:pPr/>
              <a:t>‹Nr.›</a:t>
            </a:fld>
            <a:endParaRPr lang="en-US" dirty="0"/>
          </a:p>
        </p:txBody>
      </p:sp>
      <p:sp>
        <p:nvSpPr>
          <p:cNvPr id="4" name="Textplatzhalter 3">
            <a:extLst>
              <a:ext uri="{FF2B5EF4-FFF2-40B4-BE49-F238E27FC236}">
                <a16:creationId xmlns:a16="http://schemas.microsoft.com/office/drawing/2014/main" id="{594FD133-02A3-4CCE-886B-5D61839C10ED}"/>
              </a:ext>
            </a:extLst>
          </p:cNvPr>
          <p:cNvSpPr>
            <a:spLocks noGrp="1"/>
          </p:cNvSpPr>
          <p:nvPr>
            <p:ph type="body" sz="quarter" idx="13" hasCustomPrompt="1"/>
          </p:nvPr>
        </p:nvSpPr>
        <p:spPr>
          <a:xfrm>
            <a:off x="479425" y="778321"/>
            <a:ext cx="11233150" cy="318933"/>
          </a:xfrm>
        </p:spPr>
        <p:txBody>
          <a:bodyPr/>
          <a:lstStyle>
            <a:lvl1pPr>
              <a:defRPr sz="2000">
                <a:solidFill>
                  <a:schemeClr val="accent2"/>
                </a:solidFill>
                <a:latin typeface="+mn-lt"/>
              </a:defRPr>
            </a:lvl1pPr>
          </a:lstStyle>
          <a:p>
            <a:pPr lvl="0"/>
            <a:r>
              <a:rPr lang="de-DE" dirty="0" err="1"/>
              <a:t>Subline</a:t>
            </a:r>
            <a:endParaRPr lang="en-US" dirty="0"/>
          </a:p>
        </p:txBody>
      </p:sp>
      <p:sp>
        <p:nvSpPr>
          <p:cNvPr id="5" name="Textplatzhalter 4">
            <a:extLst>
              <a:ext uri="{FF2B5EF4-FFF2-40B4-BE49-F238E27FC236}">
                <a16:creationId xmlns:a16="http://schemas.microsoft.com/office/drawing/2014/main" id="{7A89D932-8DCF-4ABE-8120-3CC2C601E53E}"/>
              </a:ext>
            </a:extLst>
          </p:cNvPr>
          <p:cNvSpPr>
            <a:spLocks noGrp="1"/>
          </p:cNvSpPr>
          <p:nvPr>
            <p:ph type="body" sz="quarter" idx="14"/>
          </p:nvPr>
        </p:nvSpPr>
        <p:spPr>
          <a:xfrm>
            <a:off x="478199" y="1703388"/>
            <a:ext cx="5437188" cy="2640595"/>
          </a:xfrm>
        </p:spPr>
        <p:txBody>
          <a:bodyPr/>
          <a:lstStyle/>
          <a:p>
            <a:pPr lvl="0"/>
            <a:r>
              <a:rPr lang="de-DE" noProof="0"/>
              <a:t>Formatvorlagen des Textmasters bearbeiten</a:t>
            </a:r>
          </a:p>
        </p:txBody>
      </p:sp>
      <p:sp>
        <p:nvSpPr>
          <p:cNvPr id="11" name="Textplatzhalter 10">
            <a:extLst>
              <a:ext uri="{FF2B5EF4-FFF2-40B4-BE49-F238E27FC236}">
                <a16:creationId xmlns:a16="http://schemas.microsoft.com/office/drawing/2014/main" id="{77715D3E-BD63-49BD-96CA-087D6CFC2D25}"/>
              </a:ext>
            </a:extLst>
          </p:cNvPr>
          <p:cNvSpPr>
            <a:spLocks noGrp="1"/>
          </p:cNvSpPr>
          <p:nvPr>
            <p:ph type="body" sz="quarter" idx="15"/>
          </p:nvPr>
        </p:nvSpPr>
        <p:spPr>
          <a:xfrm>
            <a:off x="6275388" y="1703388"/>
            <a:ext cx="5437187" cy="2640595"/>
          </a:xfrm>
        </p:spPr>
        <p:txBody>
          <a:bodyPr/>
          <a:lstStyle/>
          <a:p>
            <a:pPr lvl="0"/>
            <a:r>
              <a:rPr lang="de-DE" noProof="0"/>
              <a:t>Formatvorlagen des Textmasters bearbeiten</a:t>
            </a:r>
          </a:p>
        </p:txBody>
      </p:sp>
    </p:spTree>
    <p:extLst>
      <p:ext uri="{BB962C8B-B14F-4D97-AF65-F5344CB8AC3E}">
        <p14:creationId xmlns:p14="http://schemas.microsoft.com/office/powerpoint/2010/main" val="2905429215"/>
      </p:ext>
    </p:extLst>
  </p:cSld>
  <p:clrMapOvr>
    <a:masterClrMapping/>
  </p:clrMapOvr>
  <p:extLst>
    <p:ext uri="{DCECCB84-F9BA-43D5-87BE-67443E8EF086}">
      <p15:sldGuideLst xmlns:p15="http://schemas.microsoft.com/office/powerpoint/2012/main">
        <p15:guide id="1" pos="3953" userDrawn="1">
          <p15:clr>
            <a:srgbClr val="FBAE40"/>
          </p15:clr>
        </p15:guide>
        <p15:guide id="2" pos="372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 – 3 Spalten">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19BFEDD4-0A61-4DAA-847E-5542C0836BF5}"/>
              </a:ext>
            </a:extLst>
          </p:cNvPr>
          <p:cNvGraphicFramePr>
            <a:graphicFrameLocks noChangeAspect="1"/>
          </p:cNvGraphicFramePr>
          <p:nvPr userDrawn="1">
            <p:custDataLst>
              <p:tags r:id="rId1"/>
            </p:custDataLst>
            <p:extLst>
              <p:ext uri="{D42A27DB-BD31-4B8C-83A1-F6EECF244321}">
                <p14:modId xmlns:p14="http://schemas.microsoft.com/office/powerpoint/2010/main" val="24870035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E3E6397C-9FE6-4A0B-87BC-9E26F4233B7D}"/>
              </a:ext>
            </a:extLst>
          </p:cNvPr>
          <p:cNvSpPr>
            <a:spLocks noGrp="1"/>
          </p:cNvSpPr>
          <p:nvPr>
            <p:ph type="title"/>
          </p:nvPr>
        </p:nvSpPr>
        <p:spPr/>
        <p:txBody>
          <a:bodyPr vert="horz"/>
          <a:lstStyle/>
          <a:p>
            <a:r>
              <a:rPr lang="de-DE"/>
              <a:t>Titelmasterformat durch Klicken bearbeiten</a:t>
            </a:r>
            <a:endParaRPr lang="en-US"/>
          </a:p>
        </p:txBody>
      </p:sp>
      <p:sp>
        <p:nvSpPr>
          <p:cNvPr id="7" name="Datumsplatzhalter 6">
            <a:extLst>
              <a:ext uri="{FF2B5EF4-FFF2-40B4-BE49-F238E27FC236}">
                <a16:creationId xmlns:a16="http://schemas.microsoft.com/office/drawing/2014/main" id="{5A3A3249-3413-4CB5-A695-6373FE349003}"/>
              </a:ext>
            </a:extLst>
          </p:cNvPr>
          <p:cNvSpPr>
            <a:spLocks noGrp="1"/>
          </p:cNvSpPr>
          <p:nvPr>
            <p:ph type="dt" sz="half" idx="10"/>
          </p:nvPr>
        </p:nvSpPr>
        <p:spPr/>
        <p:txBody>
          <a:bodyPr/>
          <a:lstStyle/>
          <a:p>
            <a:fld id="{79225054-8F4D-4B67-8803-E473E83FD8A6}" type="datetime1">
              <a:rPr lang="de-DE" noProof="0" smtClean="0"/>
              <a:t>13.05.2026</a:t>
            </a:fld>
            <a:endParaRPr lang="de-DE" noProof="0" dirty="0"/>
          </a:p>
        </p:txBody>
      </p:sp>
      <p:sp>
        <p:nvSpPr>
          <p:cNvPr id="8" name="Copyright Fraunhofer">
            <a:extLst>
              <a:ext uri="{FF2B5EF4-FFF2-40B4-BE49-F238E27FC236}">
                <a16:creationId xmlns:a16="http://schemas.microsoft.com/office/drawing/2014/main" id="{97173DEC-80BC-41B9-97B7-7718E8E2756C}"/>
              </a:ext>
            </a:extLst>
          </p:cNvPr>
          <p:cNvSpPr>
            <a:spLocks noGrp="1"/>
          </p:cNvSpPr>
          <p:nvPr>
            <p:ph type="ftr" sz="quarter" idx="11"/>
          </p:nvPr>
        </p:nvSpPr>
        <p:spPr/>
        <p:txBody>
          <a:bodyPr/>
          <a:lstStyle/>
          <a:p>
            <a:r>
              <a:rPr lang="de-DE" noProof="0"/>
              <a:t>© Fraunhofer IISB</a:t>
            </a:r>
            <a:endParaRPr lang="de-DE" noProof="0" dirty="0"/>
          </a:p>
        </p:txBody>
      </p:sp>
      <p:sp>
        <p:nvSpPr>
          <p:cNvPr id="10" name="Foliennummernplatzhalter 9">
            <a:extLst>
              <a:ext uri="{FF2B5EF4-FFF2-40B4-BE49-F238E27FC236}">
                <a16:creationId xmlns:a16="http://schemas.microsoft.com/office/drawing/2014/main" id="{3BA71267-E3FD-4A93-BE1B-8DD361058AD1}"/>
              </a:ext>
            </a:extLst>
          </p:cNvPr>
          <p:cNvSpPr>
            <a:spLocks noGrp="1"/>
          </p:cNvSpPr>
          <p:nvPr>
            <p:ph type="sldNum" sz="quarter" idx="12"/>
          </p:nvPr>
        </p:nvSpPr>
        <p:spPr/>
        <p:txBody>
          <a:bodyPr/>
          <a:lstStyle/>
          <a:p>
            <a:r>
              <a:rPr lang="de-DE" noProof="0"/>
              <a:t>Seite</a:t>
            </a:r>
            <a:r>
              <a:rPr lang="en-US"/>
              <a:t> </a:t>
            </a:r>
            <a:fld id="{401BA3E4-5E55-4F99-AF09-CC6D6B2539E2}" type="slidenum">
              <a:rPr lang="en-US" smtClean="0"/>
              <a:pPr/>
              <a:t>‹Nr.›</a:t>
            </a:fld>
            <a:endParaRPr lang="en-US" dirty="0"/>
          </a:p>
        </p:txBody>
      </p:sp>
      <p:sp>
        <p:nvSpPr>
          <p:cNvPr id="4" name="Textplatzhalter 3">
            <a:extLst>
              <a:ext uri="{FF2B5EF4-FFF2-40B4-BE49-F238E27FC236}">
                <a16:creationId xmlns:a16="http://schemas.microsoft.com/office/drawing/2014/main" id="{841153CC-8B9B-4F23-A87D-CDC7D540D2D7}"/>
              </a:ext>
            </a:extLst>
          </p:cNvPr>
          <p:cNvSpPr>
            <a:spLocks noGrp="1"/>
          </p:cNvSpPr>
          <p:nvPr>
            <p:ph type="body" sz="quarter" idx="13" hasCustomPrompt="1"/>
          </p:nvPr>
        </p:nvSpPr>
        <p:spPr>
          <a:xfrm>
            <a:off x="479425" y="778321"/>
            <a:ext cx="11233150" cy="319318"/>
          </a:xfrm>
        </p:spPr>
        <p:txBody>
          <a:bodyPr/>
          <a:lstStyle>
            <a:lvl1pPr>
              <a:defRPr sz="2000">
                <a:solidFill>
                  <a:schemeClr val="accent2"/>
                </a:solidFill>
                <a:latin typeface="+mn-lt"/>
              </a:defRPr>
            </a:lvl1pPr>
          </a:lstStyle>
          <a:p>
            <a:pPr lvl="0"/>
            <a:r>
              <a:rPr lang="de-DE"/>
              <a:t>Subline</a:t>
            </a:r>
            <a:endParaRPr lang="en-US" dirty="0"/>
          </a:p>
        </p:txBody>
      </p:sp>
      <p:sp>
        <p:nvSpPr>
          <p:cNvPr id="5" name="Textplatzhalter 4">
            <a:extLst>
              <a:ext uri="{FF2B5EF4-FFF2-40B4-BE49-F238E27FC236}">
                <a16:creationId xmlns:a16="http://schemas.microsoft.com/office/drawing/2014/main" id="{5AAA71AE-8A22-4F1C-8598-F96615B924D7}"/>
              </a:ext>
            </a:extLst>
          </p:cNvPr>
          <p:cNvSpPr>
            <a:spLocks noGrp="1"/>
          </p:cNvSpPr>
          <p:nvPr>
            <p:ph type="body" sz="quarter" idx="14"/>
          </p:nvPr>
        </p:nvSpPr>
        <p:spPr>
          <a:xfrm>
            <a:off x="478199" y="1703388"/>
            <a:ext cx="3492500" cy="2640595"/>
          </a:xfrm>
        </p:spPr>
        <p:txBody>
          <a:bodyPr/>
          <a:lstStyle/>
          <a:p>
            <a:pPr lvl="0"/>
            <a:r>
              <a:rPr lang="de-DE" noProof="0"/>
              <a:t>Formatvorlagen des Textmasters bearbeiten</a:t>
            </a:r>
          </a:p>
        </p:txBody>
      </p:sp>
      <p:sp>
        <p:nvSpPr>
          <p:cNvPr id="11" name="Textplatzhalter 10">
            <a:extLst>
              <a:ext uri="{FF2B5EF4-FFF2-40B4-BE49-F238E27FC236}">
                <a16:creationId xmlns:a16="http://schemas.microsoft.com/office/drawing/2014/main" id="{6F587FD1-7E1D-43C5-AEEB-11FB82BEE617}"/>
              </a:ext>
            </a:extLst>
          </p:cNvPr>
          <p:cNvSpPr>
            <a:spLocks noGrp="1"/>
          </p:cNvSpPr>
          <p:nvPr>
            <p:ph type="body" sz="quarter" idx="15"/>
          </p:nvPr>
        </p:nvSpPr>
        <p:spPr>
          <a:xfrm>
            <a:off x="4332288" y="1703388"/>
            <a:ext cx="3492500" cy="2640595"/>
          </a:xfrm>
        </p:spPr>
        <p:txBody>
          <a:bodyPr/>
          <a:lstStyle>
            <a:lvl9pPr>
              <a:buAutoNum type="arabicPeriod"/>
              <a:defRPr/>
            </a:lvl9pPr>
          </a:lstStyle>
          <a:p>
            <a:pPr lvl="0"/>
            <a:r>
              <a:rPr lang="de-DE" noProof="0"/>
              <a:t>Formatvorlagen des Textmasters bearbeiten</a:t>
            </a:r>
          </a:p>
        </p:txBody>
      </p:sp>
      <p:sp>
        <p:nvSpPr>
          <p:cNvPr id="13" name="Textplatzhalter 12">
            <a:extLst>
              <a:ext uri="{FF2B5EF4-FFF2-40B4-BE49-F238E27FC236}">
                <a16:creationId xmlns:a16="http://schemas.microsoft.com/office/drawing/2014/main" id="{2D288D47-B1E2-4566-B8EC-6D108A695254}"/>
              </a:ext>
            </a:extLst>
          </p:cNvPr>
          <p:cNvSpPr>
            <a:spLocks noGrp="1"/>
          </p:cNvSpPr>
          <p:nvPr>
            <p:ph type="body" sz="quarter" idx="16"/>
          </p:nvPr>
        </p:nvSpPr>
        <p:spPr>
          <a:xfrm>
            <a:off x="8220075" y="1703388"/>
            <a:ext cx="3492500" cy="2740025"/>
          </a:xfrm>
        </p:spPr>
        <p:txBody>
          <a:bodyPr/>
          <a:lstStyle/>
          <a:p>
            <a:pPr lvl="0"/>
            <a:r>
              <a:rPr lang="de-DE" noProof="0"/>
              <a:t>Formatvorlagen des Textmasters bearbeiten</a:t>
            </a:r>
          </a:p>
        </p:txBody>
      </p:sp>
    </p:spTree>
    <p:extLst>
      <p:ext uri="{BB962C8B-B14F-4D97-AF65-F5344CB8AC3E}">
        <p14:creationId xmlns:p14="http://schemas.microsoft.com/office/powerpoint/2010/main" val="682182372"/>
      </p:ext>
    </p:extLst>
  </p:cSld>
  <p:clrMapOvr>
    <a:masterClrMapping/>
  </p:clrMapOvr>
  <p:extLst>
    <p:ext uri="{DCECCB84-F9BA-43D5-87BE-67443E8EF086}">
      <p15:sldGuideLst xmlns:p15="http://schemas.microsoft.com/office/powerpoint/2012/main">
        <p15:guide id="1" pos="2502" userDrawn="1">
          <p15:clr>
            <a:srgbClr val="FBAE40"/>
          </p15:clr>
        </p15:guide>
        <p15:guide id="2" pos="2729" userDrawn="1">
          <p15:clr>
            <a:srgbClr val="FBAE40"/>
          </p15:clr>
        </p15:guide>
        <p15:guide id="3" pos="4929" userDrawn="1">
          <p15:clr>
            <a:srgbClr val="FBAE40"/>
          </p15:clr>
        </p15:guide>
        <p15:guide id="4" pos="517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halt – 4 Spalten">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2C7AF347-EE19-4A49-ACB3-3F7316F7E1D7}"/>
              </a:ext>
            </a:extLst>
          </p:cNvPr>
          <p:cNvGraphicFramePr>
            <a:graphicFrameLocks noChangeAspect="1"/>
          </p:cNvGraphicFramePr>
          <p:nvPr userDrawn="1">
            <p:custDataLst>
              <p:tags r:id="rId1"/>
            </p:custDataLst>
            <p:extLst>
              <p:ext uri="{D42A27DB-BD31-4B8C-83A1-F6EECF244321}">
                <p14:modId xmlns:p14="http://schemas.microsoft.com/office/powerpoint/2010/main" val="3447879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7" name="Objekt 6" hidden="1">
                        <a:extLst>
                          <a:ext uri="{FF2B5EF4-FFF2-40B4-BE49-F238E27FC236}">
                            <a16:creationId xmlns:a16="http://schemas.microsoft.com/office/drawing/2014/main" id="{2C7AF347-EE19-4A49-ACB3-3F7316F7E1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E3E6397C-9FE6-4A0B-87BC-9E26F4233B7D}"/>
              </a:ext>
            </a:extLst>
          </p:cNvPr>
          <p:cNvSpPr>
            <a:spLocks noGrp="1"/>
          </p:cNvSpPr>
          <p:nvPr>
            <p:ph type="title"/>
          </p:nvPr>
        </p:nvSpPr>
        <p:spPr/>
        <p:txBody>
          <a:bodyPr vert="horz"/>
          <a:lstStyle/>
          <a:p>
            <a:r>
              <a:rPr lang="de-DE"/>
              <a:t>Titelmasterformat durch Klicken bearbeiten</a:t>
            </a:r>
            <a:endParaRPr lang="en-US"/>
          </a:p>
        </p:txBody>
      </p:sp>
      <p:sp>
        <p:nvSpPr>
          <p:cNvPr id="12" name="Datumsplatzhalter 11">
            <a:extLst>
              <a:ext uri="{FF2B5EF4-FFF2-40B4-BE49-F238E27FC236}">
                <a16:creationId xmlns:a16="http://schemas.microsoft.com/office/drawing/2014/main" id="{61F0DBA5-C1B0-44DC-A359-F53055D10B5C}"/>
              </a:ext>
            </a:extLst>
          </p:cNvPr>
          <p:cNvSpPr>
            <a:spLocks noGrp="1"/>
          </p:cNvSpPr>
          <p:nvPr>
            <p:ph type="dt" sz="half" idx="10"/>
          </p:nvPr>
        </p:nvSpPr>
        <p:spPr/>
        <p:txBody>
          <a:bodyPr/>
          <a:lstStyle/>
          <a:p>
            <a:fld id="{862B3568-9F39-45BA-8ABC-B5488CC74074}" type="datetime1">
              <a:rPr lang="de-DE" noProof="0" smtClean="0"/>
              <a:t>13.05.2026</a:t>
            </a:fld>
            <a:endParaRPr lang="de-DE" noProof="0" dirty="0"/>
          </a:p>
        </p:txBody>
      </p:sp>
      <p:sp>
        <p:nvSpPr>
          <p:cNvPr id="13" name="Copyright Fraunhofer">
            <a:extLst>
              <a:ext uri="{FF2B5EF4-FFF2-40B4-BE49-F238E27FC236}">
                <a16:creationId xmlns:a16="http://schemas.microsoft.com/office/drawing/2014/main" id="{3A411D1E-2AF9-4CC5-AEC7-0C6DF157F576}"/>
              </a:ext>
            </a:extLst>
          </p:cNvPr>
          <p:cNvSpPr>
            <a:spLocks noGrp="1"/>
          </p:cNvSpPr>
          <p:nvPr>
            <p:ph type="ftr" sz="quarter" idx="11"/>
          </p:nvPr>
        </p:nvSpPr>
        <p:spPr/>
        <p:txBody>
          <a:bodyPr/>
          <a:lstStyle/>
          <a:p>
            <a:r>
              <a:rPr lang="de-DE" noProof="0"/>
              <a:t>© Fraunhofer IISB</a:t>
            </a:r>
            <a:endParaRPr lang="de-DE" noProof="0" dirty="0"/>
          </a:p>
        </p:txBody>
      </p:sp>
      <p:sp>
        <p:nvSpPr>
          <p:cNvPr id="14" name="Foliennummernplatzhalter 13">
            <a:extLst>
              <a:ext uri="{FF2B5EF4-FFF2-40B4-BE49-F238E27FC236}">
                <a16:creationId xmlns:a16="http://schemas.microsoft.com/office/drawing/2014/main" id="{4828F296-FF06-4CDF-A47F-F729AA31C0A1}"/>
              </a:ext>
            </a:extLst>
          </p:cNvPr>
          <p:cNvSpPr>
            <a:spLocks noGrp="1"/>
          </p:cNvSpPr>
          <p:nvPr>
            <p:ph type="sldNum" sz="quarter" idx="12"/>
          </p:nvPr>
        </p:nvSpPr>
        <p:spPr/>
        <p:txBody>
          <a:bodyPr/>
          <a:lstStyle/>
          <a:p>
            <a:r>
              <a:rPr lang="de-DE" noProof="0"/>
              <a:t>Seite</a:t>
            </a:r>
            <a:r>
              <a:rPr lang="en-US"/>
              <a:t> </a:t>
            </a:r>
            <a:fld id="{401BA3E4-5E55-4F99-AF09-CC6D6B2539E2}" type="slidenum">
              <a:rPr lang="en-US" smtClean="0"/>
              <a:pPr/>
              <a:t>‹Nr.›</a:t>
            </a:fld>
            <a:endParaRPr lang="en-US" dirty="0"/>
          </a:p>
        </p:txBody>
      </p:sp>
      <p:sp>
        <p:nvSpPr>
          <p:cNvPr id="4" name="Textplatzhalter 3">
            <a:extLst>
              <a:ext uri="{FF2B5EF4-FFF2-40B4-BE49-F238E27FC236}">
                <a16:creationId xmlns:a16="http://schemas.microsoft.com/office/drawing/2014/main" id="{38C0110F-2625-4571-AE19-B8D78EAA1F97}"/>
              </a:ext>
            </a:extLst>
          </p:cNvPr>
          <p:cNvSpPr>
            <a:spLocks noGrp="1"/>
          </p:cNvSpPr>
          <p:nvPr>
            <p:ph type="body" sz="quarter" idx="13" hasCustomPrompt="1"/>
          </p:nvPr>
        </p:nvSpPr>
        <p:spPr>
          <a:xfrm>
            <a:off x="479425" y="778321"/>
            <a:ext cx="11233150" cy="319318"/>
          </a:xfrm>
        </p:spPr>
        <p:txBody>
          <a:bodyPr/>
          <a:lstStyle>
            <a:lvl1pPr>
              <a:defRPr sz="2000">
                <a:solidFill>
                  <a:schemeClr val="accent2"/>
                </a:solidFill>
                <a:latin typeface="+mn-lt"/>
              </a:defRPr>
            </a:lvl1pPr>
          </a:lstStyle>
          <a:p>
            <a:pPr lvl="0"/>
            <a:r>
              <a:rPr lang="de-DE" dirty="0" err="1"/>
              <a:t>Subline</a:t>
            </a:r>
            <a:endParaRPr lang="en-US" dirty="0"/>
          </a:p>
        </p:txBody>
      </p:sp>
      <p:sp>
        <p:nvSpPr>
          <p:cNvPr id="5" name="Textplatzhalter 4">
            <a:extLst>
              <a:ext uri="{FF2B5EF4-FFF2-40B4-BE49-F238E27FC236}">
                <a16:creationId xmlns:a16="http://schemas.microsoft.com/office/drawing/2014/main" id="{79EF34A9-6B75-4492-8A12-35A87E55C8A4}"/>
              </a:ext>
            </a:extLst>
          </p:cNvPr>
          <p:cNvSpPr>
            <a:spLocks noGrp="1"/>
          </p:cNvSpPr>
          <p:nvPr>
            <p:ph type="body" sz="quarter" idx="14"/>
          </p:nvPr>
        </p:nvSpPr>
        <p:spPr>
          <a:xfrm>
            <a:off x="478199" y="1703388"/>
            <a:ext cx="2520950" cy="2932112"/>
          </a:xfrm>
        </p:spPr>
        <p:txBody>
          <a:bodyPr/>
          <a:lstStyle/>
          <a:p>
            <a:pPr lvl="0"/>
            <a:r>
              <a:rPr lang="de-DE" noProof="0"/>
              <a:t>Formatvorlagen des Textmasters bearbeiten</a:t>
            </a:r>
          </a:p>
        </p:txBody>
      </p:sp>
      <p:sp>
        <p:nvSpPr>
          <p:cNvPr id="8" name="Textplatzhalter 7">
            <a:extLst>
              <a:ext uri="{FF2B5EF4-FFF2-40B4-BE49-F238E27FC236}">
                <a16:creationId xmlns:a16="http://schemas.microsoft.com/office/drawing/2014/main" id="{2E310D88-98AF-4753-BFFB-0D7937A97280}"/>
              </a:ext>
            </a:extLst>
          </p:cNvPr>
          <p:cNvSpPr>
            <a:spLocks noGrp="1"/>
          </p:cNvSpPr>
          <p:nvPr>
            <p:ph type="body" sz="quarter" idx="15"/>
          </p:nvPr>
        </p:nvSpPr>
        <p:spPr>
          <a:xfrm>
            <a:off x="3395663" y="1703388"/>
            <a:ext cx="2520950" cy="2911438"/>
          </a:xfrm>
        </p:spPr>
        <p:txBody>
          <a:bodyPr/>
          <a:lstStyle/>
          <a:p>
            <a:pPr lvl="0"/>
            <a:r>
              <a:rPr lang="de-DE" noProof="0"/>
              <a:t>Formatvorlagen des Textmasters bearbeiten</a:t>
            </a:r>
          </a:p>
        </p:txBody>
      </p:sp>
      <p:sp>
        <p:nvSpPr>
          <p:cNvPr id="10" name="Textplatzhalter 9">
            <a:extLst>
              <a:ext uri="{FF2B5EF4-FFF2-40B4-BE49-F238E27FC236}">
                <a16:creationId xmlns:a16="http://schemas.microsoft.com/office/drawing/2014/main" id="{CBED3F47-FB9A-471A-8A6D-C6AC2320A9A4}"/>
              </a:ext>
            </a:extLst>
          </p:cNvPr>
          <p:cNvSpPr>
            <a:spLocks noGrp="1"/>
          </p:cNvSpPr>
          <p:nvPr>
            <p:ph type="body" sz="quarter" idx="16"/>
          </p:nvPr>
        </p:nvSpPr>
        <p:spPr>
          <a:xfrm>
            <a:off x="6275388" y="1703388"/>
            <a:ext cx="2520950" cy="2911438"/>
          </a:xfrm>
        </p:spPr>
        <p:txBody>
          <a:bodyPr/>
          <a:lstStyle/>
          <a:p>
            <a:pPr lvl="0"/>
            <a:r>
              <a:rPr lang="de-DE" noProof="0"/>
              <a:t>Formatvorlagen des Textmasters bearbeiten</a:t>
            </a:r>
          </a:p>
        </p:txBody>
      </p:sp>
      <p:sp>
        <p:nvSpPr>
          <p:cNvPr id="15" name="Textplatzhalter 14">
            <a:extLst>
              <a:ext uri="{FF2B5EF4-FFF2-40B4-BE49-F238E27FC236}">
                <a16:creationId xmlns:a16="http://schemas.microsoft.com/office/drawing/2014/main" id="{A4C0EBAA-DEB8-42ED-9FF0-97A1433AEB53}"/>
              </a:ext>
            </a:extLst>
          </p:cNvPr>
          <p:cNvSpPr>
            <a:spLocks noGrp="1"/>
          </p:cNvSpPr>
          <p:nvPr>
            <p:ph type="body" sz="quarter" idx="17"/>
          </p:nvPr>
        </p:nvSpPr>
        <p:spPr>
          <a:xfrm>
            <a:off x="9191625" y="1703388"/>
            <a:ext cx="2520950" cy="2911438"/>
          </a:xfrm>
        </p:spPr>
        <p:txBody>
          <a:bodyPr/>
          <a:lstStyle/>
          <a:p>
            <a:pPr lvl="0"/>
            <a:r>
              <a:rPr lang="de-DE" noProof="0"/>
              <a:t>Formatvorlagen des Textmasters bearbeiten</a:t>
            </a:r>
          </a:p>
        </p:txBody>
      </p:sp>
    </p:spTree>
    <p:extLst>
      <p:ext uri="{BB962C8B-B14F-4D97-AF65-F5344CB8AC3E}">
        <p14:creationId xmlns:p14="http://schemas.microsoft.com/office/powerpoint/2010/main" val="2347060097"/>
      </p:ext>
    </p:extLst>
  </p:cSld>
  <p:clrMapOvr>
    <a:masterClrMapping/>
  </p:clrMapOvr>
  <p:extLst>
    <p:ext uri="{DCECCB84-F9BA-43D5-87BE-67443E8EF086}">
      <p15:sldGuideLst xmlns:p15="http://schemas.microsoft.com/office/powerpoint/2012/main">
        <p15:guide id="1" pos="3953">
          <p15:clr>
            <a:srgbClr val="FBAE40"/>
          </p15:clr>
        </p15:guide>
        <p15:guide id="2" pos="3727">
          <p15:clr>
            <a:srgbClr val="FBAE40"/>
          </p15:clr>
        </p15:guide>
        <p15:guide id="3" pos="2139" userDrawn="1">
          <p15:clr>
            <a:srgbClr val="FBAE40"/>
          </p15:clr>
        </p15:guide>
        <p15:guide id="4" pos="1890" userDrawn="1">
          <p15:clr>
            <a:srgbClr val="FBAE40"/>
          </p15:clr>
        </p15:guide>
        <p15:guide id="5" pos="5541" userDrawn="1">
          <p15:clr>
            <a:srgbClr val="FBAE40"/>
          </p15:clr>
        </p15:guide>
        <p15:guide id="6" pos="579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 2 Spalten mit Bild">
    <p:spTree>
      <p:nvGrpSpPr>
        <p:cNvPr id="1" name=""/>
        <p:cNvGrpSpPr/>
        <p:nvPr/>
      </p:nvGrpSpPr>
      <p:grpSpPr>
        <a:xfrm>
          <a:off x="0" y="0"/>
          <a:ext cx="0" cy="0"/>
          <a:chOff x="0" y="0"/>
          <a:chExt cx="0" cy="0"/>
        </a:xfrm>
      </p:grpSpPr>
      <p:graphicFrame>
        <p:nvGraphicFramePr>
          <p:cNvPr id="10" name="Objekt 9" hidden="1">
            <a:extLst>
              <a:ext uri="{FF2B5EF4-FFF2-40B4-BE49-F238E27FC236}">
                <a16:creationId xmlns:a16="http://schemas.microsoft.com/office/drawing/2014/main" id="{33CE2A8B-DF0C-4ED8-B188-C82210FB6606}"/>
              </a:ext>
            </a:extLst>
          </p:cNvPr>
          <p:cNvGraphicFramePr>
            <a:graphicFrameLocks noChangeAspect="1"/>
          </p:cNvGraphicFramePr>
          <p:nvPr userDrawn="1">
            <p:custDataLst>
              <p:tags r:id="rId1"/>
            </p:custDataLst>
            <p:extLst>
              <p:ext uri="{D42A27DB-BD31-4B8C-83A1-F6EECF244321}">
                <p14:modId xmlns:p14="http://schemas.microsoft.com/office/powerpoint/2010/main" val="34424408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Bildplatzhalter 6">
            <a:extLst>
              <a:ext uri="{FF2B5EF4-FFF2-40B4-BE49-F238E27FC236}">
                <a16:creationId xmlns:a16="http://schemas.microsoft.com/office/drawing/2014/main" id="{2593715C-3DC0-4E6F-AC38-9875A9DF0C1D}"/>
              </a:ext>
            </a:extLst>
          </p:cNvPr>
          <p:cNvSpPr>
            <a:spLocks noGrp="1"/>
          </p:cNvSpPr>
          <p:nvPr>
            <p:ph type="pic" sz="quarter" idx="13"/>
          </p:nvPr>
        </p:nvSpPr>
        <p:spPr>
          <a:xfrm>
            <a:off x="6275388" y="0"/>
            <a:ext cx="5916612" cy="6158116"/>
          </a:xfrm>
          <a:solidFill>
            <a:schemeClr val="bg2">
              <a:lumMod val="20000"/>
              <a:lumOff val="80000"/>
            </a:schemeClr>
          </a:solidFill>
        </p:spPr>
        <p:txBody>
          <a:bodyPr>
            <a:noAutofit/>
          </a:bodyPr>
          <a:lstStyle>
            <a:lvl1pPr>
              <a:defRPr>
                <a:solidFill>
                  <a:schemeClr val="bg1"/>
                </a:solidFill>
              </a:defRPr>
            </a:lvl1pPr>
          </a:lstStyle>
          <a:p>
            <a:r>
              <a:rPr lang="de-DE"/>
              <a:t>Bild durch Klicken auf Symbol hinzufügen</a:t>
            </a:r>
            <a:endParaRPr lang="en-US"/>
          </a:p>
        </p:txBody>
      </p:sp>
      <p:sp>
        <p:nvSpPr>
          <p:cNvPr id="9" name="Datumsplatzhalter 8">
            <a:extLst>
              <a:ext uri="{FF2B5EF4-FFF2-40B4-BE49-F238E27FC236}">
                <a16:creationId xmlns:a16="http://schemas.microsoft.com/office/drawing/2014/main" id="{4EB5820C-E708-4B83-B2D5-A17747D22EE7}"/>
              </a:ext>
            </a:extLst>
          </p:cNvPr>
          <p:cNvSpPr>
            <a:spLocks noGrp="1"/>
          </p:cNvSpPr>
          <p:nvPr>
            <p:ph type="dt" sz="half" idx="14"/>
          </p:nvPr>
        </p:nvSpPr>
        <p:spPr/>
        <p:txBody>
          <a:bodyPr/>
          <a:lstStyle/>
          <a:p>
            <a:fld id="{0047F9E9-11D7-474D-A6DA-3492ADD97332}" type="datetime1">
              <a:rPr lang="de-DE" noProof="0" smtClean="0"/>
              <a:t>13.05.2026</a:t>
            </a:fld>
            <a:endParaRPr lang="de-DE" noProof="0" dirty="0"/>
          </a:p>
        </p:txBody>
      </p:sp>
      <p:sp>
        <p:nvSpPr>
          <p:cNvPr id="11" name="Copyright Fraunhofer">
            <a:extLst>
              <a:ext uri="{FF2B5EF4-FFF2-40B4-BE49-F238E27FC236}">
                <a16:creationId xmlns:a16="http://schemas.microsoft.com/office/drawing/2014/main" id="{D2144230-B8EC-476B-931A-D0CD27889EE1}"/>
              </a:ext>
            </a:extLst>
          </p:cNvPr>
          <p:cNvSpPr>
            <a:spLocks noGrp="1"/>
          </p:cNvSpPr>
          <p:nvPr>
            <p:ph type="ftr" sz="quarter" idx="15"/>
          </p:nvPr>
        </p:nvSpPr>
        <p:spPr/>
        <p:txBody>
          <a:bodyPr/>
          <a:lstStyle/>
          <a:p>
            <a:r>
              <a:rPr lang="de-DE" noProof="0"/>
              <a:t>© Fraunhofer IISB</a:t>
            </a:r>
            <a:endParaRPr lang="de-DE" noProof="0" dirty="0"/>
          </a:p>
        </p:txBody>
      </p:sp>
      <p:sp>
        <p:nvSpPr>
          <p:cNvPr id="12" name="Foliennummernplatzhalter 11">
            <a:extLst>
              <a:ext uri="{FF2B5EF4-FFF2-40B4-BE49-F238E27FC236}">
                <a16:creationId xmlns:a16="http://schemas.microsoft.com/office/drawing/2014/main" id="{A1FBFD26-99E1-4A8F-A74A-F6ADF2E2D817}"/>
              </a:ext>
            </a:extLst>
          </p:cNvPr>
          <p:cNvSpPr>
            <a:spLocks noGrp="1"/>
          </p:cNvSpPr>
          <p:nvPr>
            <p:ph type="sldNum" sz="quarter" idx="16"/>
          </p:nvPr>
        </p:nvSpPr>
        <p:spPr/>
        <p:txBody>
          <a:bodyPr/>
          <a:lstStyle/>
          <a:p>
            <a:r>
              <a:rPr lang="de-DE" noProof="0"/>
              <a:t>Seite</a:t>
            </a:r>
            <a:r>
              <a:rPr lang="en-US"/>
              <a:t> </a:t>
            </a:r>
            <a:fld id="{401BA3E4-5E55-4F99-AF09-CC6D6B2539E2}" type="slidenum">
              <a:rPr lang="en-US" smtClean="0"/>
              <a:pPr/>
              <a:t>‹Nr.›</a:t>
            </a:fld>
            <a:endParaRPr lang="en-US" dirty="0"/>
          </a:p>
        </p:txBody>
      </p:sp>
      <p:sp>
        <p:nvSpPr>
          <p:cNvPr id="2" name="Titel 1">
            <a:extLst>
              <a:ext uri="{FF2B5EF4-FFF2-40B4-BE49-F238E27FC236}">
                <a16:creationId xmlns:a16="http://schemas.microsoft.com/office/drawing/2014/main" id="{C16DB4C6-EB43-4DAF-85FB-3D5502FB732E}"/>
              </a:ext>
            </a:extLst>
          </p:cNvPr>
          <p:cNvSpPr>
            <a:spLocks noGrp="1"/>
          </p:cNvSpPr>
          <p:nvPr>
            <p:ph type="title"/>
          </p:nvPr>
        </p:nvSpPr>
        <p:spPr>
          <a:xfrm>
            <a:off x="479425" y="395588"/>
            <a:ext cx="5437188" cy="382733"/>
          </a:xfrm>
        </p:spPr>
        <p:txBody>
          <a:bodyPr vert="horz"/>
          <a:lstStyle/>
          <a:p>
            <a:r>
              <a:rPr lang="de-DE"/>
              <a:t>Titelmasterformat durch Klicken bearbeiten</a:t>
            </a:r>
            <a:endParaRPr lang="en-US" dirty="0"/>
          </a:p>
        </p:txBody>
      </p:sp>
      <p:sp>
        <p:nvSpPr>
          <p:cNvPr id="5" name="Textplatzhalter 4">
            <a:extLst>
              <a:ext uri="{FF2B5EF4-FFF2-40B4-BE49-F238E27FC236}">
                <a16:creationId xmlns:a16="http://schemas.microsoft.com/office/drawing/2014/main" id="{B238F142-8C02-4935-B629-B6251A26C16E}"/>
              </a:ext>
            </a:extLst>
          </p:cNvPr>
          <p:cNvSpPr>
            <a:spLocks noGrp="1"/>
          </p:cNvSpPr>
          <p:nvPr>
            <p:ph type="body" sz="quarter" idx="17" hasCustomPrompt="1"/>
          </p:nvPr>
        </p:nvSpPr>
        <p:spPr>
          <a:xfrm>
            <a:off x="479425" y="778321"/>
            <a:ext cx="5437188" cy="318933"/>
          </a:xfrm>
        </p:spPr>
        <p:txBody>
          <a:bodyPr/>
          <a:lstStyle>
            <a:lvl1pPr>
              <a:defRPr sz="2000">
                <a:solidFill>
                  <a:schemeClr val="accent2"/>
                </a:solidFill>
                <a:latin typeface="+mn-lt"/>
              </a:defRPr>
            </a:lvl1pPr>
          </a:lstStyle>
          <a:p>
            <a:pPr lvl="0"/>
            <a:r>
              <a:rPr lang="de-DE" dirty="0" err="1"/>
              <a:t>Subline</a:t>
            </a:r>
            <a:endParaRPr lang="en-US" dirty="0"/>
          </a:p>
        </p:txBody>
      </p:sp>
      <p:sp>
        <p:nvSpPr>
          <p:cNvPr id="4" name="Textplatzhalter 3">
            <a:extLst>
              <a:ext uri="{FF2B5EF4-FFF2-40B4-BE49-F238E27FC236}">
                <a16:creationId xmlns:a16="http://schemas.microsoft.com/office/drawing/2014/main" id="{C34FD108-BE77-4119-8953-7B3B60E98A00}"/>
              </a:ext>
            </a:extLst>
          </p:cNvPr>
          <p:cNvSpPr>
            <a:spLocks noGrp="1"/>
          </p:cNvSpPr>
          <p:nvPr>
            <p:ph type="body" sz="quarter" idx="18"/>
          </p:nvPr>
        </p:nvSpPr>
        <p:spPr>
          <a:xfrm>
            <a:off x="478199" y="1703388"/>
            <a:ext cx="5437188" cy="2640595"/>
          </a:xfrm>
        </p:spPr>
        <p:txBody>
          <a:bodyPr/>
          <a:lstStyle/>
          <a:p>
            <a:pPr lvl="0"/>
            <a:r>
              <a:rPr lang="de-DE" noProof="0"/>
              <a:t>Formatvorlagen des Textmasters bearbeiten</a:t>
            </a:r>
          </a:p>
        </p:txBody>
      </p:sp>
    </p:spTree>
    <p:extLst>
      <p:ext uri="{BB962C8B-B14F-4D97-AF65-F5344CB8AC3E}">
        <p14:creationId xmlns:p14="http://schemas.microsoft.com/office/powerpoint/2010/main" val="1678808534"/>
      </p:ext>
    </p:extLst>
  </p:cSld>
  <p:clrMapOvr>
    <a:masterClrMapping/>
  </p:clrMapOvr>
  <p:extLst>
    <p:ext uri="{DCECCB84-F9BA-43D5-87BE-67443E8EF086}">
      <p15:sldGuideLst xmlns:p15="http://schemas.microsoft.com/office/powerpoint/2012/main">
        <p15:guide id="1" pos="3953" userDrawn="1">
          <p15:clr>
            <a:srgbClr val="FBAE40"/>
          </p15:clr>
        </p15:guide>
        <p15:guide id="2" pos="3727"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halt – 3 Spalten mit Bild">
    <p:spTree>
      <p:nvGrpSpPr>
        <p:cNvPr id="1" name=""/>
        <p:cNvGrpSpPr/>
        <p:nvPr/>
      </p:nvGrpSpPr>
      <p:grpSpPr>
        <a:xfrm>
          <a:off x="0" y="0"/>
          <a:ext cx="0" cy="0"/>
          <a:chOff x="0" y="0"/>
          <a:chExt cx="0" cy="0"/>
        </a:xfrm>
      </p:grpSpPr>
      <p:graphicFrame>
        <p:nvGraphicFramePr>
          <p:cNvPr id="10" name="Objekt 9" hidden="1">
            <a:extLst>
              <a:ext uri="{FF2B5EF4-FFF2-40B4-BE49-F238E27FC236}">
                <a16:creationId xmlns:a16="http://schemas.microsoft.com/office/drawing/2014/main" id="{D3ED57BE-37A9-4D96-8E88-2396C118622D}"/>
              </a:ext>
            </a:extLst>
          </p:cNvPr>
          <p:cNvGraphicFramePr>
            <a:graphicFrameLocks noChangeAspect="1"/>
          </p:cNvGraphicFramePr>
          <p:nvPr userDrawn="1">
            <p:custDataLst>
              <p:tags r:id="rId1"/>
            </p:custDataLst>
            <p:extLst>
              <p:ext uri="{D42A27DB-BD31-4B8C-83A1-F6EECF244321}">
                <p14:modId xmlns:p14="http://schemas.microsoft.com/office/powerpoint/2010/main" val="3631807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Bildplatzhalter 6">
            <a:extLst>
              <a:ext uri="{FF2B5EF4-FFF2-40B4-BE49-F238E27FC236}">
                <a16:creationId xmlns:a16="http://schemas.microsoft.com/office/drawing/2014/main" id="{61458B9F-36A1-41C9-BED5-48660CBF7B3D}"/>
              </a:ext>
            </a:extLst>
          </p:cNvPr>
          <p:cNvSpPr>
            <a:spLocks noGrp="1"/>
          </p:cNvSpPr>
          <p:nvPr>
            <p:ph type="pic" sz="quarter" idx="13"/>
          </p:nvPr>
        </p:nvSpPr>
        <p:spPr>
          <a:xfrm>
            <a:off x="8220075" y="0"/>
            <a:ext cx="3971925" cy="6158116"/>
          </a:xfrm>
          <a:solidFill>
            <a:schemeClr val="bg2">
              <a:lumMod val="20000"/>
              <a:lumOff val="80000"/>
            </a:schemeClr>
          </a:solidFill>
        </p:spPr>
        <p:txBody>
          <a:bodyPr>
            <a:noAutofit/>
          </a:bodyPr>
          <a:lstStyle>
            <a:lvl1pPr>
              <a:defRPr>
                <a:solidFill>
                  <a:schemeClr val="bg1"/>
                </a:solidFill>
              </a:defRPr>
            </a:lvl1pPr>
          </a:lstStyle>
          <a:p>
            <a:r>
              <a:rPr lang="de-DE"/>
              <a:t>Bild durch Klicken auf Symbol hinzufügen</a:t>
            </a:r>
            <a:endParaRPr lang="en-US"/>
          </a:p>
        </p:txBody>
      </p:sp>
      <p:sp>
        <p:nvSpPr>
          <p:cNvPr id="9" name="Datumsplatzhalter 8">
            <a:extLst>
              <a:ext uri="{FF2B5EF4-FFF2-40B4-BE49-F238E27FC236}">
                <a16:creationId xmlns:a16="http://schemas.microsoft.com/office/drawing/2014/main" id="{3A55FE10-1600-4EC9-BD53-2AD0F1FF5A23}"/>
              </a:ext>
            </a:extLst>
          </p:cNvPr>
          <p:cNvSpPr>
            <a:spLocks noGrp="1"/>
          </p:cNvSpPr>
          <p:nvPr>
            <p:ph type="dt" sz="half" idx="14"/>
          </p:nvPr>
        </p:nvSpPr>
        <p:spPr/>
        <p:txBody>
          <a:bodyPr/>
          <a:lstStyle/>
          <a:p>
            <a:fld id="{1B09DD79-ED55-4B70-88EA-06391A367C88}" type="datetime1">
              <a:rPr lang="de-DE" noProof="0" smtClean="0"/>
              <a:t>13.05.2026</a:t>
            </a:fld>
            <a:endParaRPr lang="de-DE" noProof="0" dirty="0"/>
          </a:p>
        </p:txBody>
      </p:sp>
      <p:sp>
        <p:nvSpPr>
          <p:cNvPr id="11" name="Copyright Fraunhofer">
            <a:extLst>
              <a:ext uri="{FF2B5EF4-FFF2-40B4-BE49-F238E27FC236}">
                <a16:creationId xmlns:a16="http://schemas.microsoft.com/office/drawing/2014/main" id="{3F46C379-14E1-4C3E-81B3-2514BD91D65C}"/>
              </a:ext>
            </a:extLst>
          </p:cNvPr>
          <p:cNvSpPr>
            <a:spLocks noGrp="1"/>
          </p:cNvSpPr>
          <p:nvPr>
            <p:ph type="ftr" sz="quarter" idx="15"/>
          </p:nvPr>
        </p:nvSpPr>
        <p:spPr/>
        <p:txBody>
          <a:bodyPr/>
          <a:lstStyle/>
          <a:p>
            <a:r>
              <a:rPr lang="de-DE" noProof="0"/>
              <a:t>© Fraunhofer IISB</a:t>
            </a:r>
            <a:endParaRPr lang="de-DE" noProof="0" dirty="0"/>
          </a:p>
        </p:txBody>
      </p:sp>
      <p:sp>
        <p:nvSpPr>
          <p:cNvPr id="12" name="Foliennummernplatzhalter 11">
            <a:extLst>
              <a:ext uri="{FF2B5EF4-FFF2-40B4-BE49-F238E27FC236}">
                <a16:creationId xmlns:a16="http://schemas.microsoft.com/office/drawing/2014/main" id="{1983DEDE-C1BC-4CFF-B990-BF9CE174A581}"/>
              </a:ext>
            </a:extLst>
          </p:cNvPr>
          <p:cNvSpPr>
            <a:spLocks noGrp="1"/>
          </p:cNvSpPr>
          <p:nvPr>
            <p:ph type="sldNum" sz="quarter" idx="16"/>
          </p:nvPr>
        </p:nvSpPr>
        <p:spPr/>
        <p:txBody>
          <a:bodyPr/>
          <a:lstStyle/>
          <a:p>
            <a:r>
              <a:rPr lang="de-DE" noProof="0"/>
              <a:t>Seite</a:t>
            </a:r>
            <a:r>
              <a:rPr lang="en-US"/>
              <a:t> </a:t>
            </a:r>
            <a:fld id="{401BA3E4-5E55-4F99-AF09-CC6D6B2539E2}" type="slidenum">
              <a:rPr lang="en-US" smtClean="0"/>
              <a:pPr/>
              <a:t>‹Nr.›</a:t>
            </a:fld>
            <a:endParaRPr lang="en-US" dirty="0"/>
          </a:p>
        </p:txBody>
      </p:sp>
      <p:sp>
        <p:nvSpPr>
          <p:cNvPr id="2" name="Titel 1">
            <a:extLst>
              <a:ext uri="{FF2B5EF4-FFF2-40B4-BE49-F238E27FC236}">
                <a16:creationId xmlns:a16="http://schemas.microsoft.com/office/drawing/2014/main" id="{43CF28B4-14C0-46CF-91E6-E56862CBC6F7}"/>
              </a:ext>
            </a:extLst>
          </p:cNvPr>
          <p:cNvSpPr>
            <a:spLocks noGrp="1"/>
          </p:cNvSpPr>
          <p:nvPr>
            <p:ph type="title"/>
          </p:nvPr>
        </p:nvSpPr>
        <p:spPr>
          <a:xfrm>
            <a:off x="479425" y="395588"/>
            <a:ext cx="7345363" cy="382733"/>
          </a:xfrm>
        </p:spPr>
        <p:txBody>
          <a:bodyPr vert="horz"/>
          <a:lstStyle/>
          <a:p>
            <a:r>
              <a:rPr lang="de-DE"/>
              <a:t>Titelmasterformat durch Klicken bearbeiten</a:t>
            </a:r>
            <a:endParaRPr lang="en-US" dirty="0"/>
          </a:p>
        </p:txBody>
      </p:sp>
      <p:sp>
        <p:nvSpPr>
          <p:cNvPr id="5" name="Textplatzhalter 4">
            <a:extLst>
              <a:ext uri="{FF2B5EF4-FFF2-40B4-BE49-F238E27FC236}">
                <a16:creationId xmlns:a16="http://schemas.microsoft.com/office/drawing/2014/main" id="{BEE1F331-B496-4BC0-8505-F35F3C57A219}"/>
              </a:ext>
            </a:extLst>
          </p:cNvPr>
          <p:cNvSpPr>
            <a:spLocks noGrp="1"/>
          </p:cNvSpPr>
          <p:nvPr>
            <p:ph type="body" sz="quarter" idx="17" hasCustomPrompt="1"/>
          </p:nvPr>
        </p:nvSpPr>
        <p:spPr>
          <a:xfrm>
            <a:off x="479425" y="778321"/>
            <a:ext cx="7345363" cy="319318"/>
          </a:xfrm>
        </p:spPr>
        <p:txBody>
          <a:bodyPr/>
          <a:lstStyle>
            <a:lvl1pPr>
              <a:defRPr sz="2000">
                <a:solidFill>
                  <a:schemeClr val="accent2"/>
                </a:solidFill>
                <a:latin typeface="+mn-lt"/>
              </a:defRPr>
            </a:lvl1pPr>
          </a:lstStyle>
          <a:p>
            <a:pPr lvl="0"/>
            <a:r>
              <a:rPr lang="de-DE" dirty="0" err="1"/>
              <a:t>Subline</a:t>
            </a:r>
            <a:endParaRPr lang="en-US" dirty="0"/>
          </a:p>
        </p:txBody>
      </p:sp>
      <p:sp>
        <p:nvSpPr>
          <p:cNvPr id="4" name="Textplatzhalter 3">
            <a:extLst>
              <a:ext uri="{FF2B5EF4-FFF2-40B4-BE49-F238E27FC236}">
                <a16:creationId xmlns:a16="http://schemas.microsoft.com/office/drawing/2014/main" id="{EB813626-B371-440A-B685-32C75971336E}"/>
              </a:ext>
            </a:extLst>
          </p:cNvPr>
          <p:cNvSpPr>
            <a:spLocks noGrp="1"/>
          </p:cNvSpPr>
          <p:nvPr>
            <p:ph type="body" sz="quarter" idx="18"/>
          </p:nvPr>
        </p:nvSpPr>
        <p:spPr>
          <a:xfrm>
            <a:off x="478199" y="1703388"/>
            <a:ext cx="3492500" cy="2640595"/>
          </a:xfrm>
        </p:spPr>
        <p:txBody>
          <a:bodyPr/>
          <a:lstStyle/>
          <a:p>
            <a:pPr lvl="0"/>
            <a:r>
              <a:rPr lang="de-DE" noProof="0"/>
              <a:t>Formatvorlagen des Textmasters bearbeiten</a:t>
            </a:r>
          </a:p>
        </p:txBody>
      </p:sp>
      <p:sp>
        <p:nvSpPr>
          <p:cNvPr id="8" name="Textplatzhalter 7">
            <a:extLst>
              <a:ext uri="{FF2B5EF4-FFF2-40B4-BE49-F238E27FC236}">
                <a16:creationId xmlns:a16="http://schemas.microsoft.com/office/drawing/2014/main" id="{E2D2D81B-2964-4DEB-9973-66C95A1B0002}"/>
              </a:ext>
            </a:extLst>
          </p:cNvPr>
          <p:cNvSpPr>
            <a:spLocks noGrp="1"/>
          </p:cNvSpPr>
          <p:nvPr>
            <p:ph type="body" sz="quarter" idx="19"/>
          </p:nvPr>
        </p:nvSpPr>
        <p:spPr>
          <a:xfrm>
            <a:off x="4332288" y="1703388"/>
            <a:ext cx="3492500" cy="2619375"/>
          </a:xfrm>
        </p:spPr>
        <p:txBody>
          <a:bodyPr/>
          <a:lstStyle/>
          <a:p>
            <a:pPr lvl="0"/>
            <a:r>
              <a:rPr lang="de-DE" noProof="0"/>
              <a:t>Formatvorlagen des Textmasters bearbeiten</a:t>
            </a:r>
          </a:p>
        </p:txBody>
      </p:sp>
    </p:spTree>
    <p:extLst>
      <p:ext uri="{BB962C8B-B14F-4D97-AF65-F5344CB8AC3E}">
        <p14:creationId xmlns:p14="http://schemas.microsoft.com/office/powerpoint/2010/main" val="404584853"/>
      </p:ext>
    </p:extLst>
  </p:cSld>
  <p:clrMapOvr>
    <a:masterClrMapping/>
  </p:clrMapOvr>
  <p:extLst>
    <p:ext uri="{DCECCB84-F9BA-43D5-87BE-67443E8EF086}">
      <p15:sldGuideLst xmlns:p15="http://schemas.microsoft.com/office/powerpoint/2012/main">
        <p15:guide id="1" pos="2502" userDrawn="1">
          <p15:clr>
            <a:srgbClr val="FBAE40"/>
          </p15:clr>
        </p15:guide>
        <p15:guide id="2" pos="2729" userDrawn="1">
          <p15:clr>
            <a:srgbClr val="FBAE40"/>
          </p15:clr>
        </p15:guide>
        <p15:guide id="3" pos="4929" userDrawn="1">
          <p15:clr>
            <a:srgbClr val="FBAE40"/>
          </p15:clr>
        </p15:guide>
        <p15:guide id="4" pos="5178"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halt – 1 Spalte | kleine Schrift">
    <p:spTree>
      <p:nvGrpSpPr>
        <p:cNvPr id="1" name=""/>
        <p:cNvGrpSpPr/>
        <p:nvPr/>
      </p:nvGrpSpPr>
      <p:grpSpPr>
        <a:xfrm>
          <a:off x="0" y="0"/>
          <a:ext cx="0" cy="0"/>
          <a:chOff x="0" y="0"/>
          <a:chExt cx="0" cy="0"/>
        </a:xfrm>
      </p:grpSpPr>
      <p:graphicFrame>
        <p:nvGraphicFramePr>
          <p:cNvPr id="11" name="Objekt 10" hidden="1">
            <a:extLst>
              <a:ext uri="{FF2B5EF4-FFF2-40B4-BE49-F238E27FC236}">
                <a16:creationId xmlns:a16="http://schemas.microsoft.com/office/drawing/2014/main" id="{73EB3F1D-68CC-4D42-88C6-FD851995773D}"/>
              </a:ext>
            </a:extLst>
          </p:cNvPr>
          <p:cNvGraphicFramePr>
            <a:graphicFrameLocks noChangeAspect="1"/>
          </p:cNvGraphicFramePr>
          <p:nvPr userDrawn="1">
            <p:custDataLst>
              <p:tags r:id="rId1"/>
            </p:custDataLst>
            <p:extLst>
              <p:ext uri="{D42A27DB-BD31-4B8C-83A1-F6EECF244321}">
                <p14:modId xmlns:p14="http://schemas.microsoft.com/office/powerpoint/2010/main" val="42116082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E3E6397C-9FE6-4A0B-87BC-9E26F4233B7D}"/>
              </a:ext>
            </a:extLst>
          </p:cNvPr>
          <p:cNvSpPr>
            <a:spLocks noGrp="1"/>
          </p:cNvSpPr>
          <p:nvPr>
            <p:ph type="title"/>
          </p:nvPr>
        </p:nvSpPr>
        <p:spPr/>
        <p:txBody>
          <a:bodyPr vert="horz"/>
          <a:lstStyle/>
          <a:p>
            <a:r>
              <a:rPr lang="de-DE"/>
              <a:t>Titelmasterformat durch Klicken bearbeiten</a:t>
            </a:r>
            <a:endParaRPr lang="en-US"/>
          </a:p>
        </p:txBody>
      </p:sp>
      <p:sp>
        <p:nvSpPr>
          <p:cNvPr id="7" name="Datumsplatzhalter 6">
            <a:extLst>
              <a:ext uri="{FF2B5EF4-FFF2-40B4-BE49-F238E27FC236}">
                <a16:creationId xmlns:a16="http://schemas.microsoft.com/office/drawing/2014/main" id="{7242AEA7-0D8C-4AD8-8EEC-63FF8206F796}"/>
              </a:ext>
            </a:extLst>
          </p:cNvPr>
          <p:cNvSpPr>
            <a:spLocks noGrp="1"/>
          </p:cNvSpPr>
          <p:nvPr>
            <p:ph type="dt" sz="half" idx="10"/>
          </p:nvPr>
        </p:nvSpPr>
        <p:spPr/>
        <p:txBody>
          <a:bodyPr/>
          <a:lstStyle/>
          <a:p>
            <a:fld id="{65A82B2D-840F-4167-AD44-C02BC9C87CCB}" type="datetime1">
              <a:rPr lang="de-DE" noProof="0" smtClean="0"/>
              <a:t>13.05.2026</a:t>
            </a:fld>
            <a:endParaRPr lang="de-DE" noProof="0" dirty="0"/>
          </a:p>
        </p:txBody>
      </p:sp>
      <p:sp>
        <p:nvSpPr>
          <p:cNvPr id="8" name="Copyright Fraunhofer">
            <a:extLst>
              <a:ext uri="{FF2B5EF4-FFF2-40B4-BE49-F238E27FC236}">
                <a16:creationId xmlns:a16="http://schemas.microsoft.com/office/drawing/2014/main" id="{3BFD0A8D-1DCE-43F0-A5E3-4221FF17E804}"/>
              </a:ext>
            </a:extLst>
          </p:cNvPr>
          <p:cNvSpPr>
            <a:spLocks noGrp="1"/>
          </p:cNvSpPr>
          <p:nvPr>
            <p:ph type="ftr" sz="quarter" idx="11"/>
          </p:nvPr>
        </p:nvSpPr>
        <p:spPr/>
        <p:txBody>
          <a:bodyPr/>
          <a:lstStyle/>
          <a:p>
            <a:r>
              <a:rPr lang="de-DE" noProof="0"/>
              <a:t>© Fraunhofer IISB</a:t>
            </a:r>
            <a:endParaRPr lang="de-DE" noProof="0" dirty="0"/>
          </a:p>
        </p:txBody>
      </p:sp>
      <p:sp>
        <p:nvSpPr>
          <p:cNvPr id="9" name="Foliennummernplatzhalter 8">
            <a:extLst>
              <a:ext uri="{FF2B5EF4-FFF2-40B4-BE49-F238E27FC236}">
                <a16:creationId xmlns:a16="http://schemas.microsoft.com/office/drawing/2014/main" id="{C680CF9D-E06C-44A3-9743-D9D200F41CBE}"/>
              </a:ext>
            </a:extLst>
          </p:cNvPr>
          <p:cNvSpPr>
            <a:spLocks noGrp="1"/>
          </p:cNvSpPr>
          <p:nvPr>
            <p:ph type="sldNum" sz="quarter" idx="12"/>
          </p:nvPr>
        </p:nvSpPr>
        <p:spPr/>
        <p:txBody>
          <a:bodyPr/>
          <a:lstStyle/>
          <a:p>
            <a:r>
              <a:rPr lang="de-DE" noProof="0"/>
              <a:t>Seite</a:t>
            </a:r>
            <a:r>
              <a:rPr lang="en-US"/>
              <a:t> </a:t>
            </a:r>
            <a:fld id="{401BA3E4-5E55-4F99-AF09-CC6D6B2539E2}" type="slidenum">
              <a:rPr lang="en-US" smtClean="0"/>
              <a:pPr/>
              <a:t>‹Nr.›</a:t>
            </a:fld>
            <a:endParaRPr lang="en-US" dirty="0"/>
          </a:p>
        </p:txBody>
      </p:sp>
      <p:sp>
        <p:nvSpPr>
          <p:cNvPr id="5" name="Textplatzhalter 4">
            <a:extLst>
              <a:ext uri="{FF2B5EF4-FFF2-40B4-BE49-F238E27FC236}">
                <a16:creationId xmlns:a16="http://schemas.microsoft.com/office/drawing/2014/main" id="{08A281D1-4D07-42EA-89AA-EA4C03EDB004}"/>
              </a:ext>
            </a:extLst>
          </p:cNvPr>
          <p:cNvSpPr>
            <a:spLocks noGrp="1"/>
          </p:cNvSpPr>
          <p:nvPr>
            <p:ph type="body" sz="quarter" idx="13" hasCustomPrompt="1"/>
          </p:nvPr>
        </p:nvSpPr>
        <p:spPr>
          <a:xfrm>
            <a:off x="479425" y="778321"/>
            <a:ext cx="11233150" cy="318933"/>
          </a:xfrm>
        </p:spPr>
        <p:txBody>
          <a:bodyPr/>
          <a:lstStyle>
            <a:lvl1pPr>
              <a:defRPr sz="2000">
                <a:solidFill>
                  <a:schemeClr val="accent2"/>
                </a:solidFill>
                <a:latin typeface="+mn-lt"/>
              </a:defRPr>
            </a:lvl1pPr>
          </a:lstStyle>
          <a:p>
            <a:pPr lvl="0"/>
            <a:r>
              <a:rPr lang="de-DE" dirty="0" err="1"/>
              <a:t>Subline</a:t>
            </a:r>
            <a:endParaRPr lang="en-US" dirty="0"/>
          </a:p>
        </p:txBody>
      </p:sp>
      <p:sp>
        <p:nvSpPr>
          <p:cNvPr id="10" name="Textplatzhalter 9">
            <a:extLst>
              <a:ext uri="{FF2B5EF4-FFF2-40B4-BE49-F238E27FC236}">
                <a16:creationId xmlns:a16="http://schemas.microsoft.com/office/drawing/2014/main" id="{85573968-5EC4-45D8-B356-9D2C25D2EC6A}"/>
              </a:ext>
            </a:extLst>
          </p:cNvPr>
          <p:cNvSpPr>
            <a:spLocks noGrp="1"/>
          </p:cNvSpPr>
          <p:nvPr>
            <p:ph type="body" sz="quarter" idx="14"/>
          </p:nvPr>
        </p:nvSpPr>
        <p:spPr>
          <a:xfrm>
            <a:off x="478199" y="1703388"/>
            <a:ext cx="11233150" cy="2640595"/>
          </a:xfrm>
        </p:spPr>
        <p:txBody>
          <a:bodyPr/>
          <a:lstStyle>
            <a:lvl5pPr>
              <a:defRPr/>
            </a:lvl5pPr>
          </a:lstStyle>
          <a:p>
            <a:pPr lvl="0"/>
            <a:r>
              <a:rPr lang="de-DE" noProof="0"/>
              <a:t>Formatvorlagen des Textmasters bearbeiten</a:t>
            </a:r>
          </a:p>
        </p:txBody>
      </p:sp>
    </p:spTree>
    <p:extLst>
      <p:ext uri="{BB962C8B-B14F-4D97-AF65-F5344CB8AC3E}">
        <p14:creationId xmlns:p14="http://schemas.microsoft.com/office/powerpoint/2010/main" val="428381408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halt – 1 Spalte | große Schrift">
    <p:spTree>
      <p:nvGrpSpPr>
        <p:cNvPr id="1" name=""/>
        <p:cNvGrpSpPr/>
        <p:nvPr/>
      </p:nvGrpSpPr>
      <p:grpSpPr>
        <a:xfrm>
          <a:off x="0" y="0"/>
          <a:ext cx="0" cy="0"/>
          <a:chOff x="0" y="0"/>
          <a:chExt cx="0" cy="0"/>
        </a:xfrm>
      </p:grpSpPr>
      <p:graphicFrame>
        <p:nvGraphicFramePr>
          <p:cNvPr id="11" name="Objekt 10" hidden="1">
            <a:extLst>
              <a:ext uri="{FF2B5EF4-FFF2-40B4-BE49-F238E27FC236}">
                <a16:creationId xmlns:a16="http://schemas.microsoft.com/office/drawing/2014/main" id="{73EB3F1D-68CC-4D42-88C6-FD851995773D}"/>
              </a:ext>
            </a:extLst>
          </p:cNvPr>
          <p:cNvGraphicFramePr>
            <a:graphicFrameLocks noChangeAspect="1"/>
          </p:cNvGraphicFramePr>
          <p:nvPr userDrawn="1">
            <p:custDataLst>
              <p:tags r:id="rId1"/>
            </p:custDataLst>
            <p:extLst>
              <p:ext uri="{D42A27DB-BD31-4B8C-83A1-F6EECF244321}">
                <p14:modId xmlns:p14="http://schemas.microsoft.com/office/powerpoint/2010/main" val="22992924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11" name="Objekt 10" hidden="1">
                        <a:extLst>
                          <a:ext uri="{FF2B5EF4-FFF2-40B4-BE49-F238E27FC236}">
                            <a16:creationId xmlns:a16="http://schemas.microsoft.com/office/drawing/2014/main" id="{73EB3F1D-68CC-4D42-88C6-FD851995773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E3E6397C-9FE6-4A0B-87BC-9E26F4233B7D}"/>
              </a:ext>
            </a:extLst>
          </p:cNvPr>
          <p:cNvSpPr>
            <a:spLocks noGrp="1"/>
          </p:cNvSpPr>
          <p:nvPr>
            <p:ph type="title"/>
          </p:nvPr>
        </p:nvSpPr>
        <p:spPr/>
        <p:txBody>
          <a:bodyPr vert="horz"/>
          <a:lstStyle/>
          <a:p>
            <a:r>
              <a:rPr lang="de-DE"/>
              <a:t>Titelmasterformat durch Klicken bearbeiten</a:t>
            </a:r>
            <a:endParaRPr lang="en-US"/>
          </a:p>
        </p:txBody>
      </p:sp>
      <p:sp>
        <p:nvSpPr>
          <p:cNvPr id="7" name="Datumsplatzhalter 6">
            <a:extLst>
              <a:ext uri="{FF2B5EF4-FFF2-40B4-BE49-F238E27FC236}">
                <a16:creationId xmlns:a16="http://schemas.microsoft.com/office/drawing/2014/main" id="{7242AEA7-0D8C-4AD8-8EEC-63FF8206F796}"/>
              </a:ext>
            </a:extLst>
          </p:cNvPr>
          <p:cNvSpPr>
            <a:spLocks noGrp="1"/>
          </p:cNvSpPr>
          <p:nvPr>
            <p:ph type="dt" sz="half" idx="10"/>
          </p:nvPr>
        </p:nvSpPr>
        <p:spPr/>
        <p:txBody>
          <a:bodyPr/>
          <a:lstStyle/>
          <a:p>
            <a:fld id="{9631443C-B870-41CA-8630-426F79C7DA41}" type="datetime1">
              <a:rPr lang="de-DE" noProof="0" smtClean="0"/>
              <a:t>13.05.2026</a:t>
            </a:fld>
            <a:endParaRPr lang="de-DE" noProof="0" dirty="0"/>
          </a:p>
        </p:txBody>
      </p:sp>
      <p:sp>
        <p:nvSpPr>
          <p:cNvPr id="8" name="Copyright Fraunhofer">
            <a:extLst>
              <a:ext uri="{FF2B5EF4-FFF2-40B4-BE49-F238E27FC236}">
                <a16:creationId xmlns:a16="http://schemas.microsoft.com/office/drawing/2014/main" id="{3BFD0A8D-1DCE-43F0-A5E3-4221FF17E804}"/>
              </a:ext>
            </a:extLst>
          </p:cNvPr>
          <p:cNvSpPr>
            <a:spLocks noGrp="1"/>
          </p:cNvSpPr>
          <p:nvPr>
            <p:ph type="ftr" sz="quarter" idx="11"/>
          </p:nvPr>
        </p:nvSpPr>
        <p:spPr/>
        <p:txBody>
          <a:bodyPr/>
          <a:lstStyle/>
          <a:p>
            <a:r>
              <a:rPr lang="de-DE" noProof="0"/>
              <a:t>© Fraunhofer IISB</a:t>
            </a:r>
            <a:endParaRPr lang="de-DE" noProof="0" dirty="0"/>
          </a:p>
        </p:txBody>
      </p:sp>
      <p:sp>
        <p:nvSpPr>
          <p:cNvPr id="9" name="Foliennummernplatzhalter 8">
            <a:extLst>
              <a:ext uri="{FF2B5EF4-FFF2-40B4-BE49-F238E27FC236}">
                <a16:creationId xmlns:a16="http://schemas.microsoft.com/office/drawing/2014/main" id="{C680CF9D-E06C-44A3-9743-D9D200F41CBE}"/>
              </a:ext>
            </a:extLst>
          </p:cNvPr>
          <p:cNvSpPr>
            <a:spLocks noGrp="1"/>
          </p:cNvSpPr>
          <p:nvPr>
            <p:ph type="sldNum" sz="quarter" idx="12"/>
          </p:nvPr>
        </p:nvSpPr>
        <p:spPr/>
        <p:txBody>
          <a:bodyPr/>
          <a:lstStyle/>
          <a:p>
            <a:r>
              <a:rPr lang="de-DE" noProof="0" dirty="0"/>
              <a:t>Seite</a:t>
            </a:r>
            <a:r>
              <a:rPr lang="en-US" dirty="0"/>
              <a:t> </a:t>
            </a:r>
            <a:fld id="{401BA3E4-5E55-4F99-AF09-CC6D6B2539E2}" type="slidenum">
              <a:rPr lang="en-US" smtClean="0"/>
              <a:pPr/>
              <a:t>‹Nr.›</a:t>
            </a:fld>
            <a:endParaRPr lang="en-US" dirty="0"/>
          </a:p>
        </p:txBody>
      </p:sp>
      <p:sp>
        <p:nvSpPr>
          <p:cNvPr id="5" name="Textplatzhalter 4">
            <a:extLst>
              <a:ext uri="{FF2B5EF4-FFF2-40B4-BE49-F238E27FC236}">
                <a16:creationId xmlns:a16="http://schemas.microsoft.com/office/drawing/2014/main" id="{08A281D1-4D07-42EA-89AA-EA4C03EDB004}"/>
              </a:ext>
            </a:extLst>
          </p:cNvPr>
          <p:cNvSpPr>
            <a:spLocks noGrp="1"/>
          </p:cNvSpPr>
          <p:nvPr>
            <p:ph type="body" sz="quarter" idx="13" hasCustomPrompt="1"/>
          </p:nvPr>
        </p:nvSpPr>
        <p:spPr>
          <a:xfrm>
            <a:off x="479425" y="778321"/>
            <a:ext cx="11233150" cy="318933"/>
          </a:xfrm>
        </p:spPr>
        <p:txBody>
          <a:bodyPr/>
          <a:lstStyle>
            <a:lvl1pPr>
              <a:defRPr sz="2000">
                <a:solidFill>
                  <a:schemeClr val="accent2"/>
                </a:solidFill>
                <a:latin typeface="+mn-lt"/>
              </a:defRPr>
            </a:lvl1pPr>
          </a:lstStyle>
          <a:p>
            <a:pPr lvl="0"/>
            <a:r>
              <a:rPr lang="de-DE" dirty="0" err="1"/>
              <a:t>Subline</a:t>
            </a:r>
            <a:endParaRPr lang="en-US" dirty="0"/>
          </a:p>
        </p:txBody>
      </p:sp>
      <p:sp>
        <p:nvSpPr>
          <p:cNvPr id="10" name="Textplatzhalter 9">
            <a:extLst>
              <a:ext uri="{FF2B5EF4-FFF2-40B4-BE49-F238E27FC236}">
                <a16:creationId xmlns:a16="http://schemas.microsoft.com/office/drawing/2014/main" id="{85573968-5EC4-45D8-B356-9D2C25D2EC6A}"/>
              </a:ext>
            </a:extLst>
          </p:cNvPr>
          <p:cNvSpPr>
            <a:spLocks noGrp="1"/>
          </p:cNvSpPr>
          <p:nvPr>
            <p:ph type="body" sz="quarter" idx="14"/>
          </p:nvPr>
        </p:nvSpPr>
        <p:spPr>
          <a:xfrm>
            <a:off x="478199" y="1703388"/>
            <a:ext cx="11233150" cy="3020314"/>
          </a:xfrm>
        </p:spPr>
        <p:txBody>
          <a:bodyPr/>
          <a:lstStyle>
            <a:lvl1pPr>
              <a:spcAft>
                <a:spcPts val="2200"/>
              </a:spcAft>
              <a:defRPr sz="1800"/>
            </a:lvl1pPr>
            <a:lvl2pPr>
              <a:spcAft>
                <a:spcPts val="2200"/>
              </a:spcAft>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de-DE"/>
              <a:t>Formatvorlagen des Textmasters bearbeiten</a:t>
            </a:r>
          </a:p>
        </p:txBody>
      </p:sp>
    </p:spTree>
    <p:extLst>
      <p:ext uri="{BB962C8B-B14F-4D97-AF65-F5344CB8AC3E}">
        <p14:creationId xmlns:p14="http://schemas.microsoft.com/office/powerpoint/2010/main" val="411601367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halt – 2 Spalten | kleine Schrift">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3DC8D38B-C18B-45D1-977E-43D6AADFE724}"/>
              </a:ext>
            </a:extLst>
          </p:cNvPr>
          <p:cNvGraphicFramePr>
            <a:graphicFrameLocks noChangeAspect="1"/>
          </p:cNvGraphicFramePr>
          <p:nvPr userDrawn="1">
            <p:custDataLst>
              <p:tags r:id="rId1"/>
            </p:custDataLst>
            <p:extLst>
              <p:ext uri="{D42A27DB-BD31-4B8C-83A1-F6EECF244321}">
                <p14:modId xmlns:p14="http://schemas.microsoft.com/office/powerpoint/2010/main" val="24918883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E3E6397C-9FE6-4A0B-87BC-9E26F4233B7D}"/>
              </a:ext>
            </a:extLst>
          </p:cNvPr>
          <p:cNvSpPr>
            <a:spLocks noGrp="1"/>
          </p:cNvSpPr>
          <p:nvPr>
            <p:ph type="title"/>
          </p:nvPr>
        </p:nvSpPr>
        <p:spPr>
          <a:xfrm>
            <a:off x="479425" y="728811"/>
            <a:ext cx="11233150" cy="382733"/>
          </a:xfrm>
        </p:spPr>
        <p:txBody>
          <a:bodyPr vert="horz"/>
          <a:lstStyle/>
          <a:p>
            <a:r>
              <a:rPr lang="de-DE"/>
              <a:t>Titelmasterformat durch Klicken bearbeiten</a:t>
            </a:r>
            <a:endParaRPr lang="en-US" dirty="0"/>
          </a:p>
        </p:txBody>
      </p:sp>
      <p:sp>
        <p:nvSpPr>
          <p:cNvPr id="7" name="Textplatzhalter 6">
            <a:extLst>
              <a:ext uri="{FF2B5EF4-FFF2-40B4-BE49-F238E27FC236}">
                <a16:creationId xmlns:a16="http://schemas.microsoft.com/office/drawing/2014/main" id="{B6B3DBCD-172B-459C-8C97-521B9602874E}"/>
              </a:ext>
            </a:extLst>
          </p:cNvPr>
          <p:cNvSpPr>
            <a:spLocks noGrp="1"/>
          </p:cNvSpPr>
          <p:nvPr>
            <p:ph type="body" sz="quarter" idx="13"/>
          </p:nvPr>
        </p:nvSpPr>
        <p:spPr>
          <a:xfrm>
            <a:off x="479425" y="1700213"/>
            <a:ext cx="5437188" cy="2640595"/>
          </a:xfrm>
        </p:spPr>
        <p:txBody>
          <a:bodyPr numCol="1" spcCol="360000"/>
          <a:lstStyle>
            <a:lvl5pPr>
              <a:defRPr/>
            </a:lvl5pPr>
            <a:lvl8pPr>
              <a:buAutoNum type="arabicPeriod"/>
              <a:defRPr/>
            </a:lvl8pPr>
          </a:lstStyle>
          <a:p>
            <a:pPr lvl="0"/>
            <a:r>
              <a:rPr lang="de-DE"/>
              <a:t>Formatvorlagen des Textmasters bearbeiten</a:t>
            </a:r>
          </a:p>
        </p:txBody>
      </p:sp>
      <p:sp>
        <p:nvSpPr>
          <p:cNvPr id="8" name="Datumsplatzhalter 7">
            <a:extLst>
              <a:ext uri="{FF2B5EF4-FFF2-40B4-BE49-F238E27FC236}">
                <a16:creationId xmlns:a16="http://schemas.microsoft.com/office/drawing/2014/main" id="{7A80A6E1-2019-439E-8E86-0046D913F8DE}"/>
              </a:ext>
            </a:extLst>
          </p:cNvPr>
          <p:cNvSpPr>
            <a:spLocks noGrp="1"/>
          </p:cNvSpPr>
          <p:nvPr>
            <p:ph type="dt" sz="half" idx="14"/>
          </p:nvPr>
        </p:nvSpPr>
        <p:spPr/>
        <p:txBody>
          <a:bodyPr/>
          <a:lstStyle/>
          <a:p>
            <a:fld id="{ED9D36A6-A034-4164-BBE1-F8AE84912B9F}" type="datetime1">
              <a:rPr lang="de-DE" noProof="0" smtClean="0"/>
              <a:t>13.05.2026</a:t>
            </a:fld>
            <a:endParaRPr lang="de-DE" noProof="0" dirty="0"/>
          </a:p>
        </p:txBody>
      </p:sp>
      <p:sp>
        <p:nvSpPr>
          <p:cNvPr id="10" name="Copyright Fraunhofer">
            <a:extLst>
              <a:ext uri="{FF2B5EF4-FFF2-40B4-BE49-F238E27FC236}">
                <a16:creationId xmlns:a16="http://schemas.microsoft.com/office/drawing/2014/main" id="{F3CF5D9C-18A9-4FD1-BF61-90B1DF40DAE9}"/>
              </a:ext>
            </a:extLst>
          </p:cNvPr>
          <p:cNvSpPr>
            <a:spLocks noGrp="1"/>
          </p:cNvSpPr>
          <p:nvPr>
            <p:ph type="ftr" sz="quarter" idx="15"/>
          </p:nvPr>
        </p:nvSpPr>
        <p:spPr/>
        <p:txBody>
          <a:bodyPr/>
          <a:lstStyle/>
          <a:p>
            <a:r>
              <a:rPr lang="de-DE" noProof="0"/>
              <a:t>© Fraunhofer IISB</a:t>
            </a:r>
            <a:endParaRPr lang="de-DE" noProof="0" dirty="0"/>
          </a:p>
        </p:txBody>
      </p:sp>
      <p:sp>
        <p:nvSpPr>
          <p:cNvPr id="11" name="Foliennummernplatzhalter 10">
            <a:extLst>
              <a:ext uri="{FF2B5EF4-FFF2-40B4-BE49-F238E27FC236}">
                <a16:creationId xmlns:a16="http://schemas.microsoft.com/office/drawing/2014/main" id="{2C7C1689-11E8-41AB-9458-DE44740E236D}"/>
              </a:ext>
            </a:extLst>
          </p:cNvPr>
          <p:cNvSpPr>
            <a:spLocks noGrp="1"/>
          </p:cNvSpPr>
          <p:nvPr>
            <p:ph type="sldNum" sz="quarter" idx="16"/>
          </p:nvPr>
        </p:nvSpPr>
        <p:spPr/>
        <p:txBody>
          <a:bodyPr/>
          <a:lstStyle/>
          <a:p>
            <a:r>
              <a:rPr lang="de-DE" noProof="0"/>
              <a:t>Seite</a:t>
            </a:r>
            <a:r>
              <a:rPr lang="en-US"/>
              <a:t> </a:t>
            </a:r>
            <a:fld id="{401BA3E4-5E55-4F99-AF09-CC6D6B2539E2}" type="slidenum">
              <a:rPr lang="en-US" smtClean="0"/>
              <a:pPr/>
              <a:t>‹Nr.›</a:t>
            </a:fld>
            <a:endParaRPr lang="en-US" dirty="0"/>
          </a:p>
        </p:txBody>
      </p:sp>
      <p:sp>
        <p:nvSpPr>
          <p:cNvPr id="5" name="Textplatzhalter 4">
            <a:extLst>
              <a:ext uri="{FF2B5EF4-FFF2-40B4-BE49-F238E27FC236}">
                <a16:creationId xmlns:a16="http://schemas.microsoft.com/office/drawing/2014/main" id="{039AB49C-1F4E-4EF1-AAF8-5D9B08CE018B}"/>
              </a:ext>
            </a:extLst>
          </p:cNvPr>
          <p:cNvSpPr>
            <a:spLocks noGrp="1"/>
          </p:cNvSpPr>
          <p:nvPr>
            <p:ph type="body" sz="quarter" idx="17" hasCustomPrompt="1"/>
          </p:nvPr>
        </p:nvSpPr>
        <p:spPr>
          <a:xfrm>
            <a:off x="479425" y="417600"/>
            <a:ext cx="11233150" cy="318933"/>
          </a:xfrm>
        </p:spPr>
        <p:txBody>
          <a:bodyPr/>
          <a:lstStyle>
            <a:lvl1pPr>
              <a:defRPr sz="2000">
                <a:solidFill>
                  <a:schemeClr val="accent2"/>
                </a:solidFill>
                <a:latin typeface="+mn-lt"/>
              </a:defRPr>
            </a:lvl1pPr>
          </a:lstStyle>
          <a:p>
            <a:pPr lvl="0"/>
            <a:r>
              <a:rPr lang="de-DE" dirty="0" err="1"/>
              <a:t>Subline</a:t>
            </a:r>
            <a:endParaRPr lang="en-US" dirty="0"/>
          </a:p>
        </p:txBody>
      </p:sp>
      <p:sp>
        <p:nvSpPr>
          <p:cNvPr id="13" name="Textplatzhalter 12">
            <a:extLst>
              <a:ext uri="{FF2B5EF4-FFF2-40B4-BE49-F238E27FC236}">
                <a16:creationId xmlns:a16="http://schemas.microsoft.com/office/drawing/2014/main" id="{02979DCD-35B3-46F6-8E1A-F75179508D31}"/>
              </a:ext>
            </a:extLst>
          </p:cNvPr>
          <p:cNvSpPr>
            <a:spLocks noGrp="1"/>
          </p:cNvSpPr>
          <p:nvPr>
            <p:ph type="body" sz="quarter" idx="18"/>
          </p:nvPr>
        </p:nvSpPr>
        <p:spPr>
          <a:xfrm>
            <a:off x="6275388" y="1700213"/>
            <a:ext cx="5437187" cy="2640595"/>
          </a:xfrm>
        </p:spPr>
        <p:txBody>
          <a:bodyPr numCol="1"/>
          <a:lstStyle/>
          <a:p>
            <a:pPr lvl="0"/>
            <a:r>
              <a:rPr lang="de-DE"/>
              <a:t>Formatvorlagen des Textmasters bearbeiten</a:t>
            </a:r>
          </a:p>
        </p:txBody>
      </p:sp>
    </p:spTree>
    <p:extLst>
      <p:ext uri="{BB962C8B-B14F-4D97-AF65-F5344CB8AC3E}">
        <p14:creationId xmlns:p14="http://schemas.microsoft.com/office/powerpoint/2010/main" val="3503339127"/>
      </p:ext>
    </p:extLst>
  </p:cSld>
  <p:clrMapOvr>
    <a:masterClrMapping/>
  </p:clrMapOvr>
  <p:extLst>
    <p:ext uri="{DCECCB84-F9BA-43D5-87BE-67443E8EF086}">
      <p15:sldGuideLst xmlns:p15="http://schemas.microsoft.com/office/powerpoint/2012/main">
        <p15:guide id="1" pos="3953" userDrawn="1">
          <p15:clr>
            <a:srgbClr val="FBAE40"/>
          </p15:clr>
        </p15:guide>
        <p15:guide id="2" pos="3727"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halt – 2 Spalten | große Schrift">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2174C6A4-3B89-4478-A08C-B54D082B3842}"/>
              </a:ext>
            </a:extLst>
          </p:cNvPr>
          <p:cNvGraphicFramePr>
            <a:graphicFrameLocks noChangeAspect="1"/>
          </p:cNvGraphicFramePr>
          <p:nvPr userDrawn="1">
            <p:custDataLst>
              <p:tags r:id="rId1"/>
            </p:custDataLst>
            <p:extLst>
              <p:ext uri="{D42A27DB-BD31-4B8C-83A1-F6EECF244321}">
                <p14:modId xmlns:p14="http://schemas.microsoft.com/office/powerpoint/2010/main" val="33874438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E3E6397C-9FE6-4A0B-87BC-9E26F4233B7D}"/>
              </a:ext>
            </a:extLst>
          </p:cNvPr>
          <p:cNvSpPr>
            <a:spLocks noGrp="1"/>
          </p:cNvSpPr>
          <p:nvPr>
            <p:ph type="title"/>
          </p:nvPr>
        </p:nvSpPr>
        <p:spPr>
          <a:xfrm>
            <a:off x="479425" y="728811"/>
            <a:ext cx="11233150" cy="382733"/>
          </a:xfrm>
        </p:spPr>
        <p:txBody>
          <a:bodyPr vert="horz"/>
          <a:lstStyle/>
          <a:p>
            <a:r>
              <a:rPr lang="de-DE"/>
              <a:t>Titelmasterformat durch Klicken bearbeiten</a:t>
            </a:r>
            <a:endParaRPr lang="en-US" dirty="0"/>
          </a:p>
        </p:txBody>
      </p:sp>
      <p:sp>
        <p:nvSpPr>
          <p:cNvPr id="7" name="Textplatzhalter 6">
            <a:extLst>
              <a:ext uri="{FF2B5EF4-FFF2-40B4-BE49-F238E27FC236}">
                <a16:creationId xmlns:a16="http://schemas.microsoft.com/office/drawing/2014/main" id="{B6B3DBCD-172B-459C-8C97-521B9602874E}"/>
              </a:ext>
            </a:extLst>
          </p:cNvPr>
          <p:cNvSpPr>
            <a:spLocks noGrp="1"/>
          </p:cNvSpPr>
          <p:nvPr>
            <p:ph type="body" sz="quarter" idx="13"/>
          </p:nvPr>
        </p:nvSpPr>
        <p:spPr>
          <a:xfrm>
            <a:off x="479425" y="1700213"/>
            <a:ext cx="5437188" cy="3085204"/>
          </a:xfrm>
        </p:spPr>
        <p:txBody>
          <a:bodyPr numCol="1" spcCol="360000"/>
          <a:lstStyle>
            <a:lvl1pPr>
              <a:lnSpc>
                <a:spcPct val="110000"/>
              </a:lnSpc>
              <a:spcAft>
                <a:spcPts val="2200"/>
              </a:spcAft>
              <a:defRPr sz="1800"/>
            </a:lvl1pPr>
            <a:lvl2pPr>
              <a:lnSpc>
                <a:spcPct val="110000"/>
              </a:lnSpc>
              <a:spcAft>
                <a:spcPts val="2200"/>
              </a:spcAft>
              <a:defRPr sz="1600"/>
            </a:lvl2pPr>
            <a:lvl3pPr>
              <a:lnSpc>
                <a:spcPct val="110000"/>
              </a:lnSpc>
              <a:defRPr sz="1600"/>
            </a:lvl3pPr>
            <a:lvl4pPr>
              <a:lnSpc>
                <a:spcPct val="110000"/>
              </a:lnSpc>
              <a:defRPr sz="1600"/>
            </a:lvl4pPr>
            <a:lvl5pPr>
              <a:lnSpc>
                <a:spcPct val="110000"/>
              </a:lnSpc>
              <a:defRPr sz="1600"/>
            </a:lvl5pPr>
            <a:lvl6pPr>
              <a:lnSpc>
                <a:spcPct val="110000"/>
              </a:lnSpc>
              <a:defRPr sz="1600"/>
            </a:lvl6pPr>
            <a:lvl7pPr>
              <a:lnSpc>
                <a:spcPct val="110000"/>
              </a:lnSpc>
              <a:defRPr sz="1600"/>
            </a:lvl7pPr>
            <a:lvl8pPr>
              <a:lnSpc>
                <a:spcPct val="110000"/>
              </a:lnSpc>
              <a:buAutoNum type="arabicPeriod"/>
              <a:defRPr sz="1600"/>
            </a:lvl8pPr>
            <a:lvl9pPr>
              <a:lnSpc>
                <a:spcPct val="110000"/>
              </a:lnSpc>
              <a:defRPr sz="1600"/>
            </a:lvl9pPr>
          </a:lstStyle>
          <a:p>
            <a:pPr lvl="0"/>
            <a:r>
              <a:rPr lang="de-DE"/>
              <a:t>Formatvorlagen des Textmasters bearbeiten</a:t>
            </a:r>
          </a:p>
        </p:txBody>
      </p:sp>
      <p:sp>
        <p:nvSpPr>
          <p:cNvPr id="9" name="Datumsplatzhalter 8">
            <a:extLst>
              <a:ext uri="{FF2B5EF4-FFF2-40B4-BE49-F238E27FC236}">
                <a16:creationId xmlns:a16="http://schemas.microsoft.com/office/drawing/2014/main" id="{A318EBD9-F5F5-405C-9B19-55E93DB7BE18}"/>
              </a:ext>
            </a:extLst>
          </p:cNvPr>
          <p:cNvSpPr>
            <a:spLocks noGrp="1"/>
          </p:cNvSpPr>
          <p:nvPr>
            <p:ph type="dt" sz="half" idx="14"/>
          </p:nvPr>
        </p:nvSpPr>
        <p:spPr/>
        <p:txBody>
          <a:bodyPr/>
          <a:lstStyle/>
          <a:p>
            <a:fld id="{6BBE7333-2DF4-417D-84A6-4C1EC6024486}" type="datetime1">
              <a:rPr lang="de-DE" noProof="0" smtClean="0"/>
              <a:t>13.05.2026</a:t>
            </a:fld>
            <a:endParaRPr lang="de-DE" noProof="0" dirty="0"/>
          </a:p>
        </p:txBody>
      </p:sp>
      <p:sp>
        <p:nvSpPr>
          <p:cNvPr id="10" name="Copyright Fraunhofer">
            <a:extLst>
              <a:ext uri="{FF2B5EF4-FFF2-40B4-BE49-F238E27FC236}">
                <a16:creationId xmlns:a16="http://schemas.microsoft.com/office/drawing/2014/main" id="{A65BD112-D0DA-4A2E-BD97-424BCF96C462}"/>
              </a:ext>
            </a:extLst>
          </p:cNvPr>
          <p:cNvSpPr>
            <a:spLocks noGrp="1"/>
          </p:cNvSpPr>
          <p:nvPr>
            <p:ph type="ftr" sz="quarter" idx="15"/>
          </p:nvPr>
        </p:nvSpPr>
        <p:spPr/>
        <p:txBody>
          <a:bodyPr/>
          <a:lstStyle/>
          <a:p>
            <a:r>
              <a:rPr lang="de-DE" noProof="0"/>
              <a:t>© Fraunhofer IISB</a:t>
            </a:r>
            <a:endParaRPr lang="de-DE" noProof="0" dirty="0"/>
          </a:p>
        </p:txBody>
      </p:sp>
      <p:sp>
        <p:nvSpPr>
          <p:cNvPr id="11" name="Foliennummernplatzhalter 10">
            <a:extLst>
              <a:ext uri="{FF2B5EF4-FFF2-40B4-BE49-F238E27FC236}">
                <a16:creationId xmlns:a16="http://schemas.microsoft.com/office/drawing/2014/main" id="{138D657B-7546-4822-9986-D77847487095}"/>
              </a:ext>
            </a:extLst>
          </p:cNvPr>
          <p:cNvSpPr>
            <a:spLocks noGrp="1"/>
          </p:cNvSpPr>
          <p:nvPr>
            <p:ph type="sldNum" sz="quarter" idx="16"/>
          </p:nvPr>
        </p:nvSpPr>
        <p:spPr/>
        <p:txBody>
          <a:bodyPr/>
          <a:lstStyle/>
          <a:p>
            <a:r>
              <a:rPr lang="de-DE" noProof="0"/>
              <a:t>Seite</a:t>
            </a:r>
            <a:r>
              <a:rPr lang="en-US"/>
              <a:t> </a:t>
            </a:r>
            <a:fld id="{401BA3E4-5E55-4F99-AF09-CC6D6B2539E2}" type="slidenum">
              <a:rPr lang="en-US" smtClean="0"/>
              <a:pPr/>
              <a:t>‹Nr.›</a:t>
            </a:fld>
            <a:endParaRPr lang="en-US" dirty="0"/>
          </a:p>
        </p:txBody>
      </p:sp>
      <p:sp>
        <p:nvSpPr>
          <p:cNvPr id="4" name="Textplatzhalter 3">
            <a:extLst>
              <a:ext uri="{FF2B5EF4-FFF2-40B4-BE49-F238E27FC236}">
                <a16:creationId xmlns:a16="http://schemas.microsoft.com/office/drawing/2014/main" id="{89B913C0-DAEC-4E03-BE28-C93BE7F200CF}"/>
              </a:ext>
            </a:extLst>
          </p:cNvPr>
          <p:cNvSpPr>
            <a:spLocks noGrp="1"/>
          </p:cNvSpPr>
          <p:nvPr>
            <p:ph type="body" sz="quarter" idx="17" hasCustomPrompt="1"/>
          </p:nvPr>
        </p:nvSpPr>
        <p:spPr>
          <a:xfrm>
            <a:off x="479425" y="417600"/>
            <a:ext cx="11233150" cy="318933"/>
          </a:xfrm>
        </p:spPr>
        <p:txBody>
          <a:bodyPr/>
          <a:lstStyle>
            <a:lvl1pPr>
              <a:defRPr sz="2000">
                <a:solidFill>
                  <a:schemeClr val="accent2"/>
                </a:solidFill>
                <a:latin typeface="+mn-lt"/>
              </a:defRPr>
            </a:lvl1pPr>
          </a:lstStyle>
          <a:p>
            <a:pPr lvl="0"/>
            <a:r>
              <a:rPr lang="de-DE" dirty="0" err="1"/>
              <a:t>Subline</a:t>
            </a:r>
            <a:endParaRPr lang="en-US" dirty="0"/>
          </a:p>
        </p:txBody>
      </p:sp>
      <p:sp>
        <p:nvSpPr>
          <p:cNvPr id="6" name="Textplatzhalter 5">
            <a:extLst>
              <a:ext uri="{FF2B5EF4-FFF2-40B4-BE49-F238E27FC236}">
                <a16:creationId xmlns:a16="http://schemas.microsoft.com/office/drawing/2014/main" id="{ADDDE3BD-D7C5-4F7F-8E5F-2F194BD44FB4}"/>
              </a:ext>
            </a:extLst>
          </p:cNvPr>
          <p:cNvSpPr>
            <a:spLocks noGrp="1"/>
          </p:cNvSpPr>
          <p:nvPr>
            <p:ph type="body" sz="quarter" idx="18"/>
          </p:nvPr>
        </p:nvSpPr>
        <p:spPr>
          <a:xfrm>
            <a:off x="6275388" y="1700213"/>
            <a:ext cx="5516562" cy="3020314"/>
          </a:xfrm>
        </p:spPr>
        <p:txBody>
          <a:bodyPr numCol="1"/>
          <a:lstStyle>
            <a:lvl1pPr>
              <a:lnSpc>
                <a:spcPct val="110000"/>
              </a:lnSpc>
              <a:spcAft>
                <a:spcPts val="2200"/>
              </a:spcAft>
              <a:defRPr sz="1800"/>
            </a:lvl1pPr>
            <a:lvl2pPr>
              <a:lnSpc>
                <a:spcPct val="110000"/>
              </a:lnSpc>
              <a:spcAft>
                <a:spcPts val="2200"/>
              </a:spcAft>
              <a:defRPr sz="1600"/>
            </a:lvl2pPr>
            <a:lvl3pPr>
              <a:lnSpc>
                <a:spcPct val="110000"/>
              </a:lnSpc>
              <a:defRPr sz="1600"/>
            </a:lvl3pPr>
            <a:lvl4pPr>
              <a:lnSpc>
                <a:spcPct val="110000"/>
              </a:lnSpc>
              <a:defRPr sz="1600"/>
            </a:lvl4pPr>
            <a:lvl5pPr>
              <a:lnSpc>
                <a:spcPct val="110000"/>
              </a:lnSpc>
              <a:defRPr sz="1600"/>
            </a:lvl5pPr>
            <a:lvl6pPr>
              <a:lnSpc>
                <a:spcPct val="110000"/>
              </a:lnSpc>
              <a:defRPr sz="1600"/>
            </a:lvl6pPr>
            <a:lvl7pPr>
              <a:lnSpc>
                <a:spcPct val="110000"/>
              </a:lnSpc>
              <a:defRPr sz="1600"/>
            </a:lvl7pPr>
            <a:lvl8pPr>
              <a:lnSpc>
                <a:spcPct val="110000"/>
              </a:lnSpc>
              <a:defRPr sz="1600"/>
            </a:lvl8pPr>
            <a:lvl9pPr>
              <a:lnSpc>
                <a:spcPct val="110000"/>
              </a:lnSpc>
              <a:defRPr sz="1600"/>
            </a:lvl9pPr>
          </a:lstStyle>
          <a:p>
            <a:pPr lvl="0"/>
            <a:r>
              <a:rPr lang="de-DE"/>
              <a:t>Formatvorlagen des Textmasters bearbeiten</a:t>
            </a:r>
          </a:p>
        </p:txBody>
      </p:sp>
    </p:spTree>
    <p:extLst>
      <p:ext uri="{BB962C8B-B14F-4D97-AF65-F5344CB8AC3E}">
        <p14:creationId xmlns:p14="http://schemas.microsoft.com/office/powerpoint/2010/main" val="339527545"/>
      </p:ext>
    </p:extLst>
  </p:cSld>
  <p:clrMapOvr>
    <a:masterClrMapping/>
  </p:clrMapOvr>
  <p:extLst>
    <p:ext uri="{DCECCB84-F9BA-43D5-87BE-67443E8EF086}">
      <p15:sldGuideLst xmlns:p15="http://schemas.microsoft.com/office/powerpoint/2012/main">
        <p15:guide id="1" pos="3953" userDrawn="1">
          <p15:clr>
            <a:srgbClr val="FBAE40"/>
          </p15:clr>
        </p15:guide>
        <p15:guide id="2" pos="372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halt – 2 Spalten mit Infokasten">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3DC8D38B-C18B-45D1-977E-43D6AADFE724}"/>
              </a:ext>
            </a:extLst>
          </p:cNvPr>
          <p:cNvGraphicFramePr>
            <a:graphicFrameLocks noChangeAspect="1"/>
          </p:cNvGraphicFramePr>
          <p:nvPr userDrawn="1">
            <p:custDataLst>
              <p:tags r:id="rId1"/>
            </p:custDataLst>
            <p:extLst>
              <p:ext uri="{D42A27DB-BD31-4B8C-83A1-F6EECF244321}">
                <p14:modId xmlns:p14="http://schemas.microsoft.com/office/powerpoint/2010/main" val="3472209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9" name="Objekt 8" hidden="1">
                        <a:extLst>
                          <a:ext uri="{FF2B5EF4-FFF2-40B4-BE49-F238E27FC236}">
                            <a16:creationId xmlns:a16="http://schemas.microsoft.com/office/drawing/2014/main" id="{3DC8D38B-C18B-45D1-977E-43D6AADFE72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E3E6397C-9FE6-4A0B-87BC-9E26F4233B7D}"/>
              </a:ext>
            </a:extLst>
          </p:cNvPr>
          <p:cNvSpPr>
            <a:spLocks noGrp="1"/>
          </p:cNvSpPr>
          <p:nvPr>
            <p:ph type="title"/>
          </p:nvPr>
        </p:nvSpPr>
        <p:spPr/>
        <p:txBody>
          <a:bodyPr vert="horz"/>
          <a:lstStyle/>
          <a:p>
            <a:r>
              <a:rPr lang="de-DE"/>
              <a:t>Titelmasterformat durch Klicken bearbeiten</a:t>
            </a:r>
            <a:endParaRPr lang="en-US"/>
          </a:p>
        </p:txBody>
      </p:sp>
      <p:sp>
        <p:nvSpPr>
          <p:cNvPr id="7" name="Textplatzhalter 6">
            <a:extLst>
              <a:ext uri="{FF2B5EF4-FFF2-40B4-BE49-F238E27FC236}">
                <a16:creationId xmlns:a16="http://schemas.microsoft.com/office/drawing/2014/main" id="{B6B3DBCD-172B-459C-8C97-521B9602874E}"/>
              </a:ext>
            </a:extLst>
          </p:cNvPr>
          <p:cNvSpPr>
            <a:spLocks noGrp="1"/>
          </p:cNvSpPr>
          <p:nvPr>
            <p:ph type="body" sz="quarter" idx="13"/>
          </p:nvPr>
        </p:nvSpPr>
        <p:spPr>
          <a:xfrm>
            <a:off x="0" y="1700213"/>
            <a:ext cx="5916613" cy="4284662"/>
          </a:xfrm>
          <a:gradFill flip="none" rotWithShape="1">
            <a:gsLst>
              <a:gs pos="34000">
                <a:srgbClr val="1E7992">
                  <a:alpha val="95000"/>
                </a:srgbClr>
              </a:gs>
              <a:gs pos="0">
                <a:srgbClr val="014A6B">
                  <a:alpha val="95000"/>
                </a:srgbClr>
              </a:gs>
              <a:gs pos="74000">
                <a:schemeClr val="accent5">
                  <a:lumMod val="90000"/>
                  <a:lumOff val="10000"/>
                  <a:alpha val="95000"/>
                </a:schemeClr>
              </a:gs>
              <a:gs pos="100000">
                <a:srgbClr val="09B2AC">
                  <a:alpha val="95000"/>
                </a:srgbClr>
              </a:gs>
            </a:gsLst>
            <a:path path="circle">
              <a:fillToRect r="100000" b="100000"/>
            </a:path>
            <a:tileRect l="-100000" t="-100000"/>
          </a:gradFill>
        </p:spPr>
        <p:txBody>
          <a:bodyPr lIns="486000" tIns="288000" rIns="288000" bIns="288000" numCol="1" spcCol="360000">
            <a:noAutofit/>
          </a:bodyPr>
          <a:lstStyle>
            <a:lvl1pPr>
              <a:spcAft>
                <a:spcPts val="0"/>
              </a:spcAft>
              <a:defRPr>
                <a:solidFill>
                  <a:schemeClr val="bg1"/>
                </a:solidFill>
              </a:defRPr>
            </a:lvl1pPr>
            <a:lvl2pPr>
              <a:lnSpc>
                <a:spcPts val="1800"/>
              </a:lnSpc>
              <a:spcAft>
                <a:spcPts val="600"/>
              </a:spcAft>
              <a:defRPr sz="2080" b="0">
                <a:solidFill>
                  <a:schemeClr val="bg1"/>
                </a:solidFill>
                <a:latin typeface="Frutiger LT Com 75 Black" panose="020B0A03040504030204" pitchFamily="34" charset="0"/>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vl6pPr>
              <a:buClr>
                <a:schemeClr val="bg1"/>
              </a:buClr>
              <a:defRPr>
                <a:solidFill>
                  <a:schemeClr val="bg1"/>
                </a:solidFill>
              </a:defRPr>
            </a:lvl6pPr>
            <a:lvl7pPr>
              <a:buClr>
                <a:schemeClr val="bg1"/>
              </a:buClr>
              <a:defRPr>
                <a:solidFill>
                  <a:schemeClr val="bg1"/>
                </a:solidFill>
              </a:defRPr>
            </a:lvl7pPr>
            <a:lvl8pPr>
              <a:buClr>
                <a:schemeClr val="bg1"/>
              </a:buClr>
              <a:buAutoNum type="arabicPeriod"/>
              <a:defRPr>
                <a:solidFill>
                  <a:schemeClr val="bg1"/>
                </a:solidFill>
              </a:defRPr>
            </a:lvl8pPr>
            <a:lvl9pPr>
              <a:buClr>
                <a:schemeClr val="bg1"/>
              </a:buClr>
              <a:defRPr>
                <a:solidFill>
                  <a:schemeClr val="bg1"/>
                </a:solidFill>
              </a:defRPr>
            </a:lvl9pPr>
          </a:lstStyle>
          <a:p>
            <a:pPr lvl="0"/>
            <a:r>
              <a:rPr lang="de-DE"/>
              <a:t>Formatvorlagen des Textmasters bearbeiten</a:t>
            </a:r>
          </a:p>
        </p:txBody>
      </p:sp>
      <p:sp>
        <p:nvSpPr>
          <p:cNvPr id="11" name="Textplatzhalter 10">
            <a:extLst>
              <a:ext uri="{FF2B5EF4-FFF2-40B4-BE49-F238E27FC236}">
                <a16:creationId xmlns:a16="http://schemas.microsoft.com/office/drawing/2014/main" id="{74F9B75C-F431-4271-A789-357B552F17EE}"/>
              </a:ext>
            </a:extLst>
          </p:cNvPr>
          <p:cNvSpPr>
            <a:spLocks noGrp="1"/>
          </p:cNvSpPr>
          <p:nvPr>
            <p:ph type="body" sz="quarter" idx="14"/>
          </p:nvPr>
        </p:nvSpPr>
        <p:spPr>
          <a:xfrm>
            <a:off x="6275388" y="1700213"/>
            <a:ext cx="5437187" cy="2777299"/>
          </a:xfrm>
        </p:spPr>
        <p:txBody>
          <a:bodyPr/>
          <a:lstStyle>
            <a:lvl5pPr>
              <a:defRPr/>
            </a:lvl5pPr>
          </a:lstStyle>
          <a:p>
            <a:pPr lvl="0"/>
            <a:r>
              <a:rPr lang="de-DE"/>
              <a:t>Formatvorlagen des Textmasters bearbeiten</a:t>
            </a:r>
          </a:p>
        </p:txBody>
      </p:sp>
      <p:sp>
        <p:nvSpPr>
          <p:cNvPr id="8" name="Datumsplatzhalter 7">
            <a:extLst>
              <a:ext uri="{FF2B5EF4-FFF2-40B4-BE49-F238E27FC236}">
                <a16:creationId xmlns:a16="http://schemas.microsoft.com/office/drawing/2014/main" id="{C7C33152-44C8-4D5F-8A14-F5A77C4509AD}"/>
              </a:ext>
            </a:extLst>
          </p:cNvPr>
          <p:cNvSpPr>
            <a:spLocks noGrp="1"/>
          </p:cNvSpPr>
          <p:nvPr>
            <p:ph type="dt" sz="half" idx="15"/>
          </p:nvPr>
        </p:nvSpPr>
        <p:spPr/>
        <p:txBody>
          <a:bodyPr/>
          <a:lstStyle/>
          <a:p>
            <a:fld id="{D4E2D0BE-C1C0-4F7D-8CA3-1AB441DBDBE6}" type="datetime1">
              <a:rPr lang="de-DE" noProof="0" smtClean="0"/>
              <a:t>13.05.2026</a:t>
            </a:fld>
            <a:endParaRPr lang="de-DE" noProof="0" dirty="0"/>
          </a:p>
        </p:txBody>
      </p:sp>
      <p:sp>
        <p:nvSpPr>
          <p:cNvPr id="10" name="Copyright Fraunhofer">
            <a:extLst>
              <a:ext uri="{FF2B5EF4-FFF2-40B4-BE49-F238E27FC236}">
                <a16:creationId xmlns:a16="http://schemas.microsoft.com/office/drawing/2014/main" id="{E4293628-7C4E-4B40-9C44-4455388844A5}"/>
              </a:ext>
            </a:extLst>
          </p:cNvPr>
          <p:cNvSpPr>
            <a:spLocks noGrp="1"/>
          </p:cNvSpPr>
          <p:nvPr>
            <p:ph type="ftr" sz="quarter" idx="16"/>
          </p:nvPr>
        </p:nvSpPr>
        <p:spPr/>
        <p:txBody>
          <a:bodyPr/>
          <a:lstStyle/>
          <a:p>
            <a:r>
              <a:rPr lang="de-DE" noProof="0"/>
              <a:t>© Fraunhofer IISB</a:t>
            </a:r>
            <a:endParaRPr lang="de-DE" noProof="0" dirty="0"/>
          </a:p>
        </p:txBody>
      </p:sp>
      <p:sp>
        <p:nvSpPr>
          <p:cNvPr id="12" name="Foliennummernplatzhalter 11">
            <a:extLst>
              <a:ext uri="{FF2B5EF4-FFF2-40B4-BE49-F238E27FC236}">
                <a16:creationId xmlns:a16="http://schemas.microsoft.com/office/drawing/2014/main" id="{82CBCEFF-ED55-43F4-840E-11635FF54F1D}"/>
              </a:ext>
            </a:extLst>
          </p:cNvPr>
          <p:cNvSpPr>
            <a:spLocks noGrp="1"/>
          </p:cNvSpPr>
          <p:nvPr>
            <p:ph type="sldNum" sz="quarter" idx="17"/>
          </p:nvPr>
        </p:nvSpPr>
        <p:spPr/>
        <p:txBody>
          <a:bodyPr/>
          <a:lstStyle/>
          <a:p>
            <a:r>
              <a:rPr lang="de-DE" noProof="0"/>
              <a:t>Seite</a:t>
            </a:r>
            <a:r>
              <a:rPr lang="en-US"/>
              <a:t> </a:t>
            </a:r>
            <a:fld id="{401BA3E4-5E55-4F99-AF09-CC6D6B2539E2}" type="slidenum">
              <a:rPr lang="en-US" smtClean="0"/>
              <a:pPr/>
              <a:t>‹Nr.›</a:t>
            </a:fld>
            <a:endParaRPr lang="en-US" dirty="0"/>
          </a:p>
        </p:txBody>
      </p:sp>
      <p:sp>
        <p:nvSpPr>
          <p:cNvPr id="4" name="Textplatzhalter 3">
            <a:extLst>
              <a:ext uri="{FF2B5EF4-FFF2-40B4-BE49-F238E27FC236}">
                <a16:creationId xmlns:a16="http://schemas.microsoft.com/office/drawing/2014/main" id="{870EAC44-6B23-48D7-9382-254ECE95C3B7}"/>
              </a:ext>
            </a:extLst>
          </p:cNvPr>
          <p:cNvSpPr>
            <a:spLocks noGrp="1"/>
          </p:cNvSpPr>
          <p:nvPr>
            <p:ph type="body" sz="quarter" idx="18" hasCustomPrompt="1"/>
          </p:nvPr>
        </p:nvSpPr>
        <p:spPr>
          <a:xfrm>
            <a:off x="479425" y="778321"/>
            <a:ext cx="11233150" cy="319318"/>
          </a:xfrm>
        </p:spPr>
        <p:txBody>
          <a:bodyPr/>
          <a:lstStyle>
            <a:lvl1pPr>
              <a:defRPr sz="2000">
                <a:solidFill>
                  <a:schemeClr val="accent2"/>
                </a:solidFill>
                <a:latin typeface="+mn-lt"/>
              </a:defRPr>
            </a:lvl1pPr>
          </a:lstStyle>
          <a:p>
            <a:pPr lvl="0"/>
            <a:r>
              <a:rPr lang="de-DE" dirty="0" err="1"/>
              <a:t>Subline</a:t>
            </a:r>
            <a:endParaRPr lang="en-US" dirty="0"/>
          </a:p>
        </p:txBody>
      </p:sp>
    </p:spTree>
    <p:extLst>
      <p:ext uri="{BB962C8B-B14F-4D97-AF65-F5344CB8AC3E}">
        <p14:creationId xmlns:p14="http://schemas.microsoft.com/office/powerpoint/2010/main" val="180286515"/>
      </p:ext>
    </p:extLst>
  </p:cSld>
  <p:clrMapOvr>
    <a:masterClrMapping/>
  </p:clrMapOvr>
  <p:extLst>
    <p:ext uri="{DCECCB84-F9BA-43D5-87BE-67443E8EF086}">
      <p15:sldGuideLst xmlns:p15="http://schemas.microsoft.com/office/powerpoint/2012/main">
        <p15:guide id="1" pos="3953" userDrawn="1">
          <p15:clr>
            <a:srgbClr val="FBAE40"/>
          </p15:clr>
        </p15:guide>
        <p15:guide id="2" pos="3727"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Zitat hell">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BAB6549-3007-4962-B8D4-52ECE4823118}"/>
              </a:ext>
            </a:extLst>
          </p:cNvPr>
          <p:cNvGraphicFramePr>
            <a:graphicFrameLocks noChangeAspect="1"/>
          </p:cNvGraphicFramePr>
          <p:nvPr userDrawn="1">
            <p:custDataLst>
              <p:tags r:id="rId1"/>
            </p:custDataLst>
            <p:extLst>
              <p:ext uri="{D42A27DB-BD31-4B8C-83A1-F6EECF244321}">
                <p14:modId xmlns:p14="http://schemas.microsoft.com/office/powerpoint/2010/main" val="37518240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2" name="Rechteck 21">
            <a:extLst>
              <a:ext uri="{FF2B5EF4-FFF2-40B4-BE49-F238E27FC236}">
                <a16:creationId xmlns:a16="http://schemas.microsoft.com/office/drawing/2014/main" id="{30FDEE22-4D74-4924-86C5-CF41B7A9F583}"/>
              </a:ext>
            </a:extLst>
          </p:cNvPr>
          <p:cNvSpPr/>
          <p:nvPr userDrawn="1"/>
        </p:nvSpPr>
        <p:spPr bwMode="gray">
          <a:xfrm>
            <a:off x="479425" y="1206230"/>
            <a:ext cx="473886" cy="87549"/>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marL="180000" indent="-180000" algn="l">
              <a:lnSpc>
                <a:spcPts val="1960"/>
              </a:lnSpc>
              <a:buClr>
                <a:schemeClr val="accent1"/>
              </a:buClr>
              <a:buFont typeface="Wingdings" panose="05000000000000000000" pitchFamily="2" charset="2"/>
              <a:buChar char="§"/>
            </a:pPr>
            <a:endParaRPr lang="en-US" sz="1400" dirty="0">
              <a:solidFill>
                <a:schemeClr val="tx1"/>
              </a:solidFill>
            </a:endParaRPr>
          </a:p>
        </p:txBody>
      </p:sp>
      <p:cxnSp>
        <p:nvCxnSpPr>
          <p:cNvPr id="15" name="Gerader Verbinder 14">
            <a:extLst>
              <a:ext uri="{FF2B5EF4-FFF2-40B4-BE49-F238E27FC236}">
                <a16:creationId xmlns:a16="http://schemas.microsoft.com/office/drawing/2014/main" id="{CABC3893-E6D0-4680-9CDB-B7D76C158179}"/>
              </a:ext>
            </a:extLst>
          </p:cNvPr>
          <p:cNvCxnSpPr/>
          <p:nvPr userDrawn="1"/>
        </p:nvCxnSpPr>
        <p:spPr>
          <a:xfrm>
            <a:off x="0" y="6143625"/>
            <a:ext cx="12192000"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
        <p:nvSpPr>
          <p:cNvPr id="32" name="Textplatzhalter 31">
            <a:extLst>
              <a:ext uri="{FF2B5EF4-FFF2-40B4-BE49-F238E27FC236}">
                <a16:creationId xmlns:a16="http://schemas.microsoft.com/office/drawing/2014/main" id="{19260903-BB55-4E18-8A26-9490D566EEA9}"/>
              </a:ext>
            </a:extLst>
          </p:cNvPr>
          <p:cNvSpPr>
            <a:spLocks noGrp="1"/>
          </p:cNvSpPr>
          <p:nvPr>
            <p:ph type="body" sz="quarter" idx="13" hasCustomPrompt="1"/>
          </p:nvPr>
        </p:nvSpPr>
        <p:spPr>
          <a:xfrm>
            <a:off x="479425" y="1826785"/>
            <a:ext cx="11233150" cy="1205330"/>
          </a:xfrm>
        </p:spPr>
        <p:txBody>
          <a:bodyPr/>
          <a:lstStyle>
            <a:lvl1pPr>
              <a:lnSpc>
                <a:spcPct val="110000"/>
              </a:lnSpc>
              <a:spcAft>
                <a:spcPts val="0"/>
              </a:spcAft>
              <a:defRPr sz="4400">
                <a:solidFill>
                  <a:schemeClr val="accent2"/>
                </a:solidFill>
                <a:latin typeface="Frutiger LT Com 65 Bold" panose="020B0803030504020204" pitchFamily="34" charset="0"/>
              </a:defRPr>
            </a:lvl1pPr>
            <a:lvl2pPr algn="r">
              <a:lnSpc>
                <a:spcPct val="110000"/>
              </a:lnSpc>
              <a:spcAft>
                <a:spcPts val="0"/>
              </a:spcAft>
              <a:defRPr sz="1400">
                <a:solidFill>
                  <a:schemeClr val="accent2"/>
                </a:solidFill>
                <a:latin typeface="+mj-lt"/>
              </a:defRPr>
            </a:lvl2pPr>
            <a:lvl3pPr algn="r">
              <a:lnSpc>
                <a:spcPct val="110000"/>
              </a:lnSpc>
              <a:spcAft>
                <a:spcPts val="0"/>
              </a:spcAft>
              <a:defRPr b="0">
                <a:solidFill>
                  <a:schemeClr val="accent2"/>
                </a:solidFill>
                <a:latin typeface="+mn-lt"/>
              </a:defRPr>
            </a:lvl3pPr>
            <a:lvl4pPr marL="0" indent="0" algn="r">
              <a:lnSpc>
                <a:spcPct val="110000"/>
              </a:lnSpc>
              <a:buNone/>
              <a:defRPr>
                <a:solidFill>
                  <a:schemeClr val="accent2"/>
                </a:solidFill>
              </a:defRPr>
            </a:lvl4pPr>
          </a:lstStyle>
          <a:p>
            <a:pPr lvl="0"/>
            <a:r>
              <a:rPr lang="de-DE" dirty="0"/>
              <a:t>Zitat</a:t>
            </a:r>
          </a:p>
          <a:p>
            <a:pPr lvl="1"/>
            <a:r>
              <a:rPr lang="de-DE" dirty="0"/>
              <a:t>Name des Autors</a:t>
            </a:r>
          </a:p>
          <a:p>
            <a:pPr lvl="2"/>
            <a:r>
              <a:rPr lang="de-DE" dirty="0"/>
              <a:t>Position</a:t>
            </a:r>
          </a:p>
        </p:txBody>
      </p:sp>
      <p:grpSp>
        <p:nvGrpSpPr>
          <p:cNvPr id="20" name="Gruppieren 19">
            <a:extLst>
              <a:ext uri="{FF2B5EF4-FFF2-40B4-BE49-F238E27FC236}">
                <a16:creationId xmlns:a16="http://schemas.microsoft.com/office/drawing/2014/main" id="{B30F5BB5-7863-4504-94A4-F39A72E20BF2}"/>
              </a:ext>
            </a:extLst>
          </p:cNvPr>
          <p:cNvGrpSpPr/>
          <p:nvPr userDrawn="1"/>
        </p:nvGrpSpPr>
        <p:grpSpPr>
          <a:xfrm>
            <a:off x="621507" y="476249"/>
            <a:ext cx="1266824" cy="1028701"/>
            <a:chOff x="621507" y="476249"/>
            <a:chExt cx="1266824" cy="1028701"/>
          </a:xfrm>
        </p:grpSpPr>
        <p:sp>
          <p:nvSpPr>
            <p:cNvPr id="3" name="Pfeil: Chevron 2">
              <a:extLst>
                <a:ext uri="{FF2B5EF4-FFF2-40B4-BE49-F238E27FC236}">
                  <a16:creationId xmlns:a16="http://schemas.microsoft.com/office/drawing/2014/main" id="{80955E3B-8357-4836-8592-3039D01F1391}"/>
                </a:ext>
              </a:extLst>
            </p:cNvPr>
            <p:cNvSpPr/>
            <p:nvPr userDrawn="1"/>
          </p:nvSpPr>
          <p:spPr>
            <a:xfrm>
              <a:off x="621507" y="476249"/>
              <a:ext cx="671512" cy="1028701"/>
            </a:xfrm>
            <a:prstGeom prst="chevron">
              <a:avLst>
                <a:gd name="adj" fmla="val 42908"/>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marL="180000" indent="-180000" algn="l">
                <a:lnSpc>
                  <a:spcPts val="1960"/>
                </a:lnSpc>
                <a:buClr>
                  <a:schemeClr val="accent1"/>
                </a:buClr>
                <a:buFont typeface="Wingdings" panose="05000000000000000000" pitchFamily="2" charset="2"/>
                <a:buChar char="§"/>
              </a:pPr>
              <a:endParaRPr lang="en-US" sz="1400" dirty="0">
                <a:solidFill>
                  <a:schemeClr val="tx1"/>
                </a:solidFill>
              </a:endParaRPr>
            </a:p>
          </p:txBody>
        </p:sp>
        <p:sp>
          <p:nvSpPr>
            <p:cNvPr id="19" name="Pfeil: Chevron 18">
              <a:extLst>
                <a:ext uri="{FF2B5EF4-FFF2-40B4-BE49-F238E27FC236}">
                  <a16:creationId xmlns:a16="http://schemas.microsoft.com/office/drawing/2014/main" id="{8245CA0A-C731-43B3-A4D1-99935FA2DE2F}"/>
                </a:ext>
              </a:extLst>
            </p:cNvPr>
            <p:cNvSpPr/>
            <p:nvPr userDrawn="1"/>
          </p:nvSpPr>
          <p:spPr>
            <a:xfrm>
              <a:off x="1216819" y="476249"/>
              <a:ext cx="671512" cy="1028701"/>
            </a:xfrm>
            <a:prstGeom prst="chevron">
              <a:avLst>
                <a:gd name="adj" fmla="val 42908"/>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marL="180000" indent="-180000" algn="l">
                <a:lnSpc>
                  <a:spcPts val="1960"/>
                </a:lnSpc>
                <a:buClr>
                  <a:schemeClr val="accent1"/>
                </a:buClr>
                <a:buFont typeface="Wingdings" panose="05000000000000000000" pitchFamily="2" charset="2"/>
                <a:buChar char="§"/>
              </a:pPr>
              <a:endParaRPr lang="en-US" sz="1400" dirty="0">
                <a:solidFill>
                  <a:schemeClr val="tx1"/>
                </a:solidFill>
              </a:endParaRPr>
            </a:p>
          </p:txBody>
        </p:sp>
      </p:grpSp>
      <p:sp>
        <p:nvSpPr>
          <p:cNvPr id="4" name="Datumsplatzhalter 3">
            <a:extLst>
              <a:ext uri="{FF2B5EF4-FFF2-40B4-BE49-F238E27FC236}">
                <a16:creationId xmlns:a16="http://schemas.microsoft.com/office/drawing/2014/main" id="{B2285A88-12D6-4461-A4C7-1D177C10FE40}"/>
              </a:ext>
            </a:extLst>
          </p:cNvPr>
          <p:cNvSpPr>
            <a:spLocks noGrp="1"/>
          </p:cNvSpPr>
          <p:nvPr>
            <p:ph type="dt" sz="half" idx="14"/>
          </p:nvPr>
        </p:nvSpPr>
        <p:spPr/>
        <p:txBody>
          <a:bodyPr/>
          <a:lstStyle/>
          <a:p>
            <a:fld id="{18404E2F-0DC3-491D-BBFF-E567024868D0}" type="datetime1">
              <a:rPr lang="de-DE" noProof="0" smtClean="0"/>
              <a:t>13.05.2026</a:t>
            </a:fld>
            <a:endParaRPr lang="de-DE" noProof="0" dirty="0"/>
          </a:p>
        </p:txBody>
      </p:sp>
      <p:sp>
        <p:nvSpPr>
          <p:cNvPr id="5" name="Fußzeilenplatzhalter 4">
            <a:extLst>
              <a:ext uri="{FF2B5EF4-FFF2-40B4-BE49-F238E27FC236}">
                <a16:creationId xmlns:a16="http://schemas.microsoft.com/office/drawing/2014/main" id="{498C3B39-287A-4DC2-86D1-47762D2F8296}"/>
              </a:ext>
            </a:extLst>
          </p:cNvPr>
          <p:cNvSpPr>
            <a:spLocks noGrp="1"/>
          </p:cNvSpPr>
          <p:nvPr>
            <p:ph type="ftr" sz="quarter" idx="15"/>
          </p:nvPr>
        </p:nvSpPr>
        <p:spPr/>
        <p:txBody>
          <a:bodyPr/>
          <a:lstStyle/>
          <a:p>
            <a:r>
              <a:rPr lang="de-DE" noProof="0"/>
              <a:t>© Fraunhofer IISB</a:t>
            </a:r>
            <a:endParaRPr lang="de-DE" noProof="0" dirty="0"/>
          </a:p>
        </p:txBody>
      </p:sp>
      <p:sp>
        <p:nvSpPr>
          <p:cNvPr id="21" name="Foliennummernplatzhalter 20">
            <a:extLst>
              <a:ext uri="{FF2B5EF4-FFF2-40B4-BE49-F238E27FC236}">
                <a16:creationId xmlns:a16="http://schemas.microsoft.com/office/drawing/2014/main" id="{A36F7860-0DEC-4D26-A4CA-9345FD189675}"/>
              </a:ext>
            </a:extLst>
          </p:cNvPr>
          <p:cNvSpPr>
            <a:spLocks noGrp="1"/>
          </p:cNvSpPr>
          <p:nvPr>
            <p:ph type="sldNum" sz="quarter" idx="16"/>
          </p:nvPr>
        </p:nvSpPr>
        <p:spPr/>
        <p:txBody>
          <a:bodyPr/>
          <a:lstStyle/>
          <a:p>
            <a:r>
              <a:rPr lang="de-DE" noProof="0"/>
              <a:t>Seite</a:t>
            </a:r>
            <a:r>
              <a:rPr lang="en-US"/>
              <a:t> </a:t>
            </a:r>
            <a:fld id="{401BA3E4-5E55-4F99-AF09-CC6D6B2539E2}" type="slidenum">
              <a:rPr lang="en-US" smtClean="0"/>
              <a:pPr/>
              <a:t>‹Nr.›</a:t>
            </a:fld>
            <a:endParaRPr lang="en-US" dirty="0"/>
          </a:p>
        </p:txBody>
      </p:sp>
    </p:spTree>
    <p:extLst>
      <p:ext uri="{BB962C8B-B14F-4D97-AF65-F5344CB8AC3E}">
        <p14:creationId xmlns:p14="http://schemas.microsoft.com/office/powerpoint/2010/main" val="33937221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Zitat dunkel">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BAB6549-3007-4962-B8D4-52ECE4823118}"/>
              </a:ext>
            </a:extLst>
          </p:cNvPr>
          <p:cNvGraphicFramePr>
            <a:graphicFrameLocks noChangeAspect="1"/>
          </p:cNvGraphicFramePr>
          <p:nvPr userDrawn="1">
            <p:custDataLst>
              <p:tags r:id="rId1"/>
            </p:custDataLst>
            <p:extLst>
              <p:ext uri="{D42A27DB-BD31-4B8C-83A1-F6EECF244321}">
                <p14:modId xmlns:p14="http://schemas.microsoft.com/office/powerpoint/2010/main" val="9055748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6" name="Objekt 5" hidden="1">
                        <a:extLst>
                          <a:ext uri="{FF2B5EF4-FFF2-40B4-BE49-F238E27FC236}">
                            <a16:creationId xmlns:a16="http://schemas.microsoft.com/office/drawing/2014/main" id="{5BAB6549-3007-4962-B8D4-52ECE482311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15" name="Gerader Verbinder 14">
            <a:extLst>
              <a:ext uri="{FF2B5EF4-FFF2-40B4-BE49-F238E27FC236}">
                <a16:creationId xmlns:a16="http://schemas.microsoft.com/office/drawing/2014/main" id="{CABC3893-E6D0-4680-9CDB-B7D76C158179}"/>
              </a:ext>
            </a:extLst>
          </p:cNvPr>
          <p:cNvCxnSpPr/>
          <p:nvPr userDrawn="1"/>
        </p:nvCxnSpPr>
        <p:spPr>
          <a:xfrm>
            <a:off x="0" y="6143625"/>
            <a:ext cx="12192000"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pic>
        <p:nvPicPr>
          <p:cNvPr id="19" name="Grafik 18">
            <a:extLst>
              <a:ext uri="{FF2B5EF4-FFF2-40B4-BE49-F238E27FC236}">
                <a16:creationId xmlns:a16="http://schemas.microsoft.com/office/drawing/2014/main" id="{A5AD49B5-73A6-4C2A-8588-DD0F894360C9}"/>
              </a:ext>
            </a:extLst>
          </p:cNvPr>
          <p:cNvPicPr>
            <a:picLocks noChangeAspect="1"/>
          </p:cNvPicPr>
          <p:nvPr userDrawn="1"/>
        </p:nvPicPr>
        <p:blipFill rotWithShape="1">
          <a:blip r:embed="rId5"/>
          <a:srcRect t="10015" b="18624"/>
          <a:stretch/>
        </p:blipFill>
        <p:spPr>
          <a:xfrm>
            <a:off x="0" y="2"/>
            <a:ext cx="12192000" cy="6150768"/>
          </a:xfrm>
          <a:prstGeom prst="rect">
            <a:avLst/>
          </a:prstGeom>
        </p:spPr>
      </p:pic>
      <p:sp>
        <p:nvSpPr>
          <p:cNvPr id="32" name="Textplatzhalter 31">
            <a:extLst>
              <a:ext uri="{FF2B5EF4-FFF2-40B4-BE49-F238E27FC236}">
                <a16:creationId xmlns:a16="http://schemas.microsoft.com/office/drawing/2014/main" id="{19260903-BB55-4E18-8A26-9490D566EEA9}"/>
              </a:ext>
            </a:extLst>
          </p:cNvPr>
          <p:cNvSpPr>
            <a:spLocks noGrp="1"/>
          </p:cNvSpPr>
          <p:nvPr>
            <p:ph type="body" sz="quarter" idx="13" hasCustomPrompt="1"/>
          </p:nvPr>
        </p:nvSpPr>
        <p:spPr>
          <a:xfrm>
            <a:off x="479425" y="1826785"/>
            <a:ext cx="11233150" cy="1205330"/>
          </a:xfrm>
        </p:spPr>
        <p:txBody>
          <a:bodyPr/>
          <a:lstStyle>
            <a:lvl1pPr>
              <a:lnSpc>
                <a:spcPct val="110000"/>
              </a:lnSpc>
              <a:spcAft>
                <a:spcPts val="0"/>
              </a:spcAft>
              <a:defRPr sz="4400">
                <a:solidFill>
                  <a:schemeClr val="bg1"/>
                </a:solidFill>
                <a:latin typeface="Frutiger LT Com 65 Bold" panose="020B0803030504020204" pitchFamily="34" charset="0"/>
              </a:defRPr>
            </a:lvl1pPr>
            <a:lvl2pPr algn="r">
              <a:lnSpc>
                <a:spcPct val="110000"/>
              </a:lnSpc>
              <a:spcAft>
                <a:spcPts val="0"/>
              </a:spcAft>
              <a:defRPr sz="1400">
                <a:solidFill>
                  <a:schemeClr val="bg1"/>
                </a:solidFill>
                <a:latin typeface="+mj-lt"/>
              </a:defRPr>
            </a:lvl2pPr>
            <a:lvl3pPr algn="r">
              <a:lnSpc>
                <a:spcPct val="110000"/>
              </a:lnSpc>
              <a:spcAft>
                <a:spcPts val="0"/>
              </a:spcAft>
              <a:defRPr>
                <a:solidFill>
                  <a:schemeClr val="bg1"/>
                </a:solidFill>
                <a:latin typeface="+mn-lt"/>
              </a:defRPr>
            </a:lvl3pPr>
            <a:lvl4pPr marL="0" indent="0" algn="r">
              <a:lnSpc>
                <a:spcPct val="110000"/>
              </a:lnSpc>
              <a:buNone/>
              <a:defRPr>
                <a:solidFill>
                  <a:schemeClr val="bg1"/>
                </a:solidFill>
              </a:defRPr>
            </a:lvl4pPr>
          </a:lstStyle>
          <a:p>
            <a:pPr lvl="0"/>
            <a:r>
              <a:rPr lang="de-DE" dirty="0"/>
              <a:t>Zitat</a:t>
            </a:r>
          </a:p>
          <a:p>
            <a:pPr lvl="1"/>
            <a:r>
              <a:rPr lang="de-DE" dirty="0"/>
              <a:t>Name des Autors</a:t>
            </a:r>
          </a:p>
          <a:p>
            <a:pPr lvl="2"/>
            <a:r>
              <a:rPr lang="de-DE" dirty="0"/>
              <a:t>Position</a:t>
            </a:r>
          </a:p>
        </p:txBody>
      </p:sp>
      <p:sp>
        <p:nvSpPr>
          <p:cNvPr id="2" name="Datumsplatzhalter 1">
            <a:extLst>
              <a:ext uri="{FF2B5EF4-FFF2-40B4-BE49-F238E27FC236}">
                <a16:creationId xmlns:a16="http://schemas.microsoft.com/office/drawing/2014/main" id="{EFE2E23E-A04B-4A3C-9731-269F09B3618B}"/>
              </a:ext>
            </a:extLst>
          </p:cNvPr>
          <p:cNvSpPr>
            <a:spLocks noGrp="1"/>
          </p:cNvSpPr>
          <p:nvPr>
            <p:ph type="dt" sz="half" idx="14"/>
          </p:nvPr>
        </p:nvSpPr>
        <p:spPr/>
        <p:txBody>
          <a:bodyPr/>
          <a:lstStyle/>
          <a:p>
            <a:fld id="{9DE324B6-D7C2-429F-9563-54E4F47990AC}" type="datetime1">
              <a:rPr lang="de-DE" noProof="0" smtClean="0"/>
              <a:t>13.05.2026</a:t>
            </a:fld>
            <a:endParaRPr lang="de-DE" noProof="0" dirty="0"/>
          </a:p>
        </p:txBody>
      </p:sp>
      <p:sp>
        <p:nvSpPr>
          <p:cNvPr id="17" name="Copyright Fraunhofer">
            <a:extLst>
              <a:ext uri="{FF2B5EF4-FFF2-40B4-BE49-F238E27FC236}">
                <a16:creationId xmlns:a16="http://schemas.microsoft.com/office/drawing/2014/main" id="{7BF1A88B-92B6-448D-B293-70A607B26511}"/>
              </a:ext>
            </a:extLst>
          </p:cNvPr>
          <p:cNvSpPr>
            <a:spLocks noGrp="1"/>
          </p:cNvSpPr>
          <p:nvPr>
            <p:ph type="ftr" sz="quarter" idx="15"/>
          </p:nvPr>
        </p:nvSpPr>
        <p:spPr/>
        <p:txBody>
          <a:bodyPr/>
          <a:lstStyle/>
          <a:p>
            <a:r>
              <a:rPr lang="de-DE" noProof="0"/>
              <a:t>© Fraunhofer IISB</a:t>
            </a:r>
            <a:endParaRPr lang="de-DE" noProof="0" dirty="0"/>
          </a:p>
        </p:txBody>
      </p:sp>
      <p:sp>
        <p:nvSpPr>
          <p:cNvPr id="18" name="Foliennummernplatzhalter 17">
            <a:extLst>
              <a:ext uri="{FF2B5EF4-FFF2-40B4-BE49-F238E27FC236}">
                <a16:creationId xmlns:a16="http://schemas.microsoft.com/office/drawing/2014/main" id="{9320B56D-3BA0-4D7D-91B3-67F9A11E4A79}"/>
              </a:ext>
            </a:extLst>
          </p:cNvPr>
          <p:cNvSpPr>
            <a:spLocks noGrp="1"/>
          </p:cNvSpPr>
          <p:nvPr>
            <p:ph type="sldNum" sz="quarter" idx="16"/>
          </p:nvPr>
        </p:nvSpPr>
        <p:spPr/>
        <p:txBody>
          <a:bodyPr/>
          <a:lstStyle/>
          <a:p>
            <a:r>
              <a:rPr lang="de-DE" noProof="0"/>
              <a:t>Seite</a:t>
            </a:r>
            <a:r>
              <a:rPr lang="en-US"/>
              <a:t> </a:t>
            </a:r>
            <a:fld id="{401BA3E4-5E55-4F99-AF09-CC6D6B2539E2}" type="slidenum">
              <a:rPr lang="en-US" smtClean="0"/>
              <a:pPr/>
              <a:t>‹Nr.›</a:t>
            </a:fld>
            <a:endParaRPr lang="en-US" dirty="0"/>
          </a:p>
        </p:txBody>
      </p:sp>
      <p:grpSp>
        <p:nvGrpSpPr>
          <p:cNvPr id="20" name="Gruppieren 19">
            <a:extLst>
              <a:ext uri="{FF2B5EF4-FFF2-40B4-BE49-F238E27FC236}">
                <a16:creationId xmlns:a16="http://schemas.microsoft.com/office/drawing/2014/main" id="{942B2AF3-B72B-4E51-98E8-276E33E081FB}"/>
              </a:ext>
            </a:extLst>
          </p:cNvPr>
          <p:cNvGrpSpPr/>
          <p:nvPr userDrawn="1"/>
        </p:nvGrpSpPr>
        <p:grpSpPr>
          <a:xfrm>
            <a:off x="621507" y="476249"/>
            <a:ext cx="1266824" cy="1028701"/>
            <a:chOff x="621507" y="476249"/>
            <a:chExt cx="1266824" cy="1028701"/>
          </a:xfrm>
          <a:solidFill>
            <a:schemeClr val="bg1"/>
          </a:solidFill>
        </p:grpSpPr>
        <p:sp>
          <p:nvSpPr>
            <p:cNvPr id="21" name="Pfeil: Chevron 20">
              <a:extLst>
                <a:ext uri="{FF2B5EF4-FFF2-40B4-BE49-F238E27FC236}">
                  <a16:creationId xmlns:a16="http://schemas.microsoft.com/office/drawing/2014/main" id="{A9E48764-AC81-446C-B62C-88A8F03B3803}"/>
                </a:ext>
              </a:extLst>
            </p:cNvPr>
            <p:cNvSpPr/>
            <p:nvPr userDrawn="1"/>
          </p:nvSpPr>
          <p:spPr>
            <a:xfrm>
              <a:off x="621507" y="476249"/>
              <a:ext cx="671512" cy="1028701"/>
            </a:xfrm>
            <a:prstGeom prst="chevron">
              <a:avLst>
                <a:gd name="adj" fmla="val 42908"/>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marL="180000" indent="-180000" algn="l">
                <a:lnSpc>
                  <a:spcPts val="1960"/>
                </a:lnSpc>
                <a:buClr>
                  <a:schemeClr val="accent1"/>
                </a:buClr>
                <a:buFont typeface="Wingdings" panose="05000000000000000000" pitchFamily="2" charset="2"/>
                <a:buChar char="§"/>
              </a:pPr>
              <a:endParaRPr lang="en-US" sz="1400" dirty="0">
                <a:solidFill>
                  <a:schemeClr val="tx1"/>
                </a:solidFill>
              </a:endParaRPr>
            </a:p>
          </p:txBody>
        </p:sp>
        <p:sp>
          <p:nvSpPr>
            <p:cNvPr id="22" name="Pfeil: Chevron 21">
              <a:extLst>
                <a:ext uri="{FF2B5EF4-FFF2-40B4-BE49-F238E27FC236}">
                  <a16:creationId xmlns:a16="http://schemas.microsoft.com/office/drawing/2014/main" id="{14C3BCAC-351B-4AFA-8D18-F61D609E40E4}"/>
                </a:ext>
              </a:extLst>
            </p:cNvPr>
            <p:cNvSpPr/>
            <p:nvPr userDrawn="1"/>
          </p:nvSpPr>
          <p:spPr>
            <a:xfrm>
              <a:off x="1216819" y="476249"/>
              <a:ext cx="671512" cy="1028701"/>
            </a:xfrm>
            <a:prstGeom prst="chevron">
              <a:avLst>
                <a:gd name="adj" fmla="val 42908"/>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marL="180000" indent="-180000" algn="l">
                <a:lnSpc>
                  <a:spcPts val="1960"/>
                </a:lnSpc>
                <a:buClr>
                  <a:schemeClr val="accent1"/>
                </a:buClr>
                <a:buFont typeface="Wingdings" panose="05000000000000000000" pitchFamily="2" charset="2"/>
                <a:buChar char="§"/>
              </a:pPr>
              <a:endParaRPr lang="en-US" sz="1400" dirty="0">
                <a:solidFill>
                  <a:schemeClr val="tx1"/>
                </a:solidFill>
              </a:endParaRPr>
            </a:p>
          </p:txBody>
        </p:sp>
      </p:grpSp>
    </p:spTree>
    <p:extLst>
      <p:ext uri="{BB962C8B-B14F-4D97-AF65-F5344CB8AC3E}">
        <p14:creationId xmlns:p14="http://schemas.microsoft.com/office/powerpoint/2010/main" val="15861624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Kontaktfolie – Bild vollflächig">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37086670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13" name="Objekt 12" hidden="1">
                        <a:extLst>
                          <a:ext uri="{FF2B5EF4-FFF2-40B4-BE49-F238E27FC236}">
                            <a16:creationId xmlns:a16="http://schemas.microsoft.com/office/drawing/2014/main" id="{FA62D198-8DCD-43B1-ADA0-82CB261CFE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a:extLst>
              <a:ext uri="{FF2B5EF4-FFF2-40B4-BE49-F238E27FC236}">
                <a16:creationId xmlns:a16="http://schemas.microsoft.com/office/drawing/2014/main" id="{6B002FD9-AF19-4ED6-84E1-C634A79B2BA2}"/>
              </a:ext>
            </a:extLst>
          </p:cNvPr>
          <p:cNvSpPr>
            <a:spLocks noGrp="1"/>
          </p:cNvSpPr>
          <p:nvPr>
            <p:ph type="pic" sz="quarter" idx="10"/>
          </p:nvPr>
        </p:nvSpPr>
        <p:spPr>
          <a:xfrm>
            <a:off x="0" y="0"/>
            <a:ext cx="12192000" cy="6858000"/>
          </a:xfrm>
          <a:solidFill>
            <a:schemeClr val="bg2">
              <a:lumMod val="20000"/>
              <a:lumOff val="80000"/>
            </a:schemeClr>
          </a:solidFill>
        </p:spPr>
        <p:txBody>
          <a:bodyPr>
            <a:noAutofit/>
          </a:bodyPr>
          <a:lstStyle>
            <a:lvl1pPr>
              <a:defRPr>
                <a:solidFill>
                  <a:schemeClr val="bg1"/>
                </a:solidFill>
              </a:defRPr>
            </a:lvl1pPr>
          </a:lstStyle>
          <a:p>
            <a:r>
              <a:rPr lang="de-DE"/>
              <a:t>Bild durch Klicken auf Symbol hinzufügen</a:t>
            </a:r>
            <a:endParaRPr lang="en-US" dirty="0"/>
          </a:p>
        </p:txBody>
      </p:sp>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1" y="2952020"/>
            <a:ext cx="5916612" cy="3388337"/>
          </a:xfrm>
          <a:gradFill flip="none" rotWithShape="1">
            <a:gsLst>
              <a:gs pos="34114">
                <a:srgbClr val="00779A"/>
              </a:gs>
              <a:gs pos="0">
                <a:srgbClr val="014A6B">
                  <a:alpha val="95000"/>
                </a:srgbClr>
              </a:gs>
              <a:gs pos="74000">
                <a:schemeClr val="accent5">
                  <a:lumMod val="90000"/>
                  <a:lumOff val="10000"/>
                  <a:alpha val="95000"/>
                </a:schemeClr>
              </a:gs>
              <a:gs pos="100000">
                <a:srgbClr val="09B2AC">
                  <a:alpha val="95000"/>
                </a:srgbClr>
              </a:gs>
            </a:gsLst>
            <a:path path="circle">
              <a:fillToRect r="100000" b="100000"/>
            </a:path>
            <a:tileRect l="-100000" t="-100000"/>
          </a:gradFill>
        </p:spPr>
        <p:txBody>
          <a:bodyPr lIns="486000" tIns="360000" rIns="360000" bIns="360000" anchor="t">
            <a:spAutoFit/>
          </a:bodyPr>
          <a:lstStyle>
            <a:lvl1pPr>
              <a:lnSpc>
                <a:spcPct val="110000"/>
              </a:lnSpc>
              <a:spcAft>
                <a:spcPts val="0"/>
              </a:spcAft>
              <a:defRPr sz="3200" b="0">
                <a:solidFill>
                  <a:schemeClr val="bg1"/>
                </a:solidFill>
                <a:latin typeface="+mn-lt"/>
              </a:defRPr>
            </a:lvl1pPr>
            <a:lvl2pPr>
              <a:lnSpc>
                <a:spcPts val="3500"/>
              </a:lnSpc>
              <a:spcAft>
                <a:spcPts val="1600"/>
              </a:spcAft>
              <a:defRPr sz="4160" b="0">
                <a:solidFill>
                  <a:schemeClr val="bg1"/>
                </a:solidFill>
                <a:latin typeface="Frutiger LT Com 75 Black" panose="020B0A03040504030204" pitchFamily="34" charset="0"/>
              </a:defRPr>
            </a:lvl2pPr>
            <a:lvl3pPr>
              <a:lnSpc>
                <a:spcPct val="110000"/>
              </a:lnSpc>
              <a:spcAft>
                <a:spcPts val="0"/>
              </a:spcAft>
              <a:defRPr sz="1600" b="0">
                <a:solidFill>
                  <a:schemeClr val="bg1"/>
                </a:solidFill>
                <a:latin typeface="+mj-lt"/>
              </a:defRPr>
            </a:lvl3pPr>
            <a:lvl4pPr marL="0" indent="0">
              <a:lnSpc>
                <a:spcPts val="2080"/>
              </a:lnSpc>
              <a:spcBef>
                <a:spcPts val="2080"/>
              </a:spcBef>
              <a:spcAft>
                <a:spcPts val="0"/>
              </a:spcAft>
              <a:buNone/>
              <a:defRPr>
                <a:solidFill>
                  <a:schemeClr val="bg1"/>
                </a:solidFill>
              </a:defRPr>
            </a:lvl4pPr>
            <a:lvl5pPr>
              <a:spcAft>
                <a:spcPts val="0"/>
              </a:spcAft>
              <a:defRPr/>
            </a:lvl5pPr>
          </a:lstStyle>
          <a:p>
            <a:pPr lvl="0"/>
            <a:r>
              <a:rPr lang="de-DE" dirty="0"/>
              <a:t>Kontakt</a:t>
            </a:r>
          </a:p>
          <a:p>
            <a:pPr lvl="1"/>
            <a:r>
              <a:rPr lang="de-DE" dirty="0"/>
              <a:t>—</a:t>
            </a:r>
          </a:p>
          <a:p>
            <a:pPr lvl="2"/>
            <a:r>
              <a:rPr lang="de-DE" dirty="0"/>
              <a:t>Titel Vorname Name</a:t>
            </a:r>
          </a:p>
          <a:p>
            <a:pPr lvl="2"/>
            <a:r>
              <a:rPr lang="de-DE" dirty="0"/>
              <a:t>Geschäftsbereich XXX</a:t>
            </a:r>
          </a:p>
          <a:p>
            <a:pPr lvl="2"/>
            <a:r>
              <a:rPr lang="de-DE" dirty="0"/>
              <a:t>Tel. +49 12 3456-XXXX</a:t>
            </a:r>
          </a:p>
          <a:p>
            <a:pPr lvl="2"/>
            <a:r>
              <a:rPr lang="de-DE" dirty="0"/>
              <a:t>Fax +49 12 3456-XXXX</a:t>
            </a:r>
          </a:p>
          <a:p>
            <a:pPr lvl="2"/>
            <a:r>
              <a:rPr lang="de-DE" dirty="0"/>
              <a:t>vorname.name@fraunhofer.de</a:t>
            </a:r>
          </a:p>
        </p:txBody>
      </p:sp>
      <p:sp>
        <p:nvSpPr>
          <p:cNvPr id="2" name="Datumsplatzhalter 1">
            <a:extLst>
              <a:ext uri="{FF2B5EF4-FFF2-40B4-BE49-F238E27FC236}">
                <a16:creationId xmlns:a16="http://schemas.microsoft.com/office/drawing/2014/main" id="{0809F1F2-5AE7-4500-87D3-FAD916B3136D}"/>
              </a:ext>
            </a:extLst>
          </p:cNvPr>
          <p:cNvSpPr>
            <a:spLocks noGrp="1"/>
          </p:cNvSpPr>
          <p:nvPr>
            <p:ph type="dt" sz="half" idx="12"/>
          </p:nvPr>
        </p:nvSpPr>
        <p:spPr>
          <a:xfrm>
            <a:off x="1388048" y="7027336"/>
            <a:ext cx="720000" cy="123111"/>
          </a:xfrm>
        </p:spPr>
        <p:txBody>
          <a:bodyPr/>
          <a:lstStyle/>
          <a:p>
            <a:fld id="{18404E2F-0DC3-491D-BBFF-E567024868D0}" type="datetime1">
              <a:rPr lang="de-DE" noProof="0" smtClean="0"/>
              <a:t>13.05.2026</a:t>
            </a:fld>
            <a:endParaRPr lang="de-DE" noProof="0" dirty="0"/>
          </a:p>
        </p:txBody>
      </p:sp>
      <p:sp>
        <p:nvSpPr>
          <p:cNvPr id="3" name="Fußzeilenplatzhalter 2">
            <a:extLst>
              <a:ext uri="{FF2B5EF4-FFF2-40B4-BE49-F238E27FC236}">
                <a16:creationId xmlns:a16="http://schemas.microsoft.com/office/drawing/2014/main" id="{459D760A-5328-4251-ACFF-CB470EE34716}"/>
              </a:ext>
            </a:extLst>
          </p:cNvPr>
          <p:cNvSpPr>
            <a:spLocks noGrp="1"/>
          </p:cNvSpPr>
          <p:nvPr>
            <p:ph type="ftr" sz="quarter" idx="13"/>
          </p:nvPr>
        </p:nvSpPr>
        <p:spPr>
          <a:xfrm>
            <a:off x="2297897" y="7027336"/>
            <a:ext cx="2952000" cy="123111"/>
          </a:xfrm>
        </p:spPr>
        <p:txBody>
          <a:bodyPr/>
          <a:lstStyle/>
          <a:p>
            <a:r>
              <a:rPr lang="de-DE" noProof="0"/>
              <a:t>© Fraunhofer IISB</a:t>
            </a:r>
            <a:endParaRPr lang="de-DE" noProof="0" dirty="0"/>
          </a:p>
        </p:txBody>
      </p:sp>
      <p:sp>
        <p:nvSpPr>
          <p:cNvPr id="4" name="Foliennummernplatzhalter 3">
            <a:extLst>
              <a:ext uri="{FF2B5EF4-FFF2-40B4-BE49-F238E27FC236}">
                <a16:creationId xmlns:a16="http://schemas.microsoft.com/office/drawing/2014/main" id="{53FC189F-C42A-4071-BC47-28A29172D13F}"/>
              </a:ext>
            </a:extLst>
          </p:cNvPr>
          <p:cNvSpPr>
            <a:spLocks noGrp="1"/>
          </p:cNvSpPr>
          <p:nvPr>
            <p:ph type="sldNum" sz="quarter" idx="14"/>
          </p:nvPr>
        </p:nvSpPr>
        <p:spPr>
          <a:xfrm>
            <a:off x="479425" y="7027336"/>
            <a:ext cx="720000" cy="123111"/>
          </a:xfrm>
        </p:spPr>
        <p:txBody>
          <a:bodyPr/>
          <a:lstStyle/>
          <a:p>
            <a:r>
              <a:rPr lang="de-DE" noProof="0" dirty="0"/>
              <a:t>Seite</a:t>
            </a:r>
            <a:r>
              <a:rPr lang="en-US" dirty="0"/>
              <a:t> </a:t>
            </a:r>
            <a:fld id="{401BA3E4-5E55-4F99-AF09-CC6D6B2539E2}" type="slidenum">
              <a:rPr lang="en-US" smtClean="0"/>
              <a:pPr/>
              <a:t>‹Nr.›</a:t>
            </a:fld>
            <a:endParaRPr lang="en-US" dirty="0"/>
          </a:p>
        </p:txBody>
      </p:sp>
    </p:spTree>
    <p:extLst>
      <p:ext uri="{BB962C8B-B14F-4D97-AF65-F5344CB8AC3E}">
        <p14:creationId xmlns:p14="http://schemas.microsoft.com/office/powerpoint/2010/main" val="20109023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Kontaktfolie – Bild halb">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12843079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13" name="Objekt 12" hidden="1">
                        <a:extLst>
                          <a:ext uri="{FF2B5EF4-FFF2-40B4-BE49-F238E27FC236}">
                            <a16:creationId xmlns:a16="http://schemas.microsoft.com/office/drawing/2014/main" id="{FA62D198-8DCD-43B1-ADA0-82CB261CFE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Bildplatzhalter 10">
            <a:extLst>
              <a:ext uri="{FF2B5EF4-FFF2-40B4-BE49-F238E27FC236}">
                <a16:creationId xmlns:a16="http://schemas.microsoft.com/office/drawing/2014/main" id="{6B002FD9-AF19-4ED6-84E1-C634A79B2BA2}"/>
              </a:ext>
            </a:extLst>
          </p:cNvPr>
          <p:cNvSpPr>
            <a:spLocks noGrp="1"/>
          </p:cNvSpPr>
          <p:nvPr>
            <p:ph type="pic" sz="quarter" idx="10"/>
          </p:nvPr>
        </p:nvSpPr>
        <p:spPr>
          <a:xfrm>
            <a:off x="0" y="0"/>
            <a:ext cx="12192000" cy="4572000"/>
          </a:xfrm>
          <a:solidFill>
            <a:schemeClr val="bg2">
              <a:lumMod val="20000"/>
              <a:lumOff val="80000"/>
            </a:schemeClr>
          </a:solidFill>
        </p:spPr>
        <p:txBody>
          <a:bodyPr>
            <a:noAutofit/>
          </a:bodyPr>
          <a:lstStyle>
            <a:lvl1pPr>
              <a:defRPr>
                <a:solidFill>
                  <a:schemeClr val="bg1"/>
                </a:solidFill>
              </a:defRPr>
            </a:lvl1pPr>
          </a:lstStyle>
          <a:p>
            <a:r>
              <a:rPr lang="de-DE"/>
              <a:t>Bild durch Klicken auf Symbol hinzufügen</a:t>
            </a:r>
            <a:endParaRPr lang="en-US" dirty="0"/>
          </a:p>
        </p:txBody>
      </p:sp>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1" y="2952020"/>
            <a:ext cx="5916612" cy="3388337"/>
          </a:xfrm>
          <a:gradFill flip="none" rotWithShape="1">
            <a:gsLst>
              <a:gs pos="34000">
                <a:srgbClr val="00779A"/>
              </a:gs>
              <a:gs pos="0">
                <a:srgbClr val="014A6B">
                  <a:alpha val="95000"/>
                </a:srgbClr>
              </a:gs>
              <a:gs pos="74000">
                <a:schemeClr val="accent5">
                  <a:lumMod val="90000"/>
                  <a:lumOff val="10000"/>
                  <a:alpha val="95000"/>
                </a:schemeClr>
              </a:gs>
              <a:gs pos="100000">
                <a:srgbClr val="09B2AC">
                  <a:alpha val="95000"/>
                </a:srgbClr>
              </a:gs>
            </a:gsLst>
            <a:path path="circle">
              <a:fillToRect r="100000" b="100000"/>
            </a:path>
            <a:tileRect l="-100000" t="-100000"/>
          </a:gradFill>
        </p:spPr>
        <p:txBody>
          <a:bodyPr lIns="486000" tIns="360000" rIns="360000" bIns="360000" anchor="t">
            <a:spAutoFit/>
          </a:bodyPr>
          <a:lstStyle>
            <a:lvl1pPr>
              <a:lnSpc>
                <a:spcPct val="110000"/>
              </a:lnSpc>
              <a:spcAft>
                <a:spcPts val="0"/>
              </a:spcAft>
              <a:defRPr sz="3200" b="0">
                <a:solidFill>
                  <a:schemeClr val="bg1"/>
                </a:solidFill>
                <a:latin typeface="+mn-lt"/>
              </a:defRPr>
            </a:lvl1pPr>
            <a:lvl2pPr>
              <a:lnSpc>
                <a:spcPts val="3500"/>
              </a:lnSpc>
              <a:spcAft>
                <a:spcPts val="1600"/>
              </a:spcAft>
              <a:defRPr sz="4160" b="0">
                <a:solidFill>
                  <a:schemeClr val="bg1"/>
                </a:solidFill>
                <a:latin typeface="Frutiger LT Com 75 Black" panose="020B0A03040504030204" pitchFamily="34" charset="0"/>
              </a:defRPr>
            </a:lvl2pPr>
            <a:lvl3pPr>
              <a:lnSpc>
                <a:spcPct val="110000"/>
              </a:lnSpc>
              <a:spcAft>
                <a:spcPts val="0"/>
              </a:spcAft>
              <a:defRPr sz="1600" b="0">
                <a:solidFill>
                  <a:schemeClr val="bg1"/>
                </a:solidFill>
                <a:latin typeface="+mj-lt"/>
              </a:defRPr>
            </a:lvl3pPr>
            <a:lvl4pPr marL="0" indent="0">
              <a:lnSpc>
                <a:spcPts val="2080"/>
              </a:lnSpc>
              <a:spcBef>
                <a:spcPts val="2080"/>
              </a:spcBef>
              <a:spcAft>
                <a:spcPts val="0"/>
              </a:spcAft>
              <a:buNone/>
              <a:defRPr>
                <a:solidFill>
                  <a:schemeClr val="bg1"/>
                </a:solidFill>
              </a:defRPr>
            </a:lvl4pPr>
            <a:lvl5pPr>
              <a:spcAft>
                <a:spcPts val="0"/>
              </a:spcAft>
              <a:defRPr/>
            </a:lvl5pPr>
          </a:lstStyle>
          <a:p>
            <a:pPr lvl="0"/>
            <a:r>
              <a:rPr lang="de-DE" dirty="0"/>
              <a:t>Kontakt</a:t>
            </a:r>
          </a:p>
          <a:p>
            <a:pPr lvl="1"/>
            <a:r>
              <a:rPr lang="de-DE" dirty="0"/>
              <a:t>—</a:t>
            </a:r>
          </a:p>
          <a:p>
            <a:pPr lvl="2"/>
            <a:r>
              <a:rPr lang="de-DE" dirty="0"/>
              <a:t>Titel Vorname Name</a:t>
            </a:r>
          </a:p>
          <a:p>
            <a:pPr lvl="2"/>
            <a:r>
              <a:rPr lang="de-DE" dirty="0"/>
              <a:t>Geschäftsbereich XXX</a:t>
            </a:r>
          </a:p>
          <a:p>
            <a:pPr lvl="2"/>
            <a:r>
              <a:rPr lang="de-DE" dirty="0"/>
              <a:t>Tel. +49 12 3456-XXXX</a:t>
            </a:r>
          </a:p>
          <a:p>
            <a:pPr lvl="2"/>
            <a:r>
              <a:rPr lang="de-DE" dirty="0"/>
              <a:t>Fax +49 12 3456-XXXX</a:t>
            </a:r>
          </a:p>
          <a:p>
            <a:pPr lvl="2"/>
            <a:r>
              <a:rPr lang="de-DE" dirty="0"/>
              <a:t>vorname.name@fraunhofer.de</a:t>
            </a:r>
          </a:p>
        </p:txBody>
      </p:sp>
      <p:sp>
        <p:nvSpPr>
          <p:cNvPr id="2" name="Datumsplatzhalter 1">
            <a:extLst>
              <a:ext uri="{FF2B5EF4-FFF2-40B4-BE49-F238E27FC236}">
                <a16:creationId xmlns:a16="http://schemas.microsoft.com/office/drawing/2014/main" id="{8D3F48CE-72D6-4312-9E4E-63E50B50038E}"/>
              </a:ext>
            </a:extLst>
          </p:cNvPr>
          <p:cNvSpPr>
            <a:spLocks noGrp="1"/>
          </p:cNvSpPr>
          <p:nvPr>
            <p:ph type="dt" sz="half" idx="12"/>
          </p:nvPr>
        </p:nvSpPr>
        <p:spPr>
          <a:xfrm>
            <a:off x="1388048" y="7027336"/>
            <a:ext cx="720000" cy="123111"/>
          </a:xfrm>
        </p:spPr>
        <p:txBody>
          <a:bodyPr/>
          <a:lstStyle/>
          <a:p>
            <a:fld id="{18404E2F-0DC3-491D-BBFF-E567024868D0}" type="datetime1">
              <a:rPr lang="de-DE" noProof="0" smtClean="0"/>
              <a:t>13.05.2026</a:t>
            </a:fld>
            <a:endParaRPr lang="de-DE" noProof="0" dirty="0"/>
          </a:p>
        </p:txBody>
      </p:sp>
      <p:sp>
        <p:nvSpPr>
          <p:cNvPr id="3" name="Fußzeilenplatzhalter 2">
            <a:extLst>
              <a:ext uri="{FF2B5EF4-FFF2-40B4-BE49-F238E27FC236}">
                <a16:creationId xmlns:a16="http://schemas.microsoft.com/office/drawing/2014/main" id="{4A83046E-333C-49E5-BC21-4B96362580AF}"/>
              </a:ext>
            </a:extLst>
          </p:cNvPr>
          <p:cNvSpPr>
            <a:spLocks noGrp="1"/>
          </p:cNvSpPr>
          <p:nvPr>
            <p:ph type="ftr" sz="quarter" idx="13"/>
          </p:nvPr>
        </p:nvSpPr>
        <p:spPr>
          <a:xfrm>
            <a:off x="2297897" y="7027336"/>
            <a:ext cx="2952000" cy="123111"/>
          </a:xfrm>
        </p:spPr>
        <p:txBody>
          <a:bodyPr/>
          <a:lstStyle/>
          <a:p>
            <a:r>
              <a:rPr lang="de-DE" noProof="0"/>
              <a:t>© Fraunhofer IISB</a:t>
            </a:r>
            <a:endParaRPr lang="de-DE" noProof="0" dirty="0"/>
          </a:p>
        </p:txBody>
      </p:sp>
      <p:sp>
        <p:nvSpPr>
          <p:cNvPr id="4" name="Foliennummernplatzhalter 3">
            <a:extLst>
              <a:ext uri="{FF2B5EF4-FFF2-40B4-BE49-F238E27FC236}">
                <a16:creationId xmlns:a16="http://schemas.microsoft.com/office/drawing/2014/main" id="{1D6BEE77-0380-4FD0-A81C-71B6A50C6519}"/>
              </a:ext>
            </a:extLst>
          </p:cNvPr>
          <p:cNvSpPr>
            <a:spLocks noGrp="1"/>
          </p:cNvSpPr>
          <p:nvPr>
            <p:ph type="sldNum" sz="quarter" idx="14"/>
          </p:nvPr>
        </p:nvSpPr>
        <p:spPr>
          <a:xfrm>
            <a:off x="479425" y="7027336"/>
            <a:ext cx="720000" cy="123111"/>
          </a:xfrm>
        </p:spPr>
        <p:txBody>
          <a:bodyPr/>
          <a:lstStyle/>
          <a:p>
            <a:r>
              <a:rPr lang="de-DE" noProof="0"/>
              <a:t>Seite</a:t>
            </a:r>
            <a:r>
              <a:rPr lang="en-US"/>
              <a:t> </a:t>
            </a:r>
            <a:fld id="{401BA3E4-5E55-4F99-AF09-CC6D6B2539E2}" type="slidenum">
              <a:rPr lang="en-US" smtClean="0"/>
              <a:pPr/>
              <a:t>‹Nr.›</a:t>
            </a:fld>
            <a:endParaRPr lang="en-US" dirty="0"/>
          </a:p>
        </p:txBody>
      </p:sp>
    </p:spTree>
    <p:extLst>
      <p:ext uri="{BB962C8B-B14F-4D97-AF65-F5344CB8AC3E}">
        <p14:creationId xmlns:p14="http://schemas.microsoft.com/office/powerpoint/2010/main" val="19753013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Kontaktfolie – Bi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F197DE11-A966-449E-A5FD-31979AF34532}"/>
              </a:ext>
            </a:extLst>
          </p:cNvPr>
          <p:cNvPicPr>
            <a:picLocks noChangeAspect="1"/>
          </p:cNvPicPr>
          <p:nvPr userDrawn="1"/>
        </p:nvPicPr>
        <p:blipFill rotWithShape="1">
          <a:blip r:embed="rId3"/>
          <a:srcRect t="10014" b="10419"/>
          <a:stretch/>
        </p:blipFill>
        <p:spPr>
          <a:xfrm>
            <a:off x="1" y="0"/>
            <a:ext cx="12192000" cy="6857999"/>
          </a:xfrm>
          <a:prstGeom prst="rect">
            <a:avLst/>
          </a:prstGeom>
        </p:spPr>
      </p:pic>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17631679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13" name="Objekt 12" hidden="1">
                        <a:extLst>
                          <a:ext uri="{FF2B5EF4-FFF2-40B4-BE49-F238E27FC236}">
                            <a16:creationId xmlns:a16="http://schemas.microsoft.com/office/drawing/2014/main" id="{FA62D198-8DCD-43B1-ADA0-82CB261CFE4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479425" y="1700213"/>
            <a:ext cx="5916612" cy="3848489"/>
          </a:xfrm>
          <a:noFill/>
        </p:spPr>
        <p:txBody>
          <a:bodyPr lIns="0" tIns="0" rIns="0" bIns="0" anchor="t">
            <a:spAutoFit/>
          </a:bodyPr>
          <a:lstStyle>
            <a:lvl1pPr>
              <a:lnSpc>
                <a:spcPct val="110000"/>
              </a:lnSpc>
              <a:spcAft>
                <a:spcPts val="0"/>
              </a:spcAft>
              <a:defRPr sz="3200" b="0">
                <a:solidFill>
                  <a:schemeClr val="bg1"/>
                </a:solidFill>
                <a:latin typeface="+mn-lt"/>
              </a:defRPr>
            </a:lvl1pPr>
            <a:lvl2pPr>
              <a:lnSpc>
                <a:spcPts val="3500"/>
              </a:lnSpc>
              <a:spcAft>
                <a:spcPts val="1600"/>
              </a:spcAft>
              <a:defRPr sz="4160" b="0">
                <a:solidFill>
                  <a:schemeClr val="bg1"/>
                </a:solidFill>
                <a:latin typeface="Frutiger LT Com 75 Black" panose="020B0A03040504030204" pitchFamily="34" charset="0"/>
              </a:defRPr>
            </a:lvl2pPr>
            <a:lvl3pPr>
              <a:lnSpc>
                <a:spcPct val="110000"/>
              </a:lnSpc>
              <a:spcAft>
                <a:spcPts val="0"/>
              </a:spcAft>
              <a:defRPr sz="1600" b="0">
                <a:solidFill>
                  <a:schemeClr val="bg1"/>
                </a:solidFill>
                <a:latin typeface="+mj-lt"/>
              </a:defRPr>
            </a:lvl3pPr>
            <a:lvl4pPr marL="0" indent="0">
              <a:lnSpc>
                <a:spcPct val="110000"/>
              </a:lnSpc>
              <a:spcBef>
                <a:spcPts val="0"/>
              </a:spcBef>
              <a:spcAft>
                <a:spcPts val="0"/>
              </a:spcAft>
              <a:buNone/>
              <a:defRPr>
                <a:solidFill>
                  <a:schemeClr val="bg1"/>
                </a:solidFill>
              </a:defRPr>
            </a:lvl4pPr>
            <a:lvl5pPr>
              <a:spcAft>
                <a:spcPts val="0"/>
              </a:spcAft>
              <a:defRPr/>
            </a:lvl5pPr>
          </a:lstStyle>
          <a:p>
            <a:pPr lvl="0"/>
            <a:r>
              <a:rPr lang="de-DE" dirty="0"/>
              <a:t>Kontakt</a:t>
            </a:r>
          </a:p>
          <a:p>
            <a:pPr lvl="1"/>
            <a:r>
              <a:rPr lang="de-DE" dirty="0"/>
              <a:t>—</a:t>
            </a:r>
          </a:p>
          <a:p>
            <a:pPr lvl="2"/>
            <a:r>
              <a:rPr lang="de-DE" dirty="0"/>
              <a:t>Titel Vorname Name</a:t>
            </a:r>
          </a:p>
          <a:p>
            <a:pPr lvl="2"/>
            <a:r>
              <a:rPr lang="de-DE" dirty="0"/>
              <a:t>Geschäftsbereich XXX</a:t>
            </a:r>
          </a:p>
          <a:p>
            <a:pPr lvl="2"/>
            <a:r>
              <a:rPr lang="de-DE" dirty="0"/>
              <a:t>Tel. +49 12 3456-XXXX</a:t>
            </a:r>
          </a:p>
          <a:p>
            <a:pPr lvl="2"/>
            <a:r>
              <a:rPr lang="de-DE" dirty="0"/>
              <a:t>Fax +49 12 3456-XXXX</a:t>
            </a:r>
          </a:p>
          <a:p>
            <a:pPr lvl="2"/>
            <a:r>
              <a:rPr lang="de-DE" dirty="0"/>
              <a:t>vorname.name@fraunhofer.de</a:t>
            </a:r>
          </a:p>
          <a:p>
            <a:pPr lvl="3"/>
            <a:endParaRPr lang="pt-BR" dirty="0"/>
          </a:p>
          <a:p>
            <a:pPr lvl="3"/>
            <a:r>
              <a:rPr lang="pt-BR" dirty="0"/>
              <a:t>Fraunhofer XYZ</a:t>
            </a:r>
          </a:p>
          <a:p>
            <a:pPr lvl="3"/>
            <a:r>
              <a:rPr lang="pt-BR" dirty="0"/>
              <a:t>Straße XY</a:t>
            </a:r>
          </a:p>
          <a:p>
            <a:pPr lvl="3"/>
            <a:r>
              <a:rPr lang="pt-BR" dirty="0"/>
              <a:t>12345 Stadt</a:t>
            </a:r>
          </a:p>
          <a:p>
            <a:pPr lvl="3"/>
            <a:r>
              <a:rPr lang="pt-BR" dirty="0"/>
              <a:t>www.fraunhofer.de</a:t>
            </a:r>
          </a:p>
        </p:txBody>
      </p:sp>
      <p:sp>
        <p:nvSpPr>
          <p:cNvPr id="2" name="Datumsplatzhalter 1">
            <a:extLst>
              <a:ext uri="{FF2B5EF4-FFF2-40B4-BE49-F238E27FC236}">
                <a16:creationId xmlns:a16="http://schemas.microsoft.com/office/drawing/2014/main" id="{CA313C52-2525-4A5D-916B-98841273CADF}"/>
              </a:ext>
            </a:extLst>
          </p:cNvPr>
          <p:cNvSpPr>
            <a:spLocks noGrp="1"/>
          </p:cNvSpPr>
          <p:nvPr>
            <p:ph type="dt" sz="half" idx="12"/>
          </p:nvPr>
        </p:nvSpPr>
        <p:spPr>
          <a:xfrm>
            <a:off x="1388048" y="7027336"/>
            <a:ext cx="720000" cy="123111"/>
          </a:xfrm>
        </p:spPr>
        <p:txBody>
          <a:bodyPr/>
          <a:lstStyle/>
          <a:p>
            <a:fld id="{18404E2F-0DC3-491D-BBFF-E567024868D0}" type="datetime1">
              <a:rPr lang="de-DE" noProof="0" smtClean="0"/>
              <a:t>13.05.2026</a:t>
            </a:fld>
            <a:endParaRPr lang="de-DE" noProof="0" dirty="0"/>
          </a:p>
        </p:txBody>
      </p:sp>
      <p:sp>
        <p:nvSpPr>
          <p:cNvPr id="3" name="Fußzeilenplatzhalter 2">
            <a:extLst>
              <a:ext uri="{FF2B5EF4-FFF2-40B4-BE49-F238E27FC236}">
                <a16:creationId xmlns:a16="http://schemas.microsoft.com/office/drawing/2014/main" id="{2219F9CA-C990-4FAF-BBA2-C37D042E4FF8}"/>
              </a:ext>
            </a:extLst>
          </p:cNvPr>
          <p:cNvSpPr>
            <a:spLocks noGrp="1"/>
          </p:cNvSpPr>
          <p:nvPr>
            <p:ph type="ftr" sz="quarter" idx="13"/>
          </p:nvPr>
        </p:nvSpPr>
        <p:spPr>
          <a:xfrm>
            <a:off x="2297897" y="7027336"/>
            <a:ext cx="2952000" cy="123111"/>
          </a:xfrm>
        </p:spPr>
        <p:txBody>
          <a:bodyPr/>
          <a:lstStyle/>
          <a:p>
            <a:r>
              <a:rPr lang="de-DE" noProof="0"/>
              <a:t>© Fraunhofer IISB</a:t>
            </a:r>
            <a:endParaRPr lang="de-DE" noProof="0" dirty="0"/>
          </a:p>
        </p:txBody>
      </p:sp>
      <p:sp>
        <p:nvSpPr>
          <p:cNvPr id="4" name="Foliennummernplatzhalter 3">
            <a:extLst>
              <a:ext uri="{FF2B5EF4-FFF2-40B4-BE49-F238E27FC236}">
                <a16:creationId xmlns:a16="http://schemas.microsoft.com/office/drawing/2014/main" id="{01B3BB0E-EF1D-44E5-9391-ED9E79F83DB4}"/>
              </a:ext>
            </a:extLst>
          </p:cNvPr>
          <p:cNvSpPr>
            <a:spLocks noGrp="1"/>
          </p:cNvSpPr>
          <p:nvPr>
            <p:ph type="sldNum" sz="quarter" idx="14"/>
          </p:nvPr>
        </p:nvSpPr>
        <p:spPr>
          <a:xfrm>
            <a:off x="479425" y="7027336"/>
            <a:ext cx="720000" cy="123111"/>
          </a:xfrm>
        </p:spPr>
        <p:txBody>
          <a:bodyPr/>
          <a:lstStyle/>
          <a:p>
            <a:r>
              <a:rPr lang="de-DE" noProof="0" dirty="0"/>
              <a:t>Seite</a:t>
            </a:r>
            <a:r>
              <a:rPr lang="en-US" dirty="0"/>
              <a:t> </a:t>
            </a:r>
            <a:fld id="{401BA3E4-5E55-4F99-AF09-CC6D6B2539E2}" type="slidenum">
              <a:rPr lang="en-US" smtClean="0"/>
              <a:pPr/>
              <a:t>‹Nr.›</a:t>
            </a:fld>
            <a:endParaRPr lang="en-US" dirty="0"/>
          </a:p>
        </p:txBody>
      </p:sp>
    </p:spTree>
    <p:extLst>
      <p:ext uri="{BB962C8B-B14F-4D97-AF65-F5344CB8AC3E}">
        <p14:creationId xmlns:p14="http://schemas.microsoft.com/office/powerpoint/2010/main" val="32653431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chlussfolie">
    <p:spTree>
      <p:nvGrpSpPr>
        <p:cNvPr id="1" name=""/>
        <p:cNvGrpSpPr/>
        <p:nvPr/>
      </p:nvGrpSpPr>
      <p:grpSpPr>
        <a:xfrm>
          <a:off x="0" y="0"/>
          <a:ext cx="0" cy="0"/>
          <a:chOff x="0" y="0"/>
          <a:chExt cx="0" cy="0"/>
        </a:xfrm>
      </p:grpSpPr>
      <p:graphicFrame>
        <p:nvGraphicFramePr>
          <p:cNvPr id="13" name="Objekt 12" hidden="1">
            <a:extLst>
              <a:ext uri="{FF2B5EF4-FFF2-40B4-BE49-F238E27FC236}">
                <a16:creationId xmlns:a16="http://schemas.microsoft.com/office/drawing/2014/main" id="{FA62D198-8DCD-43B1-ADA0-82CB261CFE47}"/>
              </a:ext>
            </a:extLst>
          </p:cNvPr>
          <p:cNvGraphicFramePr>
            <a:graphicFrameLocks noChangeAspect="1"/>
          </p:cNvGraphicFramePr>
          <p:nvPr userDrawn="1">
            <p:custDataLst>
              <p:tags r:id="rId1"/>
            </p:custDataLst>
            <p:extLst>
              <p:ext uri="{D42A27DB-BD31-4B8C-83A1-F6EECF244321}">
                <p14:modId xmlns:p14="http://schemas.microsoft.com/office/powerpoint/2010/main" val="42020813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13" name="Objekt 12" hidden="1">
                        <a:extLst>
                          <a:ext uri="{FF2B5EF4-FFF2-40B4-BE49-F238E27FC236}">
                            <a16:creationId xmlns:a16="http://schemas.microsoft.com/office/drawing/2014/main" id="{FA62D198-8DCD-43B1-ADA0-82CB261CFE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Grafik 4">
            <a:extLst>
              <a:ext uri="{FF2B5EF4-FFF2-40B4-BE49-F238E27FC236}">
                <a16:creationId xmlns:a16="http://schemas.microsoft.com/office/drawing/2014/main" id="{11F1A574-59A7-4800-855F-6C927C3EF908}"/>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 name="Textplatzhalter 14">
            <a:extLst>
              <a:ext uri="{FF2B5EF4-FFF2-40B4-BE49-F238E27FC236}">
                <a16:creationId xmlns:a16="http://schemas.microsoft.com/office/drawing/2014/main" id="{AABB2FBB-BF9E-4D2C-8FD3-E83E60052330}"/>
              </a:ext>
            </a:extLst>
          </p:cNvPr>
          <p:cNvSpPr>
            <a:spLocks noGrp="1"/>
          </p:cNvSpPr>
          <p:nvPr>
            <p:ph type="body" sz="quarter" idx="11" hasCustomPrompt="1"/>
          </p:nvPr>
        </p:nvSpPr>
        <p:spPr>
          <a:xfrm>
            <a:off x="479425" y="2255355"/>
            <a:ext cx="11233149" cy="2998000"/>
          </a:xfrm>
          <a:noFill/>
        </p:spPr>
        <p:txBody>
          <a:bodyPr wrap="square" lIns="0" tIns="0" rIns="0" bIns="0" anchor="t">
            <a:spAutoFit/>
          </a:bodyPr>
          <a:lstStyle>
            <a:lvl1pPr>
              <a:lnSpc>
                <a:spcPct val="100000"/>
              </a:lnSpc>
              <a:spcAft>
                <a:spcPts val="0"/>
              </a:spcAft>
              <a:defRPr sz="6600" b="0">
                <a:solidFill>
                  <a:schemeClr val="bg1"/>
                </a:solidFill>
                <a:latin typeface="+mn-lt"/>
              </a:defRPr>
            </a:lvl1pPr>
            <a:lvl2pPr>
              <a:lnSpc>
                <a:spcPts val="7200"/>
              </a:lnSpc>
              <a:spcAft>
                <a:spcPts val="1600"/>
              </a:spcAft>
              <a:defRPr sz="8580" b="0">
                <a:solidFill>
                  <a:schemeClr val="bg1"/>
                </a:solidFill>
                <a:latin typeface="Frutiger LT Com 75 Black" panose="020B0A03040504030204" pitchFamily="34" charset="0"/>
              </a:defRPr>
            </a:lvl2pPr>
            <a:lvl3pPr>
              <a:lnSpc>
                <a:spcPts val="2080"/>
              </a:lnSpc>
              <a:spcAft>
                <a:spcPts val="0"/>
              </a:spcAft>
              <a:defRPr>
                <a:solidFill>
                  <a:schemeClr val="bg1"/>
                </a:solidFill>
                <a:latin typeface="+mj-lt"/>
              </a:defRPr>
            </a:lvl3pPr>
            <a:lvl4pPr marL="0" indent="0">
              <a:lnSpc>
                <a:spcPts val="2080"/>
              </a:lnSpc>
              <a:spcBef>
                <a:spcPts val="2080"/>
              </a:spcBef>
              <a:spcAft>
                <a:spcPts val="0"/>
              </a:spcAft>
              <a:buNone/>
              <a:defRPr>
                <a:solidFill>
                  <a:schemeClr val="bg1"/>
                </a:solidFill>
              </a:defRPr>
            </a:lvl4pPr>
            <a:lvl5pPr>
              <a:spcAft>
                <a:spcPts val="0"/>
              </a:spcAft>
              <a:defRPr/>
            </a:lvl5pPr>
          </a:lstStyle>
          <a:p>
            <a:pPr lvl="0"/>
            <a:r>
              <a:rPr lang="de-DE" dirty="0"/>
              <a:t>Vielen Dank für Ihre Aufmerksamkeit</a:t>
            </a:r>
          </a:p>
          <a:p>
            <a:pPr lvl="1"/>
            <a:r>
              <a:rPr lang="de-DE" dirty="0"/>
              <a:t>—</a:t>
            </a:r>
          </a:p>
        </p:txBody>
      </p:sp>
      <p:sp>
        <p:nvSpPr>
          <p:cNvPr id="2" name="Datumsplatzhalter 1">
            <a:extLst>
              <a:ext uri="{FF2B5EF4-FFF2-40B4-BE49-F238E27FC236}">
                <a16:creationId xmlns:a16="http://schemas.microsoft.com/office/drawing/2014/main" id="{D9614564-45F3-43F4-A781-81B474E1C11B}"/>
              </a:ext>
            </a:extLst>
          </p:cNvPr>
          <p:cNvSpPr>
            <a:spLocks noGrp="1"/>
          </p:cNvSpPr>
          <p:nvPr>
            <p:ph type="dt" sz="half" idx="12"/>
          </p:nvPr>
        </p:nvSpPr>
        <p:spPr>
          <a:xfrm>
            <a:off x="1388048" y="7027336"/>
            <a:ext cx="720000" cy="123111"/>
          </a:xfrm>
        </p:spPr>
        <p:txBody>
          <a:bodyPr/>
          <a:lstStyle/>
          <a:p>
            <a:fld id="{18404E2F-0DC3-491D-BBFF-E567024868D0}" type="datetime1">
              <a:rPr lang="de-DE" noProof="0" smtClean="0"/>
              <a:t>13.05.2026</a:t>
            </a:fld>
            <a:endParaRPr lang="de-DE" noProof="0" dirty="0"/>
          </a:p>
        </p:txBody>
      </p:sp>
      <p:sp>
        <p:nvSpPr>
          <p:cNvPr id="3" name="Fußzeilenplatzhalter 2">
            <a:extLst>
              <a:ext uri="{FF2B5EF4-FFF2-40B4-BE49-F238E27FC236}">
                <a16:creationId xmlns:a16="http://schemas.microsoft.com/office/drawing/2014/main" id="{15B5AC9A-7737-4C1C-B583-AD4EA4DAE9AE}"/>
              </a:ext>
            </a:extLst>
          </p:cNvPr>
          <p:cNvSpPr>
            <a:spLocks noGrp="1"/>
          </p:cNvSpPr>
          <p:nvPr>
            <p:ph type="ftr" sz="quarter" idx="13"/>
          </p:nvPr>
        </p:nvSpPr>
        <p:spPr>
          <a:xfrm>
            <a:off x="2297897" y="7027336"/>
            <a:ext cx="2952000" cy="123111"/>
          </a:xfrm>
        </p:spPr>
        <p:txBody>
          <a:bodyPr/>
          <a:lstStyle/>
          <a:p>
            <a:r>
              <a:rPr lang="de-DE" noProof="0"/>
              <a:t>© Fraunhofer IISB</a:t>
            </a:r>
            <a:endParaRPr lang="de-DE" noProof="0" dirty="0"/>
          </a:p>
        </p:txBody>
      </p:sp>
      <p:sp>
        <p:nvSpPr>
          <p:cNvPr id="4" name="Foliennummernplatzhalter 3">
            <a:extLst>
              <a:ext uri="{FF2B5EF4-FFF2-40B4-BE49-F238E27FC236}">
                <a16:creationId xmlns:a16="http://schemas.microsoft.com/office/drawing/2014/main" id="{B5919D1C-ADAC-4933-80BD-01165FF9D271}"/>
              </a:ext>
            </a:extLst>
          </p:cNvPr>
          <p:cNvSpPr>
            <a:spLocks noGrp="1"/>
          </p:cNvSpPr>
          <p:nvPr>
            <p:ph type="sldNum" sz="quarter" idx="14"/>
          </p:nvPr>
        </p:nvSpPr>
        <p:spPr>
          <a:xfrm>
            <a:off x="479425" y="7027336"/>
            <a:ext cx="720000" cy="123111"/>
          </a:xfrm>
        </p:spPr>
        <p:txBody>
          <a:bodyPr/>
          <a:lstStyle/>
          <a:p>
            <a:r>
              <a:rPr lang="de-DE" noProof="0" dirty="0"/>
              <a:t>Seite</a:t>
            </a:r>
            <a:r>
              <a:rPr lang="en-US" dirty="0"/>
              <a:t> </a:t>
            </a:r>
            <a:fld id="{401BA3E4-5E55-4F99-AF09-CC6D6B2539E2}" type="slidenum">
              <a:rPr lang="en-US" smtClean="0"/>
              <a:pPr/>
              <a:t>‹Nr.›</a:t>
            </a:fld>
            <a:endParaRPr lang="en-US" dirty="0"/>
          </a:p>
        </p:txBody>
      </p:sp>
    </p:spTree>
    <p:extLst>
      <p:ext uri="{BB962C8B-B14F-4D97-AF65-F5344CB8AC3E}">
        <p14:creationId xmlns:p14="http://schemas.microsoft.com/office/powerpoint/2010/main" val="40097418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Inhalt – 2 Spalten | kleine Schrift">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2C7AF347-EE19-4A49-ACB3-3F7316F7E1D7}"/>
              </a:ext>
            </a:extLst>
          </p:cNvPr>
          <p:cNvGraphicFramePr>
            <a:graphicFrameLocks noChangeAspect="1"/>
          </p:cNvGraphicFramePr>
          <p:nvPr userDrawn="1">
            <p:custDataLst>
              <p:tags r:id="rId1"/>
            </p:custDataLst>
            <p:extLst>
              <p:ext uri="{D42A27DB-BD31-4B8C-83A1-F6EECF244321}">
                <p14:modId xmlns:p14="http://schemas.microsoft.com/office/powerpoint/2010/main" val="291292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7" name="Objekt 6" hidden="1">
                        <a:extLst>
                          <a:ext uri="{FF2B5EF4-FFF2-40B4-BE49-F238E27FC236}">
                            <a16:creationId xmlns:a16="http://schemas.microsoft.com/office/drawing/2014/main" id="{2C7AF347-EE19-4A49-ACB3-3F7316F7E1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E3E6397C-9FE6-4A0B-87BC-9E26F4233B7D}"/>
              </a:ext>
            </a:extLst>
          </p:cNvPr>
          <p:cNvSpPr>
            <a:spLocks noGrp="1"/>
          </p:cNvSpPr>
          <p:nvPr>
            <p:ph type="title" hasCustomPrompt="1"/>
          </p:nvPr>
        </p:nvSpPr>
        <p:spPr>
          <a:xfrm>
            <a:off x="479425" y="728811"/>
            <a:ext cx="11233150" cy="382733"/>
          </a:xfrm>
        </p:spPr>
        <p:txBody>
          <a:bodyPr vert="horz"/>
          <a:lstStyle/>
          <a:p>
            <a:r>
              <a:rPr lang="de-DE" dirty="0"/>
              <a:t>Headline, Frutiger LT </a:t>
            </a:r>
            <a:r>
              <a:rPr lang="de-DE" err="1"/>
              <a:t>Com</a:t>
            </a:r>
            <a:r>
              <a:rPr lang="de-DE"/>
              <a:t> Bd</a:t>
            </a:r>
            <a:r>
              <a:rPr lang="de-DE" dirty="0"/>
              <a:t>, 24 </a:t>
            </a:r>
            <a:r>
              <a:rPr lang="de-DE" dirty="0" err="1"/>
              <a:t>pt</a:t>
            </a:r>
            <a:endParaRPr lang="en-US" dirty="0"/>
          </a:p>
        </p:txBody>
      </p:sp>
      <p:sp>
        <p:nvSpPr>
          <p:cNvPr id="4" name="Textplatzhalter 3">
            <a:extLst>
              <a:ext uri="{FF2B5EF4-FFF2-40B4-BE49-F238E27FC236}">
                <a16:creationId xmlns:a16="http://schemas.microsoft.com/office/drawing/2014/main" id="{594FD133-02A3-4CCE-886B-5D61839C10ED}"/>
              </a:ext>
            </a:extLst>
          </p:cNvPr>
          <p:cNvSpPr>
            <a:spLocks noGrp="1"/>
          </p:cNvSpPr>
          <p:nvPr>
            <p:ph type="body" sz="quarter" idx="13" hasCustomPrompt="1"/>
          </p:nvPr>
        </p:nvSpPr>
        <p:spPr>
          <a:xfrm>
            <a:off x="479425" y="417600"/>
            <a:ext cx="11233150" cy="318933"/>
          </a:xfrm>
        </p:spPr>
        <p:txBody>
          <a:bodyPr/>
          <a:lstStyle>
            <a:lvl1pPr>
              <a:defRPr sz="2000">
                <a:solidFill>
                  <a:schemeClr val="accent2"/>
                </a:solidFill>
                <a:latin typeface="+mn-lt"/>
              </a:defRPr>
            </a:lvl1pPr>
          </a:lstStyle>
          <a:p>
            <a:r>
              <a:rPr lang="de-DE" dirty="0" err="1"/>
              <a:t>Subline</a:t>
            </a:r>
            <a:r>
              <a:rPr lang="de-DE" dirty="0"/>
              <a:t>, Frutiger LT </a:t>
            </a:r>
            <a:r>
              <a:rPr lang="de-DE" err="1"/>
              <a:t>Com</a:t>
            </a:r>
            <a:r>
              <a:rPr lang="de-DE"/>
              <a:t> Lt</a:t>
            </a:r>
            <a:r>
              <a:rPr lang="de-DE" dirty="0"/>
              <a:t>, 20 </a:t>
            </a:r>
            <a:r>
              <a:rPr lang="de-DE" dirty="0" err="1"/>
              <a:t>pt</a:t>
            </a:r>
            <a:endParaRPr lang="en-US" dirty="0"/>
          </a:p>
        </p:txBody>
      </p:sp>
      <p:sp>
        <p:nvSpPr>
          <p:cNvPr id="5" name="Textplatzhalter 4">
            <a:extLst>
              <a:ext uri="{FF2B5EF4-FFF2-40B4-BE49-F238E27FC236}">
                <a16:creationId xmlns:a16="http://schemas.microsoft.com/office/drawing/2014/main" id="{7A89D932-8DCF-4ABE-8120-3CC2C601E53E}"/>
              </a:ext>
            </a:extLst>
          </p:cNvPr>
          <p:cNvSpPr>
            <a:spLocks noGrp="1"/>
          </p:cNvSpPr>
          <p:nvPr>
            <p:ph type="body" sz="quarter" idx="14" hasCustomPrompt="1"/>
          </p:nvPr>
        </p:nvSpPr>
        <p:spPr>
          <a:xfrm>
            <a:off x="478199" y="1703388"/>
            <a:ext cx="5437188" cy="2640595"/>
          </a:xfrm>
        </p:spPr>
        <p:txBody>
          <a:bodyPr/>
          <a:lstStyle/>
          <a:p>
            <a:pPr lvl="0"/>
            <a:r>
              <a:rPr lang="de-DE" noProof="0" dirty="0"/>
              <a:t>Level 1</a:t>
            </a:r>
          </a:p>
          <a:p>
            <a:pPr lvl="1"/>
            <a:r>
              <a:rPr lang="de-DE" noProof="0" dirty="0"/>
              <a:t>Level 2</a:t>
            </a:r>
          </a:p>
          <a:p>
            <a:pPr lvl="2"/>
            <a:r>
              <a:rPr lang="de-DE" noProof="0" dirty="0"/>
              <a:t>Level 3</a:t>
            </a:r>
          </a:p>
          <a:p>
            <a:pPr lvl="3"/>
            <a:r>
              <a:rPr lang="de-DE" noProof="0" dirty="0"/>
              <a:t>Level 4</a:t>
            </a:r>
          </a:p>
          <a:p>
            <a:pPr lvl="4"/>
            <a:r>
              <a:rPr lang="de-DE" noProof="0" dirty="0"/>
              <a:t>Level 5</a:t>
            </a:r>
          </a:p>
          <a:p>
            <a:pPr lvl="5"/>
            <a:r>
              <a:rPr lang="de-DE" noProof="0" dirty="0"/>
              <a:t>Level 6</a:t>
            </a:r>
          </a:p>
          <a:p>
            <a:pPr lvl="6"/>
            <a:r>
              <a:rPr lang="de-DE" noProof="0" dirty="0"/>
              <a:t>Level 7</a:t>
            </a:r>
          </a:p>
          <a:p>
            <a:pPr lvl="7"/>
            <a:r>
              <a:rPr lang="de-DE" noProof="0" dirty="0"/>
              <a:t>Level 8</a:t>
            </a:r>
          </a:p>
          <a:p>
            <a:pPr lvl="8"/>
            <a:r>
              <a:rPr lang="de-DE" noProof="0" dirty="0"/>
              <a:t>Level 9</a:t>
            </a:r>
          </a:p>
        </p:txBody>
      </p:sp>
      <p:sp>
        <p:nvSpPr>
          <p:cNvPr id="11" name="Textplatzhalter 10">
            <a:extLst>
              <a:ext uri="{FF2B5EF4-FFF2-40B4-BE49-F238E27FC236}">
                <a16:creationId xmlns:a16="http://schemas.microsoft.com/office/drawing/2014/main" id="{77715D3E-BD63-49BD-96CA-087D6CFC2D25}"/>
              </a:ext>
            </a:extLst>
          </p:cNvPr>
          <p:cNvSpPr>
            <a:spLocks noGrp="1"/>
          </p:cNvSpPr>
          <p:nvPr>
            <p:ph type="body" sz="quarter" idx="15" hasCustomPrompt="1"/>
          </p:nvPr>
        </p:nvSpPr>
        <p:spPr>
          <a:xfrm>
            <a:off x="6275388" y="1703388"/>
            <a:ext cx="5437187" cy="2640595"/>
          </a:xfrm>
        </p:spPr>
        <p:txBody>
          <a:bodyPr/>
          <a:lstStyle/>
          <a:p>
            <a:pPr lvl="0"/>
            <a:r>
              <a:rPr lang="de-DE" noProof="0" dirty="0"/>
              <a:t>Level 1</a:t>
            </a:r>
          </a:p>
          <a:p>
            <a:pPr lvl="1"/>
            <a:r>
              <a:rPr lang="de-DE" noProof="0" dirty="0"/>
              <a:t>Level 2</a:t>
            </a:r>
          </a:p>
          <a:p>
            <a:pPr lvl="2"/>
            <a:r>
              <a:rPr lang="de-DE" noProof="0" dirty="0"/>
              <a:t>Level 3</a:t>
            </a:r>
          </a:p>
          <a:p>
            <a:pPr lvl="3"/>
            <a:r>
              <a:rPr lang="de-DE" noProof="0" dirty="0"/>
              <a:t>Level 4</a:t>
            </a:r>
          </a:p>
          <a:p>
            <a:pPr lvl="4"/>
            <a:r>
              <a:rPr lang="de-DE" noProof="0" dirty="0"/>
              <a:t>Level 5</a:t>
            </a:r>
          </a:p>
          <a:p>
            <a:pPr lvl="5"/>
            <a:r>
              <a:rPr lang="de-DE" noProof="0" dirty="0"/>
              <a:t>Level 6</a:t>
            </a:r>
          </a:p>
          <a:p>
            <a:pPr lvl="6"/>
            <a:r>
              <a:rPr lang="de-DE" noProof="0" dirty="0"/>
              <a:t>Level 7</a:t>
            </a:r>
          </a:p>
          <a:p>
            <a:pPr lvl="7"/>
            <a:r>
              <a:rPr lang="de-DE" noProof="0" dirty="0"/>
              <a:t>Level 8</a:t>
            </a:r>
          </a:p>
          <a:p>
            <a:pPr lvl="8"/>
            <a:r>
              <a:rPr lang="de-DE" noProof="0" dirty="0"/>
              <a:t>Level 9</a:t>
            </a:r>
          </a:p>
        </p:txBody>
      </p:sp>
      <p:sp>
        <p:nvSpPr>
          <p:cNvPr id="3" name="Datumsplatzhalter 2">
            <a:extLst>
              <a:ext uri="{FF2B5EF4-FFF2-40B4-BE49-F238E27FC236}">
                <a16:creationId xmlns:a16="http://schemas.microsoft.com/office/drawing/2014/main" id="{5BDB3F52-3132-4FCE-9245-400432785EC3}"/>
              </a:ext>
            </a:extLst>
          </p:cNvPr>
          <p:cNvSpPr>
            <a:spLocks noGrp="1"/>
          </p:cNvSpPr>
          <p:nvPr>
            <p:ph type="dt" sz="half" idx="16"/>
          </p:nvPr>
        </p:nvSpPr>
        <p:spPr/>
        <p:txBody>
          <a:bodyPr/>
          <a:lstStyle/>
          <a:p>
            <a:fld id="{61EE1E0F-D989-42C4-92E6-60E1F72C6632}" type="datetime1">
              <a:rPr lang="de-DE" noProof="0" smtClean="0"/>
              <a:t>13.05.2026</a:t>
            </a:fld>
            <a:endParaRPr lang="de-DE" noProof="0" dirty="0"/>
          </a:p>
        </p:txBody>
      </p:sp>
      <p:sp>
        <p:nvSpPr>
          <p:cNvPr id="6" name="Fußzeilenplatzhalter 5">
            <a:extLst>
              <a:ext uri="{FF2B5EF4-FFF2-40B4-BE49-F238E27FC236}">
                <a16:creationId xmlns:a16="http://schemas.microsoft.com/office/drawing/2014/main" id="{CF7D269B-861C-4C29-9AA1-AC9F6193EF37}"/>
              </a:ext>
            </a:extLst>
          </p:cNvPr>
          <p:cNvSpPr>
            <a:spLocks noGrp="1"/>
          </p:cNvSpPr>
          <p:nvPr>
            <p:ph type="ftr" sz="quarter" idx="17"/>
          </p:nvPr>
        </p:nvSpPr>
        <p:spPr/>
        <p:txBody>
          <a:bodyPr/>
          <a:lstStyle/>
          <a:p>
            <a:r>
              <a:rPr lang="de-DE" noProof="0"/>
              <a:t>© Fraunhofer </a:t>
            </a:r>
            <a:endParaRPr lang="de-DE" noProof="0" dirty="0"/>
          </a:p>
        </p:txBody>
      </p:sp>
      <p:sp>
        <p:nvSpPr>
          <p:cNvPr id="12" name="Foliennummernplatzhalter 11">
            <a:extLst>
              <a:ext uri="{FF2B5EF4-FFF2-40B4-BE49-F238E27FC236}">
                <a16:creationId xmlns:a16="http://schemas.microsoft.com/office/drawing/2014/main" id="{9AD6CBFC-7EA8-4A59-ADD7-332586C36413}"/>
              </a:ext>
            </a:extLst>
          </p:cNvPr>
          <p:cNvSpPr>
            <a:spLocks noGrp="1"/>
          </p:cNvSpPr>
          <p:nvPr>
            <p:ph type="sldNum" sz="quarter" idx="18"/>
          </p:nvPr>
        </p:nvSpPr>
        <p:spPr/>
        <p:txBody>
          <a:bodyPr/>
          <a:lstStyle/>
          <a:p>
            <a:fld id="{3D81EE41-304C-41C3-8185-350F2275D756}" type="slidenum">
              <a:rPr lang="de-DE" smtClean="0"/>
              <a:pPr/>
              <a:t>‹Nr.›</a:t>
            </a:fld>
            <a:endParaRPr lang="de-DE"/>
          </a:p>
        </p:txBody>
      </p:sp>
    </p:spTree>
    <p:extLst>
      <p:ext uri="{BB962C8B-B14F-4D97-AF65-F5344CB8AC3E}">
        <p14:creationId xmlns:p14="http://schemas.microsoft.com/office/powerpoint/2010/main" val="157516390"/>
      </p:ext>
    </p:extLst>
  </p:cSld>
  <p:clrMapOvr>
    <a:masterClrMapping/>
  </p:clrMapOvr>
  <p:extLst>
    <p:ext uri="{DCECCB84-F9BA-43D5-87BE-67443E8EF086}">
      <p15:sldGuideLst xmlns:p15="http://schemas.microsoft.com/office/powerpoint/2012/main">
        <p15:guide id="1" pos="3953">
          <p15:clr>
            <a:srgbClr val="FBAE40"/>
          </p15:clr>
        </p15:guide>
        <p15:guide id="2" pos="372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cSld name="Motivation">
    <p:spTree>
      <p:nvGrpSpPr>
        <p:cNvPr id="1" name=""/>
        <p:cNvGrpSpPr/>
        <p:nvPr/>
      </p:nvGrpSpPr>
      <p:grpSpPr>
        <a:xfrm>
          <a:off x="0" y="0"/>
          <a:ext cx="0" cy="0"/>
          <a:chOff x="0" y="0"/>
          <a:chExt cx="0" cy="0"/>
        </a:xfrm>
      </p:grpSpPr>
      <p:sp>
        <p:nvSpPr>
          <p:cNvPr id="3" name="Text Box 37"/>
          <p:cNvSpPr txBox="1">
            <a:spLocks noChangeArrowheads="1"/>
          </p:cNvSpPr>
          <p:nvPr userDrawn="1"/>
        </p:nvSpPr>
        <p:spPr bwMode="auto">
          <a:xfrm>
            <a:off x="213832" y="405762"/>
            <a:ext cx="1195713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tabLst>
                <a:tab pos="9334500" algn="r"/>
              </a:tabLst>
              <a:defRPr sz="2400">
                <a:solidFill>
                  <a:schemeClr val="tx1"/>
                </a:solidFill>
                <a:latin typeface="Times New Roman" pitchFamily="18" charset="0"/>
              </a:defRPr>
            </a:lvl1pPr>
            <a:lvl2pPr>
              <a:tabLst>
                <a:tab pos="9334500" algn="r"/>
              </a:tabLst>
              <a:defRPr sz="2400">
                <a:solidFill>
                  <a:schemeClr val="tx1"/>
                </a:solidFill>
                <a:latin typeface="Times New Roman" pitchFamily="18" charset="0"/>
              </a:defRPr>
            </a:lvl2pPr>
            <a:lvl3pPr>
              <a:tabLst>
                <a:tab pos="9334500" algn="r"/>
              </a:tabLst>
              <a:defRPr sz="2400">
                <a:solidFill>
                  <a:schemeClr val="tx1"/>
                </a:solidFill>
                <a:latin typeface="Times New Roman" pitchFamily="18" charset="0"/>
              </a:defRPr>
            </a:lvl3pPr>
            <a:lvl4pPr>
              <a:tabLst>
                <a:tab pos="9334500" algn="r"/>
              </a:tabLst>
              <a:defRPr sz="2400">
                <a:solidFill>
                  <a:schemeClr val="tx1"/>
                </a:solidFill>
                <a:latin typeface="Times New Roman" pitchFamily="18" charset="0"/>
              </a:defRPr>
            </a:lvl4pPr>
            <a:lvl5pPr>
              <a:tabLst>
                <a:tab pos="9334500" algn="r"/>
              </a:tabLst>
              <a:defRPr sz="2400">
                <a:solidFill>
                  <a:schemeClr val="tx1"/>
                </a:solidFill>
                <a:latin typeface="Times New Roman" pitchFamily="18" charset="0"/>
              </a:defRPr>
            </a:lvl5pPr>
            <a:lvl6pPr eaLnBrk="0" fontAlgn="base" hangingPunct="0">
              <a:spcBef>
                <a:spcPct val="0"/>
              </a:spcBef>
              <a:spcAft>
                <a:spcPct val="0"/>
              </a:spcAft>
              <a:tabLst>
                <a:tab pos="9334500" algn="r"/>
              </a:tabLst>
              <a:defRPr sz="2400">
                <a:solidFill>
                  <a:schemeClr val="tx1"/>
                </a:solidFill>
                <a:latin typeface="Times New Roman" pitchFamily="18" charset="0"/>
              </a:defRPr>
            </a:lvl6pPr>
            <a:lvl7pPr eaLnBrk="0" fontAlgn="base" hangingPunct="0">
              <a:spcBef>
                <a:spcPct val="0"/>
              </a:spcBef>
              <a:spcAft>
                <a:spcPct val="0"/>
              </a:spcAft>
              <a:tabLst>
                <a:tab pos="9334500" algn="r"/>
              </a:tabLst>
              <a:defRPr sz="2400">
                <a:solidFill>
                  <a:schemeClr val="tx1"/>
                </a:solidFill>
                <a:latin typeface="Times New Roman" pitchFamily="18" charset="0"/>
              </a:defRPr>
            </a:lvl7pPr>
            <a:lvl8pPr eaLnBrk="0" fontAlgn="base" hangingPunct="0">
              <a:spcBef>
                <a:spcPct val="0"/>
              </a:spcBef>
              <a:spcAft>
                <a:spcPct val="0"/>
              </a:spcAft>
              <a:tabLst>
                <a:tab pos="9334500" algn="r"/>
              </a:tabLst>
              <a:defRPr sz="2400">
                <a:solidFill>
                  <a:schemeClr val="tx1"/>
                </a:solidFill>
                <a:latin typeface="Times New Roman" pitchFamily="18" charset="0"/>
              </a:defRPr>
            </a:lvl8pPr>
            <a:lvl9pPr eaLnBrk="0" fontAlgn="base" hangingPunct="0">
              <a:spcBef>
                <a:spcPct val="0"/>
              </a:spcBef>
              <a:spcAft>
                <a:spcPct val="0"/>
              </a:spcAft>
              <a:tabLst>
                <a:tab pos="9334500" algn="r"/>
              </a:tabLst>
              <a:defRPr sz="2400">
                <a:solidFill>
                  <a:schemeClr val="tx1"/>
                </a:solidFill>
                <a:latin typeface="Times New Roman" pitchFamily="18" charset="0"/>
              </a:defRPr>
            </a:lvl9pPr>
          </a:lstStyle>
          <a:p>
            <a:pPr>
              <a:spcAft>
                <a:spcPct val="35000"/>
              </a:spcAft>
              <a:tabLst>
                <a:tab pos="9334500" algn="r"/>
              </a:tabLst>
              <a:defRPr/>
            </a:pPr>
            <a:r>
              <a:rPr lang="de-DE" sz="2000" b="1" dirty="0">
                <a:solidFill>
                  <a:srgbClr val="003865"/>
                </a:solidFill>
                <a:latin typeface="Arial" charset="0"/>
              </a:rPr>
              <a:t>DC</a:t>
            </a:r>
            <a:r>
              <a:rPr lang="de-DE" sz="2000" b="1" baseline="0" dirty="0">
                <a:solidFill>
                  <a:srgbClr val="003865"/>
                </a:solidFill>
                <a:latin typeface="Arial" charset="0"/>
              </a:rPr>
              <a:t> </a:t>
            </a:r>
            <a:r>
              <a:rPr lang="de-DE" sz="2000" b="1" dirty="0" err="1">
                <a:solidFill>
                  <a:srgbClr val="003865"/>
                </a:solidFill>
                <a:latin typeface="Arial" charset="0"/>
              </a:rPr>
              <a:t>Grids</a:t>
            </a:r>
            <a:r>
              <a:rPr lang="de-DE" sz="2000" b="1" baseline="0" dirty="0">
                <a:solidFill>
                  <a:srgbClr val="003865"/>
                </a:solidFill>
                <a:latin typeface="Arial" charset="0"/>
              </a:rPr>
              <a:t> </a:t>
            </a:r>
            <a:r>
              <a:rPr lang="de-DE" sz="2000" b="1" baseline="0" dirty="0" err="1">
                <a:solidFill>
                  <a:srgbClr val="003865"/>
                </a:solidFill>
                <a:latin typeface="Arial" charset="0"/>
              </a:rPr>
              <a:t>for</a:t>
            </a:r>
            <a:r>
              <a:rPr lang="de-DE" sz="2000" b="1" baseline="0" dirty="0">
                <a:solidFill>
                  <a:srgbClr val="003865"/>
                </a:solidFill>
                <a:latin typeface="Arial" charset="0"/>
              </a:rPr>
              <a:t> </a:t>
            </a:r>
            <a:r>
              <a:rPr lang="de-DE" sz="2000" b="1" baseline="0" dirty="0" err="1">
                <a:solidFill>
                  <a:srgbClr val="003865"/>
                </a:solidFill>
                <a:latin typeface="Arial" charset="0"/>
              </a:rPr>
              <a:t>Decentral</a:t>
            </a:r>
            <a:r>
              <a:rPr lang="de-DE" sz="2000" b="1" baseline="0" dirty="0">
                <a:solidFill>
                  <a:srgbClr val="003865"/>
                </a:solidFill>
                <a:latin typeface="Arial" charset="0"/>
              </a:rPr>
              <a:t> </a:t>
            </a:r>
            <a:r>
              <a:rPr lang="de-DE" sz="2000" b="1" baseline="0" dirty="0" err="1">
                <a:solidFill>
                  <a:srgbClr val="003865"/>
                </a:solidFill>
                <a:latin typeface="Arial" charset="0"/>
              </a:rPr>
              <a:t>Energy</a:t>
            </a:r>
            <a:r>
              <a:rPr lang="de-DE" sz="2000" b="1" baseline="0" dirty="0">
                <a:solidFill>
                  <a:srgbClr val="003865"/>
                </a:solidFill>
                <a:latin typeface="Arial" charset="0"/>
              </a:rPr>
              <a:t> Systems</a:t>
            </a:r>
            <a:r>
              <a:rPr lang="de-DE" sz="2000" dirty="0">
                <a:solidFill>
                  <a:srgbClr val="003865"/>
                </a:solidFill>
                <a:latin typeface="Arial" charset="0"/>
              </a:rPr>
              <a:t>	</a:t>
            </a:r>
            <a:r>
              <a:rPr lang="de-DE" sz="1800" dirty="0">
                <a:solidFill>
                  <a:srgbClr val="003865"/>
                </a:solidFill>
                <a:latin typeface="Arial" charset="0"/>
              </a:rPr>
              <a:t>Motivation</a:t>
            </a:r>
          </a:p>
        </p:txBody>
      </p:sp>
    </p:spTree>
    <p:extLst>
      <p:ext uri="{BB962C8B-B14F-4D97-AF65-F5344CB8AC3E}">
        <p14:creationId xmlns:p14="http://schemas.microsoft.com/office/powerpoint/2010/main" val="73813400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emf"/><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507918F-B2AA-4A76-81D6-4E27E906E31E}"/>
              </a:ext>
            </a:extLst>
          </p:cNvPr>
          <p:cNvGraphicFramePr>
            <a:graphicFrameLocks noChangeAspect="1"/>
          </p:cNvGraphicFramePr>
          <p:nvPr userDrawn="1">
            <p:custDataLst>
              <p:tags r:id="rId33"/>
            </p:custDataLst>
            <p:extLst>
              <p:ext uri="{D42A27DB-BD31-4B8C-83A1-F6EECF244321}">
                <p14:modId xmlns:p14="http://schemas.microsoft.com/office/powerpoint/2010/main" val="2565214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4" imgW="344" imgH="345" progId="TCLayout.ActiveDocument.1">
                  <p:embed/>
                </p:oleObj>
              </mc:Choice>
              <mc:Fallback>
                <p:oleObj name="think-cell Folie" r:id="rId34" imgW="344" imgH="345" progId="TCLayout.ActiveDocument.1">
                  <p:embed/>
                  <p:pic>
                    <p:nvPicPr>
                      <p:cNvPr id="0" name=""/>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EA78C480-B66C-43DB-AAEB-3790EF5A7664}"/>
              </a:ext>
            </a:extLst>
          </p:cNvPr>
          <p:cNvSpPr>
            <a:spLocks noGrp="1"/>
          </p:cNvSpPr>
          <p:nvPr>
            <p:ph type="title"/>
          </p:nvPr>
        </p:nvSpPr>
        <p:spPr bwMode="gray">
          <a:xfrm>
            <a:off x="479425" y="395588"/>
            <a:ext cx="11233150" cy="382733"/>
          </a:xfrm>
          <a:prstGeom prst="rect">
            <a:avLst/>
          </a:prstGeom>
        </p:spPr>
        <p:txBody>
          <a:bodyPr vert="horz" lIns="0" tIns="0" rIns="0" bIns="0" rtlCol="0" anchor="t">
            <a:spAutoFit/>
          </a:bodyPr>
          <a:lstStyle/>
          <a:p>
            <a:r>
              <a:rPr lang="de-DE" noProof="0" dirty="0"/>
              <a:t>Mastertitelformat bearbeiten</a:t>
            </a:r>
          </a:p>
        </p:txBody>
      </p:sp>
      <p:sp>
        <p:nvSpPr>
          <p:cNvPr id="3" name="Textplatzhalter 2">
            <a:extLst>
              <a:ext uri="{FF2B5EF4-FFF2-40B4-BE49-F238E27FC236}">
                <a16:creationId xmlns:a16="http://schemas.microsoft.com/office/drawing/2014/main" id="{C3ED48EE-75FC-48CE-8886-5B06675925EC}"/>
              </a:ext>
            </a:extLst>
          </p:cNvPr>
          <p:cNvSpPr>
            <a:spLocks noGrp="1"/>
          </p:cNvSpPr>
          <p:nvPr>
            <p:ph type="body" idx="1"/>
          </p:nvPr>
        </p:nvSpPr>
        <p:spPr bwMode="gray">
          <a:xfrm>
            <a:off x="478199" y="1703388"/>
            <a:ext cx="11234376" cy="2640595"/>
          </a:xfrm>
          <a:prstGeom prst="rect">
            <a:avLst/>
          </a:prstGeom>
        </p:spPr>
        <p:txBody>
          <a:bodyPr vert="horz" lIns="0" tIns="0" rIns="0" bIns="0" rtlCol="0">
            <a:spAutoFit/>
          </a:bodyPr>
          <a:lstStyle/>
          <a:p>
            <a:pPr lvl="0"/>
            <a:r>
              <a:rPr lang="de-DE" noProof="0" dirty="0"/>
              <a:t>Mastertextformat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a:p>
            <a:pPr lvl="5"/>
            <a:r>
              <a:rPr lang="de-DE" noProof="0" dirty="0"/>
              <a:t>Sechste Ebene</a:t>
            </a:r>
          </a:p>
          <a:p>
            <a:pPr lvl="6"/>
            <a:r>
              <a:rPr lang="de-DE" noProof="0" dirty="0"/>
              <a:t>Siebte Ebene</a:t>
            </a:r>
          </a:p>
          <a:p>
            <a:pPr lvl="7"/>
            <a:r>
              <a:rPr lang="de-DE" noProof="0" dirty="0"/>
              <a:t>Achte Ebene</a:t>
            </a:r>
          </a:p>
          <a:p>
            <a:pPr lvl="8"/>
            <a:r>
              <a:rPr lang="de-DE" noProof="0" dirty="0"/>
              <a:t>Neunte Ebene</a:t>
            </a:r>
          </a:p>
        </p:txBody>
      </p:sp>
      <p:sp>
        <p:nvSpPr>
          <p:cNvPr id="4" name="Datumsplatzhalter">
            <a:extLst>
              <a:ext uri="{FF2B5EF4-FFF2-40B4-BE49-F238E27FC236}">
                <a16:creationId xmlns:a16="http://schemas.microsoft.com/office/drawing/2014/main" id="{F9CDF1F4-2065-4A60-8377-ED9014CA8CBB}"/>
              </a:ext>
            </a:extLst>
          </p:cNvPr>
          <p:cNvSpPr>
            <a:spLocks noGrp="1"/>
          </p:cNvSpPr>
          <p:nvPr>
            <p:ph type="dt" sz="half" idx="2"/>
          </p:nvPr>
        </p:nvSpPr>
        <p:spPr bwMode="gray">
          <a:xfrm>
            <a:off x="1388048" y="6455836"/>
            <a:ext cx="720000" cy="123111"/>
          </a:xfrm>
          <a:prstGeom prst="rect">
            <a:avLst/>
          </a:prstGeom>
        </p:spPr>
        <p:txBody>
          <a:bodyPr vert="horz" lIns="0" tIns="0" rIns="0" bIns="0" rtlCol="0" anchor="ctr">
            <a:noAutofit/>
          </a:bodyPr>
          <a:lstStyle>
            <a:lvl1pPr algn="l">
              <a:defRPr sz="800">
                <a:solidFill>
                  <a:schemeClr val="tx1"/>
                </a:solidFill>
                <a:latin typeface="+mn-lt"/>
              </a:defRPr>
            </a:lvl1pPr>
          </a:lstStyle>
          <a:p>
            <a:fld id="{18404E2F-0DC3-491D-BBFF-E567024868D0}" type="datetime1">
              <a:rPr lang="de-DE" noProof="0" smtClean="0"/>
              <a:t>13.05.2026</a:t>
            </a:fld>
            <a:endParaRPr lang="de-DE" noProof="0" dirty="0"/>
          </a:p>
        </p:txBody>
      </p:sp>
      <p:sp>
        <p:nvSpPr>
          <p:cNvPr id="5" name="Copyright Fraunhofer">
            <a:extLst>
              <a:ext uri="{FF2B5EF4-FFF2-40B4-BE49-F238E27FC236}">
                <a16:creationId xmlns:a16="http://schemas.microsoft.com/office/drawing/2014/main" id="{5FF3544A-E0F0-4101-A728-3DFB567F7766}"/>
              </a:ext>
            </a:extLst>
          </p:cNvPr>
          <p:cNvSpPr>
            <a:spLocks noGrp="1"/>
          </p:cNvSpPr>
          <p:nvPr>
            <p:ph type="ftr" sz="quarter" idx="3"/>
          </p:nvPr>
        </p:nvSpPr>
        <p:spPr bwMode="gray">
          <a:xfrm>
            <a:off x="2297897" y="6455836"/>
            <a:ext cx="2952000" cy="123111"/>
          </a:xfrm>
          <a:prstGeom prst="rect">
            <a:avLst/>
          </a:prstGeom>
        </p:spPr>
        <p:txBody>
          <a:bodyPr vert="horz" lIns="0" tIns="0" rIns="0" bIns="0" rtlCol="0" anchor="ctr">
            <a:noAutofit/>
          </a:bodyPr>
          <a:lstStyle>
            <a:lvl1pPr algn="l">
              <a:defRPr sz="800">
                <a:solidFill>
                  <a:schemeClr val="tx1"/>
                </a:solidFill>
                <a:latin typeface="+mn-lt"/>
              </a:defRPr>
            </a:lvl1pPr>
          </a:lstStyle>
          <a:p>
            <a:r>
              <a:rPr lang="de-DE" noProof="0"/>
              <a:t>© Fraunhofer IISB</a:t>
            </a:r>
            <a:endParaRPr lang="de-DE" noProof="0" dirty="0"/>
          </a:p>
        </p:txBody>
      </p:sp>
      <p:cxnSp>
        <p:nvCxnSpPr>
          <p:cNvPr id="34" name="Gerader Verbinder 33">
            <a:extLst>
              <a:ext uri="{FF2B5EF4-FFF2-40B4-BE49-F238E27FC236}">
                <a16:creationId xmlns:a16="http://schemas.microsoft.com/office/drawing/2014/main" id="{ED49F1F8-4B89-4B18-B579-CD843138501E}"/>
              </a:ext>
            </a:extLst>
          </p:cNvPr>
          <p:cNvCxnSpPr>
            <a:cxnSpLocks/>
          </p:cNvCxnSpPr>
          <p:nvPr userDrawn="1"/>
        </p:nvCxnSpPr>
        <p:spPr bwMode="gray">
          <a:xfrm>
            <a:off x="479425" y="1245411"/>
            <a:ext cx="360000" cy="0"/>
          </a:xfrm>
          <a:prstGeom prst="line">
            <a:avLst/>
          </a:prstGeom>
          <a:noFill/>
          <a:ln w="50800" cap="flat" cmpd="sng" algn="ctr">
            <a:solidFill>
              <a:schemeClr val="accent1"/>
            </a:solidFill>
            <a:prstDash val="solid"/>
            <a:round/>
            <a:headEnd type="none" w="med" len="med"/>
            <a:tailEnd type="none" w="med" len="med"/>
          </a:ln>
          <a:effectLst/>
        </p:spPr>
      </p:cxnSp>
      <p:cxnSp>
        <p:nvCxnSpPr>
          <p:cNvPr id="42" name="Gerader Verbinder 41">
            <a:extLst>
              <a:ext uri="{FF2B5EF4-FFF2-40B4-BE49-F238E27FC236}">
                <a16:creationId xmlns:a16="http://schemas.microsoft.com/office/drawing/2014/main" id="{86070D71-EE9E-4293-96A3-C2A0A07F7A62}"/>
              </a:ext>
            </a:extLst>
          </p:cNvPr>
          <p:cNvCxnSpPr/>
          <p:nvPr userDrawn="1"/>
        </p:nvCxnSpPr>
        <p:spPr bwMode="gray">
          <a:xfrm>
            <a:off x="0" y="6143625"/>
            <a:ext cx="12192000"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
        <p:nvSpPr>
          <p:cNvPr id="44" name="Informationsklassifizierung">
            <a:extLst>
              <a:ext uri="{FF2B5EF4-FFF2-40B4-BE49-F238E27FC236}">
                <a16:creationId xmlns:a16="http://schemas.microsoft.com/office/drawing/2014/main" id="{6C489D0F-950D-4913-86C7-7EB1061786F3}"/>
              </a:ext>
            </a:extLst>
          </p:cNvPr>
          <p:cNvSpPr txBox="1">
            <a:spLocks/>
          </p:cNvSpPr>
          <p:nvPr userDrawn="1"/>
        </p:nvSpPr>
        <p:spPr bwMode="gray">
          <a:xfrm>
            <a:off x="5373847" y="6455836"/>
            <a:ext cx="1444306" cy="123111"/>
          </a:xfrm>
          <a:prstGeom prst="rect">
            <a:avLst/>
          </a:prstGeom>
          <a:noFill/>
        </p:spPr>
        <p:txBody>
          <a:bodyPr wrap="none" lIns="0" tIns="0" rIns="0" bIns="0" rtlCol="0">
            <a:noAutofit/>
          </a:bodyPr>
          <a:lstStyle/>
          <a:p>
            <a:pPr algn="ctr"/>
            <a:r>
              <a:rPr lang="en-US" sz="800" b="1" dirty="0">
                <a:latin typeface="+mj-lt"/>
              </a:rPr>
              <a:t>Restricted</a:t>
            </a:r>
          </a:p>
        </p:txBody>
      </p:sp>
      <p:sp>
        <p:nvSpPr>
          <p:cNvPr id="9" name="Foliennummernplatzhalter 8">
            <a:extLst>
              <a:ext uri="{FF2B5EF4-FFF2-40B4-BE49-F238E27FC236}">
                <a16:creationId xmlns:a16="http://schemas.microsoft.com/office/drawing/2014/main" id="{93FFAE78-FC0D-4DC3-A58F-888E658BE28B}"/>
              </a:ext>
            </a:extLst>
          </p:cNvPr>
          <p:cNvSpPr>
            <a:spLocks noGrp="1"/>
          </p:cNvSpPr>
          <p:nvPr>
            <p:ph type="sldNum" sz="quarter" idx="4"/>
          </p:nvPr>
        </p:nvSpPr>
        <p:spPr>
          <a:xfrm>
            <a:off x="479425" y="6455836"/>
            <a:ext cx="720000" cy="123111"/>
          </a:xfrm>
          <a:prstGeom prst="rect">
            <a:avLst/>
          </a:prstGeom>
        </p:spPr>
        <p:txBody>
          <a:bodyPr vert="horz" lIns="0" tIns="0" rIns="0" bIns="0" rtlCol="0" anchor="ctr">
            <a:spAutoFit/>
          </a:bodyPr>
          <a:lstStyle>
            <a:lvl1pPr algn="l">
              <a:defRPr sz="800">
                <a:solidFill>
                  <a:schemeClr val="tx1"/>
                </a:solidFill>
              </a:defRPr>
            </a:lvl1pPr>
          </a:lstStyle>
          <a:p>
            <a:r>
              <a:rPr lang="de-DE" noProof="0" dirty="0"/>
              <a:t>Seite</a:t>
            </a:r>
            <a:r>
              <a:rPr lang="en-US" dirty="0"/>
              <a:t> </a:t>
            </a:r>
            <a:fld id="{401BA3E4-5E55-4F99-AF09-CC6D6B2539E2}" type="slidenum">
              <a:rPr lang="en-US" smtClean="0"/>
              <a:pPr/>
              <a:t>‹Nr.›</a:t>
            </a:fld>
            <a:endParaRPr lang="en-US" dirty="0"/>
          </a:p>
        </p:txBody>
      </p:sp>
      <p:pic>
        <p:nvPicPr>
          <p:cNvPr id="12" name="iisb_rgb">
            <a:extLst>
              <a:ext uri="{FF2B5EF4-FFF2-40B4-BE49-F238E27FC236}">
                <a16:creationId xmlns:a16="http://schemas.microsoft.com/office/drawing/2014/main" id="{5760E9C6-DA5B-4B4B-A54A-8AB38C21209F}"/>
              </a:ext>
            </a:extLst>
          </p:cNvPr>
          <p:cNvPicPr>
            <a:picLocks noChangeAspect="1"/>
          </p:cNvPicPr>
          <p:nvPr userDrawn="1"/>
        </p:nvPicPr>
        <p:blipFill>
          <a:blip r:embed="rId36"/>
          <a:stretch>
            <a:fillRect/>
          </a:stretch>
        </p:blipFill>
        <p:spPr>
          <a:xfrm>
            <a:off x="10309226" y="6334126"/>
            <a:ext cx="1404000" cy="372875"/>
          </a:xfrm>
          <a:prstGeom prst="rect">
            <a:avLst/>
          </a:prstGeom>
        </p:spPr>
      </p:pic>
    </p:spTree>
    <p:extLst>
      <p:ext uri="{BB962C8B-B14F-4D97-AF65-F5344CB8AC3E}">
        <p14:creationId xmlns:p14="http://schemas.microsoft.com/office/powerpoint/2010/main" val="357623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 id="2147483661" r:id="rId12"/>
    <p:sldLayoutId id="2147483663" r:id="rId13"/>
    <p:sldLayoutId id="2147483668" r:id="rId14"/>
    <p:sldLayoutId id="2147483665" r:id="rId15"/>
    <p:sldLayoutId id="2147483671" r:id="rId16"/>
    <p:sldLayoutId id="2147483664" r:id="rId17"/>
    <p:sldLayoutId id="2147483667" r:id="rId18"/>
    <p:sldLayoutId id="2147483659" r:id="rId19"/>
    <p:sldLayoutId id="2147483678" r:id="rId20"/>
    <p:sldLayoutId id="2147483666" r:id="rId21"/>
    <p:sldLayoutId id="2147483669" r:id="rId22"/>
    <p:sldLayoutId id="2147483670" r:id="rId23"/>
    <p:sldLayoutId id="2147483672" r:id="rId24"/>
    <p:sldLayoutId id="2147483673" r:id="rId25"/>
    <p:sldLayoutId id="2147483674" r:id="rId26"/>
    <p:sldLayoutId id="2147483675" r:id="rId27"/>
    <p:sldLayoutId id="2147483676" r:id="rId28"/>
    <p:sldLayoutId id="2147483677" r:id="rId29"/>
    <p:sldLayoutId id="2147483679" r:id="rId30"/>
    <p:sldLayoutId id="2147483680" r:id="rId31"/>
  </p:sldLayoutIdLst>
  <p:hf hdr="0"/>
  <p:txStyles>
    <p:titleStyle>
      <a:lvl1pPr algn="l" defTabSz="914400" rtl="0" eaLnBrk="1" latinLnBrk="0" hangingPunct="1">
        <a:lnSpc>
          <a:spcPct val="110000"/>
        </a:lnSpc>
        <a:spcBef>
          <a:spcPct val="0"/>
        </a:spcBef>
        <a:buNone/>
        <a:defRPr sz="2400" b="0" kern="1200">
          <a:solidFill>
            <a:schemeClr val="accent2"/>
          </a:solidFill>
          <a:latin typeface="Frutiger LT Com 65 Bold" panose="020B0803030504020204" pitchFamily="34" charset="0"/>
          <a:ea typeface="+mj-ea"/>
          <a:cs typeface="+mj-cs"/>
        </a:defRPr>
      </a:lvl1pPr>
    </p:titleStyle>
    <p:bodyStyle>
      <a:lvl1pPr marL="0" indent="0" algn="l" defTabSz="914400" rtl="0" eaLnBrk="1" latinLnBrk="0" hangingPunct="1">
        <a:lnSpc>
          <a:spcPct val="11000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ct val="11000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ct val="11000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ct val="11000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ct val="11000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3" orient="horz" pos="300" userDrawn="1">
          <p15:clr>
            <a:srgbClr val="F26B43"/>
          </p15:clr>
        </p15:guide>
        <p15:guide id="4" orient="horz" pos="4133" userDrawn="1">
          <p15:clr>
            <a:srgbClr val="F26B43"/>
          </p15:clr>
        </p15:guide>
        <p15:guide id="5" orient="horz" pos="3770" userDrawn="1">
          <p15:clr>
            <a:srgbClr val="F26B43"/>
          </p15:clr>
        </p15:guide>
        <p15:guide id="8" orient="horz" pos="107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19.xml"/><Relationship Id="rId5" Type="http://schemas.openxmlformats.org/officeDocument/2006/relationships/image" Target="../media/image9.emf"/><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chart" Target="../charts/chart2.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30.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4.xml"/><Relationship Id="rId1" Type="http://schemas.openxmlformats.org/officeDocument/2006/relationships/tags" Target="../tags/tag33.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image" Target="../media/image20.png"/><Relationship Id="rId16" Type="http://schemas.openxmlformats.org/officeDocument/2006/relationships/image" Target="../media/image34.png"/><Relationship Id="rId1" Type="http://schemas.openxmlformats.org/officeDocument/2006/relationships/slideLayout" Target="../slideLayouts/slideLayout19.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2.bin"/><Relationship Id="rId7" Type="http://schemas.openxmlformats.org/officeDocument/2006/relationships/hyperlink" Target="https://en.wikipedia.org/wiki/War_of_the_currents" TargetMode="External"/><Relationship Id="rId2" Type="http://schemas.openxmlformats.org/officeDocument/2006/relationships/slideLayout" Target="../slideLayouts/slideLayout14.xml"/><Relationship Id="rId1" Type="http://schemas.openxmlformats.org/officeDocument/2006/relationships/tags" Target="../tags/tag34.xml"/><Relationship Id="rId6" Type="http://schemas.openxmlformats.org/officeDocument/2006/relationships/image" Target="../media/image42.png"/><Relationship Id="rId5" Type="http://schemas.openxmlformats.org/officeDocument/2006/relationships/image" Target="../media/image41.jpg"/><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890.png"/><Relationship Id="rId1" Type="http://schemas.openxmlformats.org/officeDocument/2006/relationships/slideLayout" Target="../slideLayouts/slideLayout14.xml"/><Relationship Id="rId4" Type="http://schemas.openxmlformats.org/officeDocument/2006/relationships/image" Target="../media/image90.png"/></Relationships>
</file>

<file path=ppt/slides/_rels/slide1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chart" Target="../charts/chart3.xml"/><Relationship Id="rId1" Type="http://schemas.openxmlformats.org/officeDocument/2006/relationships/slideLayout" Target="../slideLayouts/slideLayout19.xml"/><Relationship Id="rId4" Type="http://schemas.openxmlformats.org/officeDocument/2006/relationships/chart" Target="../charts/chart4.xml"/></Relationships>
</file>

<file path=ppt/slides/_rels/slide17.xml.rels><?xml version="1.0" encoding="UTF-8" standalone="yes"?>
<Relationships xmlns="http://schemas.openxmlformats.org/package/2006/relationships"><Relationship Id="rId8" Type="http://schemas.openxmlformats.org/officeDocument/2006/relationships/hyperlink" Target="https://de.wikipedia.org/wiki/L%C3%A4nder%C3%BCbersicht_Steckertypen,_Netzspannungen_und_-frequenzen" TargetMode="External"/><Relationship Id="rId3" Type="http://schemas.openxmlformats.org/officeDocument/2006/relationships/chart" Target="../charts/chart5.xml"/><Relationship Id="rId7" Type="http://schemas.openxmlformats.org/officeDocument/2006/relationships/image" Target="../media/image47.png"/><Relationship Id="rId2" Type="http://schemas.openxmlformats.org/officeDocument/2006/relationships/chart" Target="../charts/chart5.xml"/><Relationship Id="rId1" Type="http://schemas.openxmlformats.org/officeDocument/2006/relationships/slideLayout" Target="../slideLayouts/slideLayout19.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xml"/><Relationship Id="rId1" Type="http://schemas.openxmlformats.org/officeDocument/2006/relationships/slideLayout" Target="../slideLayouts/slideLayout31.xml"/><Relationship Id="rId5" Type="http://schemas.openxmlformats.org/officeDocument/2006/relationships/image" Target="../media/image50.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jpeg"/><Relationship Id="rId2" Type="http://schemas.openxmlformats.org/officeDocument/2006/relationships/notesSlide" Target="../notesSlides/notesSlide7.xml"/><Relationship Id="rId1" Type="http://schemas.openxmlformats.org/officeDocument/2006/relationships/slideLayout" Target="../slideLayouts/slideLayout31.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jpeg"/><Relationship Id="rId9" Type="http://schemas.openxmlformats.org/officeDocument/2006/relationships/image" Target="../media/image43.jpeg"/></Relationships>
</file>

<file path=ppt/slides/_rels/slide2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jpeg"/><Relationship Id="rId7" Type="http://schemas.openxmlformats.org/officeDocument/2006/relationships/image" Target="../media/image61.png"/><Relationship Id="rId2" Type="http://schemas.openxmlformats.org/officeDocument/2006/relationships/notesSlide" Target="../notesSlides/notesSlide8.xml"/><Relationship Id="rId1" Type="http://schemas.openxmlformats.org/officeDocument/2006/relationships/slideLayout" Target="../slideLayouts/slideLayout31.xml"/><Relationship Id="rId6" Type="http://schemas.openxmlformats.org/officeDocument/2006/relationships/image" Target="../media/image60.png"/><Relationship Id="rId5" Type="http://schemas.openxmlformats.org/officeDocument/2006/relationships/image" Target="../media/image59.jpeg"/><Relationship Id="rId4" Type="http://schemas.openxmlformats.org/officeDocument/2006/relationships/image" Target="../media/image58.jpeg"/><Relationship Id="rId9" Type="http://schemas.openxmlformats.org/officeDocument/2006/relationships/image" Target="../media/image60.jpeg"/></Relationships>
</file>

<file path=ppt/slides/_rels/slide21.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jpeg"/><Relationship Id="rId7" Type="http://schemas.openxmlformats.org/officeDocument/2006/relationships/image" Target="../media/image66.jpeg"/><Relationship Id="rId2" Type="http://schemas.openxmlformats.org/officeDocument/2006/relationships/image" Target="../media/image61.jpeg"/><Relationship Id="rId1" Type="http://schemas.openxmlformats.org/officeDocument/2006/relationships/slideLayout" Target="../slideLayouts/slideLayout31.xml"/><Relationship Id="rId6" Type="http://schemas.openxmlformats.org/officeDocument/2006/relationships/image" Target="../media/image65.jpeg"/><Relationship Id="rId5" Type="http://schemas.openxmlformats.org/officeDocument/2006/relationships/image" Target="../media/image64.jpeg"/><Relationship Id="rId4" Type="http://schemas.openxmlformats.org/officeDocument/2006/relationships/image" Target="../media/image63.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hyperlink" Target="https://suedlink.com/s-h" TargetMode="External"/><Relationship Id="rId2" Type="http://schemas.openxmlformats.org/officeDocument/2006/relationships/hyperlink" Target="https://www.haz.de/lokales/umland/neustadt/suedlink-in-neustadt-grosse-transporter-liefern-kabel-fuer-stromtrasse-DWAQPQIG5PCYHQMKWUJHXWEQY4.html" TargetMode="External"/><Relationship Id="rId1" Type="http://schemas.openxmlformats.org/officeDocument/2006/relationships/slideLayout" Target="../slideLayouts/slideLayout19.xml"/><Relationship Id="rId6" Type="http://schemas.openxmlformats.org/officeDocument/2006/relationships/image" Target="../media/image72.jpeg"/><Relationship Id="rId5" Type="http://schemas.openxmlformats.org/officeDocument/2006/relationships/image" Target="../media/image71.jpeg"/><Relationship Id="rId4" Type="http://schemas.openxmlformats.org/officeDocument/2006/relationships/image" Target="../media/image70.png"/></Relationships>
</file>

<file path=ppt/slides/_rels/slide25.xml.rels><?xml version="1.0" encoding="UTF-8" standalone="yes"?>
<Relationships xmlns="http://schemas.openxmlformats.org/package/2006/relationships"><Relationship Id="rId3" Type="http://schemas.openxmlformats.org/officeDocument/2006/relationships/hyperlink" Target="https://suedlink.com/s-h" TargetMode="External"/><Relationship Id="rId2" Type="http://schemas.openxmlformats.org/officeDocument/2006/relationships/hyperlink" Target="https://www.haz.de/lokales/umland/neustadt/suedlink-in-neustadt-grosse-transporter-liefern-kabel-fuer-stromtrasse-DWAQPQIG5PCYHQMKWUJHXWEQY4.html" TargetMode="External"/><Relationship Id="rId1" Type="http://schemas.openxmlformats.org/officeDocument/2006/relationships/slideLayout" Target="../slideLayouts/slideLayout19.xml"/><Relationship Id="rId5" Type="http://schemas.openxmlformats.org/officeDocument/2006/relationships/image" Target="../media/image74.jpeg"/><Relationship Id="rId4" Type="http://schemas.openxmlformats.org/officeDocument/2006/relationships/image" Target="../media/image73.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8.xml"/><Relationship Id="rId1" Type="http://schemas.openxmlformats.org/officeDocument/2006/relationships/tags" Target="../tags/tag35.xml"/><Relationship Id="rId6" Type="http://schemas.openxmlformats.org/officeDocument/2006/relationships/hyperlink" Target="mailto:moritz.bosch@iisb.fraunhofer.de" TargetMode="External"/><Relationship Id="rId5" Type="http://schemas.openxmlformats.org/officeDocument/2006/relationships/hyperlink" Target="mailto:adrian.keil@iisb.fraunhofer.de" TargetMode="Externa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11CDC082-012F-4E61-858B-C0FB30EFD63D}"/>
              </a:ext>
            </a:extLst>
          </p:cNvPr>
          <p:cNvSpPr>
            <a:spLocks noGrp="1"/>
          </p:cNvSpPr>
          <p:nvPr>
            <p:ph type="body" sz="quarter" idx="11"/>
          </p:nvPr>
        </p:nvSpPr>
        <p:spPr bwMode="gray">
          <a:xfrm>
            <a:off x="479425" y="2962857"/>
            <a:ext cx="11233150" cy="3022018"/>
          </a:xfrm>
        </p:spPr>
        <p:txBody>
          <a:bodyPr lIns="0"/>
          <a:lstStyle/>
          <a:p>
            <a:pPr lvl="0">
              <a:lnSpc>
                <a:spcPct val="110000"/>
              </a:lnSpc>
            </a:pPr>
            <a:r>
              <a:rPr lang="en-US" sz="2400" dirty="0">
                <a:solidFill>
                  <a:prstClr val="white"/>
                </a:solidFill>
                <a:latin typeface="Frutiger LT Com 65 Bold"/>
              </a:rPr>
              <a:t>Guest Lecture at the Aichi Institute of Technology</a:t>
            </a:r>
            <a:endParaRPr lang="de-DE" sz="2400" dirty="0">
              <a:solidFill>
                <a:prstClr val="white"/>
              </a:solidFill>
              <a:latin typeface="Frutiger LT Com 65 Bold"/>
            </a:endParaRPr>
          </a:p>
          <a:p>
            <a:pPr lvl="0">
              <a:lnSpc>
                <a:spcPct val="110000"/>
              </a:lnSpc>
            </a:pPr>
            <a:r>
              <a:rPr lang="de-DE" sz="2000" dirty="0">
                <a:solidFill>
                  <a:prstClr val="white"/>
                </a:solidFill>
                <a:latin typeface="Frutiger LT Com 45 Light" panose="020B0303030504020204" pitchFamily="34" charset="0"/>
              </a:rPr>
              <a:t>Adrian Keil (</a:t>
            </a:r>
            <a:r>
              <a:rPr lang="de-DE" sz="2000" dirty="0" err="1">
                <a:solidFill>
                  <a:prstClr val="white"/>
                </a:solidFill>
                <a:latin typeface="Frutiger LT Com 45 Light" panose="020B0303030504020204" pitchFamily="34" charset="0"/>
              </a:rPr>
              <a:t>M.Sc</a:t>
            </a:r>
            <a:r>
              <a:rPr lang="de-DE" sz="2000" dirty="0">
                <a:solidFill>
                  <a:prstClr val="white"/>
                </a:solidFill>
                <a:latin typeface="Frutiger LT Com 45 Light" panose="020B0303030504020204" pitchFamily="34" charset="0"/>
              </a:rPr>
              <a:t>.) and Moritz Bosch (</a:t>
            </a:r>
            <a:r>
              <a:rPr lang="de-DE" sz="2000" dirty="0" err="1">
                <a:solidFill>
                  <a:prstClr val="white"/>
                </a:solidFill>
                <a:latin typeface="Frutiger LT Com 45 Light" panose="020B0303030504020204" pitchFamily="34" charset="0"/>
              </a:rPr>
              <a:t>M.Sc</a:t>
            </a:r>
            <a:r>
              <a:rPr lang="de-DE" sz="2000" dirty="0">
                <a:solidFill>
                  <a:prstClr val="white"/>
                </a:solidFill>
                <a:latin typeface="Frutiger LT Com 45 Light" panose="020B0303030504020204" pitchFamily="34" charset="0"/>
              </a:rPr>
              <a:t>.)</a:t>
            </a:r>
          </a:p>
          <a:p>
            <a:pPr lvl="1">
              <a:lnSpc>
                <a:spcPts val="4800"/>
              </a:lnSpc>
              <a:spcAft>
                <a:spcPts val="960"/>
              </a:spcAft>
            </a:pPr>
            <a:r>
              <a:rPr lang="de-DE" sz="6240" b="1" dirty="0">
                <a:solidFill>
                  <a:prstClr val="white"/>
                </a:solidFill>
              </a:rPr>
              <a:t>—</a:t>
            </a:r>
          </a:p>
          <a:p>
            <a:pPr lvl="2">
              <a:lnSpc>
                <a:spcPct val="100000"/>
              </a:lnSpc>
            </a:pPr>
            <a:r>
              <a:rPr lang="de-DE" sz="4800" dirty="0" err="1">
                <a:solidFill>
                  <a:prstClr val="white"/>
                </a:solidFill>
                <a:latin typeface="Frutiger LT Com 45 Light"/>
              </a:rPr>
              <a:t>Introduction</a:t>
            </a:r>
            <a:r>
              <a:rPr lang="de-DE" sz="4800" dirty="0">
                <a:solidFill>
                  <a:prstClr val="white"/>
                </a:solidFill>
                <a:latin typeface="Frutiger LT Com 45 Light"/>
              </a:rPr>
              <a:t> </a:t>
            </a:r>
            <a:r>
              <a:rPr lang="de-DE" sz="4800" dirty="0" err="1">
                <a:solidFill>
                  <a:prstClr val="white"/>
                </a:solidFill>
                <a:latin typeface="Frutiger LT Com 45 Light"/>
              </a:rPr>
              <a:t>to</a:t>
            </a:r>
            <a:r>
              <a:rPr lang="de-DE" sz="4800" dirty="0">
                <a:solidFill>
                  <a:prstClr val="white"/>
                </a:solidFill>
                <a:latin typeface="Frutiger LT Com 45 Light"/>
              </a:rPr>
              <a:t> DC-Grids</a:t>
            </a:r>
          </a:p>
        </p:txBody>
      </p:sp>
      <p:pic>
        <p:nvPicPr>
          <p:cNvPr id="4" name="iisb_rgb_modul">
            <a:extLst>
              <a:ext uri="{FF2B5EF4-FFF2-40B4-BE49-F238E27FC236}">
                <a16:creationId xmlns:a16="http://schemas.microsoft.com/office/drawing/2014/main" id="{262815D4-43AE-4636-A622-DB89FDDEB21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192575" y="476250"/>
            <a:ext cx="2520000" cy="917000"/>
          </a:xfrm>
          <a:prstGeom prst="rect">
            <a:avLst/>
          </a:prstGeom>
        </p:spPr>
      </p:pic>
    </p:spTree>
    <p:extLst>
      <p:ext uri="{BB962C8B-B14F-4D97-AF65-F5344CB8AC3E}">
        <p14:creationId xmlns:p14="http://schemas.microsoft.com/office/powerpoint/2010/main" val="3330571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C37BF81C-DB2B-EB23-C5A4-15348512A40F}"/>
              </a:ext>
            </a:extLst>
          </p:cNvPr>
          <p:cNvSpPr>
            <a:spLocks noGrp="1"/>
          </p:cNvSpPr>
          <p:nvPr>
            <p:ph type="dt" sz="half" idx="12"/>
          </p:nvPr>
        </p:nvSpPr>
        <p:spPr/>
        <p:txBody>
          <a:bodyPr/>
          <a:lstStyle/>
          <a:p>
            <a:fld id="{BE4F662B-8B67-467B-B579-81B65A21735B}" type="datetime1">
              <a:rPr lang="de-DE" noProof="0" smtClean="0"/>
              <a:t>13.05.2026</a:t>
            </a:fld>
            <a:endParaRPr lang="de-DE" noProof="0" dirty="0"/>
          </a:p>
        </p:txBody>
      </p:sp>
      <p:sp>
        <p:nvSpPr>
          <p:cNvPr id="4" name="Fußzeilenplatzhalter 3">
            <a:extLst>
              <a:ext uri="{FF2B5EF4-FFF2-40B4-BE49-F238E27FC236}">
                <a16:creationId xmlns:a16="http://schemas.microsoft.com/office/drawing/2014/main" id="{6DCA10C4-CC37-D567-DA41-2D3489B068D2}"/>
              </a:ext>
            </a:extLst>
          </p:cNvPr>
          <p:cNvSpPr>
            <a:spLocks noGrp="1"/>
          </p:cNvSpPr>
          <p:nvPr>
            <p:ph type="ftr" sz="quarter" idx="13"/>
          </p:nvPr>
        </p:nvSpPr>
        <p:spPr/>
        <p:txBody>
          <a:bodyPr/>
          <a:lstStyle/>
          <a:p>
            <a:r>
              <a:rPr lang="de-DE" noProof="0"/>
              <a:t>© Fraunhofer IISB</a:t>
            </a:r>
            <a:endParaRPr lang="de-DE" noProof="0" dirty="0"/>
          </a:p>
        </p:txBody>
      </p:sp>
      <p:sp>
        <p:nvSpPr>
          <p:cNvPr id="5" name="Foliennummernplatzhalter 4">
            <a:extLst>
              <a:ext uri="{FF2B5EF4-FFF2-40B4-BE49-F238E27FC236}">
                <a16:creationId xmlns:a16="http://schemas.microsoft.com/office/drawing/2014/main" id="{300E5F56-3292-AAE3-3CB1-63DF9134F508}"/>
              </a:ext>
            </a:extLst>
          </p:cNvPr>
          <p:cNvSpPr>
            <a:spLocks noGrp="1"/>
          </p:cNvSpPr>
          <p:nvPr>
            <p:ph type="sldNum" sz="quarter" idx="14"/>
          </p:nvPr>
        </p:nvSpPr>
        <p:spPr/>
        <p:txBody>
          <a:bodyPr/>
          <a:lstStyle/>
          <a:p>
            <a:r>
              <a:rPr lang="de-DE" noProof="0"/>
              <a:t>Seite</a:t>
            </a:r>
            <a:r>
              <a:rPr lang="en-US"/>
              <a:t> </a:t>
            </a:r>
            <a:fld id="{401BA3E4-5E55-4F99-AF09-CC6D6B2539E2}" type="slidenum">
              <a:rPr lang="en-US" smtClean="0"/>
              <a:pPr/>
              <a:t>2</a:t>
            </a:fld>
            <a:endParaRPr lang="en-US" dirty="0"/>
          </a:p>
        </p:txBody>
      </p:sp>
      <p:sp>
        <p:nvSpPr>
          <p:cNvPr id="6" name="Textplatzhalter 4">
            <a:extLst>
              <a:ext uri="{FF2B5EF4-FFF2-40B4-BE49-F238E27FC236}">
                <a16:creationId xmlns:a16="http://schemas.microsoft.com/office/drawing/2014/main" id="{B631B40C-F51C-0506-55DE-AE63886EA15E}"/>
              </a:ext>
            </a:extLst>
          </p:cNvPr>
          <p:cNvSpPr txBox="1">
            <a:spLocks/>
          </p:cNvSpPr>
          <p:nvPr/>
        </p:nvSpPr>
        <p:spPr bwMode="gray">
          <a:xfrm>
            <a:off x="478198" y="2880000"/>
            <a:ext cx="7346583" cy="1743041"/>
          </a:xfrm>
          <a:prstGeom prst="rect">
            <a:avLst/>
          </a:prstGeom>
          <a:noFill/>
        </p:spPr>
        <p:txBody>
          <a:bodyPr vert="horz" wrap="square" lIns="0" tIns="0" rIns="0" bIns="0" rtlCol="0" anchor="t">
            <a:spAutoFit/>
          </a:bodyPr>
          <a:lstStyle>
            <a:lvl1pPr marL="0" indent="0" algn="l" defTabSz="914400" rtl="0" eaLnBrk="1" latinLnBrk="0" hangingPunct="1">
              <a:lnSpc>
                <a:spcPct val="11000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3200"/>
              </a:lnSpc>
              <a:spcBef>
                <a:spcPts val="0"/>
              </a:spcBef>
              <a:spcAft>
                <a:spcPts val="640"/>
              </a:spcAft>
              <a:buFont typeface="Arial" panose="020B0604020202020204" pitchFamily="34" charset="0"/>
              <a:buNone/>
              <a:defRPr sz="4160" b="1"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ct val="100000"/>
              </a:lnSpc>
              <a:spcBef>
                <a:spcPts val="0"/>
              </a:spcBef>
              <a:spcAft>
                <a:spcPts val="0"/>
              </a:spcAft>
              <a:buFont typeface="Arial" panose="020B0604020202020204" pitchFamily="34" charset="0"/>
              <a:buNone/>
              <a:defRPr sz="3200" b="0" kern="1200">
                <a:solidFill>
                  <a:schemeClr val="bg1"/>
                </a:solidFill>
                <a:latin typeface="+mn-lt"/>
                <a:ea typeface="+mn-ea"/>
                <a:cs typeface="+mn-cs"/>
              </a:defRPr>
            </a:lvl3pPr>
            <a:lvl4pPr marL="0" indent="0" algn="l" defTabSz="914400" rtl="0" eaLnBrk="1" latinLnBrk="0" hangingPunct="1">
              <a:lnSpc>
                <a:spcPts val="2080"/>
              </a:lnSpc>
              <a:spcBef>
                <a:spcPts val="2080"/>
              </a:spcBef>
              <a:spcAft>
                <a:spcPts val="0"/>
              </a:spcAft>
              <a:buClr>
                <a:schemeClr val="accent1"/>
              </a:buClr>
              <a:buFont typeface="Wingdings" panose="05000000000000000000" pitchFamily="2" charset="2"/>
              <a:buNone/>
              <a:defRPr sz="1400" kern="1200">
                <a:solidFill>
                  <a:schemeClr val="bg1"/>
                </a:solidFill>
                <a:latin typeface="+mn-lt"/>
                <a:ea typeface="+mn-ea"/>
                <a:cs typeface="+mn-cs"/>
              </a:defRPr>
            </a:lvl4pPr>
            <a:lvl5pPr marL="360000" indent="-180000" algn="l" defTabSz="914400" rtl="0" eaLnBrk="1" latinLnBrk="0" hangingPunct="1">
              <a:lnSpc>
                <a:spcPct val="110000"/>
              </a:lnSpc>
              <a:spcBef>
                <a:spcPts val="0"/>
              </a:spcBef>
              <a:spcAft>
                <a:spcPts val="0"/>
              </a:spcAft>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ct val="11000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9pPr>
          </a:lstStyle>
          <a:p>
            <a:r>
              <a:rPr lang="en-US" dirty="0"/>
              <a:t>Section 01</a:t>
            </a:r>
          </a:p>
          <a:p>
            <a:pPr lvl="1"/>
            <a:r>
              <a:rPr lang="en-US" dirty="0"/>
              <a:t>—</a:t>
            </a:r>
          </a:p>
          <a:p>
            <a:pPr lvl="2"/>
            <a:r>
              <a:rPr lang="en-US" dirty="0"/>
              <a:t>Fraunhofer-Gesellschaft</a:t>
            </a:r>
            <a:br>
              <a:rPr lang="en-US" dirty="0"/>
            </a:br>
            <a:endParaRPr lang="en-US" dirty="0"/>
          </a:p>
        </p:txBody>
      </p:sp>
    </p:spTree>
    <p:extLst>
      <p:ext uri="{BB962C8B-B14F-4D97-AF65-F5344CB8AC3E}">
        <p14:creationId xmlns:p14="http://schemas.microsoft.com/office/powerpoint/2010/main" val="3391492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platzhalter 6">
            <a:extLst>
              <a:ext uri="{FF2B5EF4-FFF2-40B4-BE49-F238E27FC236}">
                <a16:creationId xmlns:a16="http://schemas.microsoft.com/office/drawing/2014/main" id="{50867381-1DB8-44D9-A04F-D5B9759F6A44}"/>
              </a:ext>
            </a:extLst>
          </p:cNvPr>
          <p:cNvSpPr txBox="1">
            <a:spLocks/>
          </p:cNvSpPr>
          <p:nvPr/>
        </p:nvSpPr>
        <p:spPr bwMode="gray">
          <a:xfrm>
            <a:off x="479424" y="2481097"/>
            <a:ext cx="11233149" cy="3503777"/>
          </a:xfrm>
          <a:prstGeom prst="rect">
            <a:avLst/>
          </a:prstGeom>
          <a:solidFill>
            <a:srgbClr val="E5EEF2"/>
          </a:solidFill>
        </p:spPr>
        <p:txBody>
          <a:bodyPr lIns="144000" tIns="144000" rIns="144000" bIns="144000" numCol="1" spcCol="360000">
            <a:noAutofit/>
          </a:bodyPr>
          <a:lstStyle>
            <a:lvl1pPr marL="0" indent="0" algn="l" defTabSz="914400" rtl="0" eaLnBrk="1" latinLnBrk="0" hangingPunct="1">
              <a:lnSpc>
                <a:spcPts val="196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1960"/>
              </a:lnSpc>
              <a:spcBef>
                <a:spcPts val="0"/>
              </a:spcBef>
              <a:spcAft>
                <a:spcPts val="0"/>
              </a:spcAft>
              <a:buFont typeface="Arial" panose="020B0604020202020204" pitchFamily="34" charset="0"/>
              <a:buNone/>
              <a:defRPr sz="2080" b="0"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bg1"/>
                </a:solidFill>
                <a:latin typeface="+mj-lt"/>
                <a:ea typeface="+mn-ea"/>
                <a:cs typeface="+mn-cs"/>
              </a:defRPr>
            </a:lvl3pPr>
            <a:lvl4pPr marL="18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4pPr>
            <a:lvl5pPr marL="36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5pPr>
            <a:lvl6pPr marL="54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6pPr>
            <a:lvl7pPr marL="216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7pPr>
            <a:lvl8pPr marL="432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8pPr>
            <a:lvl9pPr marL="648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9pPr>
          </a:lstStyle>
          <a:p>
            <a:endParaRPr lang="en-US" dirty="0">
              <a:solidFill>
                <a:schemeClr val="accent2"/>
              </a:solidFill>
            </a:endParaRPr>
          </a:p>
        </p:txBody>
      </p:sp>
      <p:sp>
        <p:nvSpPr>
          <p:cNvPr id="9" name="Titel 8">
            <a:extLst>
              <a:ext uri="{FF2B5EF4-FFF2-40B4-BE49-F238E27FC236}">
                <a16:creationId xmlns:a16="http://schemas.microsoft.com/office/drawing/2014/main" id="{630AFBAD-C80D-4F9B-B9BD-5369BE29ADCF}"/>
              </a:ext>
            </a:extLst>
          </p:cNvPr>
          <p:cNvSpPr>
            <a:spLocks noGrp="1"/>
          </p:cNvSpPr>
          <p:nvPr>
            <p:ph type="title"/>
          </p:nvPr>
        </p:nvSpPr>
        <p:spPr/>
        <p:txBody>
          <a:bodyPr/>
          <a:lstStyle/>
          <a:p>
            <a:r>
              <a:rPr lang="en-US" dirty="0"/>
              <a:t>Fraunhofer-Gesellschaft [</a:t>
            </a:r>
            <a:r>
              <a:rPr lang="en-US" dirty="0" err="1"/>
              <a:t>zur</a:t>
            </a:r>
            <a:r>
              <a:rPr lang="en-US" dirty="0"/>
              <a:t> </a:t>
            </a:r>
            <a:r>
              <a:rPr lang="en-US" dirty="0" err="1"/>
              <a:t>Förderung</a:t>
            </a:r>
            <a:r>
              <a:rPr lang="en-US" dirty="0"/>
              <a:t> der </a:t>
            </a:r>
            <a:r>
              <a:rPr lang="en-US" dirty="0" err="1"/>
              <a:t>angewandten</a:t>
            </a:r>
            <a:r>
              <a:rPr lang="en-US" dirty="0"/>
              <a:t> Forschung </a:t>
            </a:r>
            <a:r>
              <a:rPr lang="en-US" dirty="0" err="1"/>
              <a:t>e.V.</a:t>
            </a:r>
            <a:r>
              <a:rPr lang="en-US" dirty="0"/>
              <a:t>]</a:t>
            </a:r>
          </a:p>
        </p:txBody>
      </p:sp>
      <p:sp>
        <p:nvSpPr>
          <p:cNvPr id="6" name="Fußzeilenplatzhalter 5">
            <a:extLst>
              <a:ext uri="{FF2B5EF4-FFF2-40B4-BE49-F238E27FC236}">
                <a16:creationId xmlns:a16="http://schemas.microsoft.com/office/drawing/2014/main" id="{7B050D23-21C6-4047-A7E8-48952EAB2E0B}"/>
              </a:ext>
            </a:extLst>
          </p:cNvPr>
          <p:cNvSpPr>
            <a:spLocks noGrp="1"/>
          </p:cNvSpPr>
          <p:nvPr>
            <p:ph type="ftr" sz="quarter" idx="11"/>
          </p:nvPr>
        </p:nvSpPr>
        <p:spPr bwMode="gray">
          <a:xfrm>
            <a:off x="2297897" y="6455836"/>
            <a:ext cx="2952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Fraunhofer </a:t>
            </a:r>
          </a:p>
        </p:txBody>
      </p:sp>
      <p:sp>
        <p:nvSpPr>
          <p:cNvPr id="10" name="Textplatzhalter 9">
            <a:extLst>
              <a:ext uri="{FF2B5EF4-FFF2-40B4-BE49-F238E27FC236}">
                <a16:creationId xmlns:a16="http://schemas.microsoft.com/office/drawing/2014/main" id="{1433F60E-EF00-4EFA-BD50-0BFF1C9DFA4B}"/>
              </a:ext>
            </a:extLst>
          </p:cNvPr>
          <p:cNvSpPr>
            <a:spLocks noGrp="1"/>
          </p:cNvSpPr>
          <p:nvPr>
            <p:ph type="body" sz="quarter" idx="13"/>
          </p:nvPr>
        </p:nvSpPr>
        <p:spPr/>
        <p:txBody>
          <a:bodyPr/>
          <a:lstStyle/>
          <a:p>
            <a:r>
              <a:rPr lang="en-US" dirty="0"/>
              <a:t>At a glance</a:t>
            </a:r>
          </a:p>
        </p:txBody>
      </p:sp>
      <p:sp>
        <p:nvSpPr>
          <p:cNvPr id="12" name="Textplatzhalter 11">
            <a:extLst>
              <a:ext uri="{FF2B5EF4-FFF2-40B4-BE49-F238E27FC236}">
                <a16:creationId xmlns:a16="http://schemas.microsoft.com/office/drawing/2014/main" id="{0ABA3F48-CE89-4B3B-8FAA-FC4785197162}"/>
              </a:ext>
            </a:extLst>
          </p:cNvPr>
          <p:cNvSpPr>
            <a:spLocks noGrp="1"/>
          </p:cNvSpPr>
          <p:nvPr>
            <p:ph type="body" sz="quarter" idx="14"/>
          </p:nvPr>
        </p:nvSpPr>
        <p:spPr>
          <a:xfrm>
            <a:off x="479425" y="1652190"/>
            <a:ext cx="11233150" cy="1040478"/>
          </a:xfrm>
        </p:spPr>
        <p:txBody>
          <a:bodyPr/>
          <a:lstStyle/>
          <a:p>
            <a:r>
              <a:rPr lang="en-US" b="1" u="sng" dirty="0">
                <a:solidFill>
                  <a:schemeClr val="accent2"/>
                </a:solidFill>
                <a:latin typeface="Frutiger LT Com 45 Light"/>
              </a:rPr>
              <a:t>Applied</a:t>
            </a:r>
            <a:r>
              <a:rPr lang="en-US" b="1" dirty="0">
                <a:solidFill>
                  <a:schemeClr val="accent2"/>
                </a:solidFill>
                <a:latin typeface="Frutiger LT Com 45 Light"/>
              </a:rPr>
              <a:t> research focusing on key future-relevant technologies and the commercialization of findings in business and industry. A trailblazer and trendsetter in innovative developments. </a:t>
            </a:r>
            <a:r>
              <a:rPr lang="en-US" b="1" dirty="0">
                <a:solidFill>
                  <a:schemeClr val="accent2"/>
                </a:solidFill>
                <a:latin typeface="Frutiger LT Com 45 Light"/>
                <a:sym typeface="Wingdings" panose="05000000000000000000" pitchFamily="2" charset="2"/>
              </a:rPr>
              <a:t> </a:t>
            </a:r>
            <a:r>
              <a:rPr lang="en-US" b="1" u="sng" dirty="0">
                <a:solidFill>
                  <a:schemeClr val="accent2"/>
                </a:solidFill>
                <a:latin typeface="Frutiger LT Com 45 Light"/>
                <a:sym typeface="Wingdings" panose="05000000000000000000" pitchFamily="2" charset="2"/>
              </a:rPr>
              <a:t>Transfer</a:t>
            </a:r>
            <a:r>
              <a:rPr lang="en-US" b="1" dirty="0">
                <a:solidFill>
                  <a:schemeClr val="accent2"/>
                </a:solidFill>
                <a:latin typeface="Frutiger LT Com 45 Light"/>
                <a:sym typeface="Wingdings" panose="05000000000000000000" pitchFamily="2" charset="2"/>
              </a:rPr>
              <a:t>, economic and social impacts</a:t>
            </a:r>
            <a:endParaRPr lang="en-US" b="1" dirty="0">
              <a:solidFill>
                <a:schemeClr val="accent2"/>
              </a:solidFill>
              <a:latin typeface="Frutiger LT Com 45 Light"/>
            </a:endParaRPr>
          </a:p>
          <a:p>
            <a:endParaRPr lang="en-US" dirty="0"/>
          </a:p>
        </p:txBody>
      </p:sp>
      <p:sp>
        <p:nvSpPr>
          <p:cNvPr id="18" name="Rechteck 17">
            <a:extLst>
              <a:ext uri="{FF2B5EF4-FFF2-40B4-BE49-F238E27FC236}">
                <a16:creationId xmlns:a16="http://schemas.microsoft.com/office/drawing/2014/main" id="{FDE5978F-0E53-4BFC-AA26-4511D8D19FA7}"/>
              </a:ext>
            </a:extLst>
          </p:cNvPr>
          <p:cNvSpPr/>
          <p:nvPr/>
        </p:nvSpPr>
        <p:spPr>
          <a:xfrm>
            <a:off x="1128619" y="3627228"/>
            <a:ext cx="2182876" cy="492443"/>
          </a:xfrm>
          <a:prstGeom prst="rect">
            <a:avLst/>
          </a:prstGeom>
        </p:spPr>
        <p:txBody>
          <a:bodyPr wrap="square" lIns="0" tIns="0" rIns="0" bIns="0">
            <a:spAutoFit/>
          </a:bodyPr>
          <a:lstStyle/>
          <a:p>
            <a:pPr marL="1588" marR="0" lvl="1" indent="0" defTabSz="914400" eaLnBrk="1" fontAlgn="base" latinLnBrk="0" hangingPunct="1">
              <a:lnSpc>
                <a:spcPct val="100000"/>
              </a:lnSpc>
              <a:spcBef>
                <a:spcPct val="0"/>
              </a:spcBef>
              <a:spcAft>
                <a:spcPct val="40000"/>
              </a:spcAft>
              <a:buClr>
                <a:srgbClr val="179C7D"/>
              </a:buClr>
              <a:buSzTx/>
              <a:buFont typeface="Wingdings" pitchFamily="2" charset="2"/>
              <a:buNone/>
              <a:tabLst/>
              <a:defRPr/>
            </a:pPr>
            <a:r>
              <a:rPr lang="en-US" sz="1600" b="1" dirty="0">
                <a:solidFill>
                  <a:srgbClr val="179C7D"/>
                </a:solidFill>
              </a:rPr>
              <a:t>Approx. </a:t>
            </a:r>
            <a:r>
              <a:rPr kumimoji="0" lang="en-US" sz="1600" b="1" i="0" u="none" strike="noStrike" cap="none" normalizeH="0" baseline="0" noProof="0" dirty="0">
                <a:ln>
                  <a:noFill/>
                </a:ln>
                <a:solidFill>
                  <a:srgbClr val="179C7D"/>
                </a:solidFill>
                <a:effectLst/>
                <a:uLnTx/>
                <a:uFillTx/>
              </a:rPr>
              <a:t>32,</a:t>
            </a:r>
            <a:r>
              <a:rPr lang="en-US" sz="1600" b="1" dirty="0">
                <a:solidFill>
                  <a:srgbClr val="179C7D"/>
                </a:solidFill>
              </a:rPr>
              <a:t>0</a:t>
            </a:r>
            <a:r>
              <a:rPr kumimoji="0" lang="en-US" sz="1600" b="1" i="0" u="none" strike="noStrike" cap="none" normalizeH="0" baseline="0" noProof="0" dirty="0">
                <a:ln>
                  <a:noFill/>
                </a:ln>
                <a:solidFill>
                  <a:srgbClr val="179C7D"/>
                </a:solidFill>
                <a:effectLst/>
                <a:uLnTx/>
                <a:uFillTx/>
              </a:rPr>
              <a:t>00 </a:t>
            </a:r>
            <a:r>
              <a:rPr kumimoji="0" lang="en-US" sz="1600" b="1" i="0" u="none" strike="noStrike" cap="none" normalizeH="0" baseline="0" noProof="0" dirty="0">
                <a:ln>
                  <a:noFill/>
                </a:ln>
                <a:solidFill>
                  <a:srgbClr val="000000"/>
                </a:solidFill>
                <a:effectLst/>
                <a:uLnTx/>
                <a:uFillTx/>
              </a:rPr>
              <a:t>employees</a:t>
            </a:r>
          </a:p>
        </p:txBody>
      </p:sp>
      <p:sp>
        <p:nvSpPr>
          <p:cNvPr id="19" name="Rectangle 4">
            <a:extLst>
              <a:ext uri="{FF2B5EF4-FFF2-40B4-BE49-F238E27FC236}">
                <a16:creationId xmlns:a16="http://schemas.microsoft.com/office/drawing/2014/main" id="{C99034BF-319C-480F-AF1D-D601A80A2345}"/>
              </a:ext>
            </a:extLst>
          </p:cNvPr>
          <p:cNvSpPr>
            <a:spLocks noChangeArrowheads="1"/>
          </p:cNvSpPr>
          <p:nvPr/>
        </p:nvSpPr>
        <p:spPr bwMode="auto">
          <a:xfrm>
            <a:off x="1128619" y="4983749"/>
            <a:ext cx="2570712"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1588" marR="0" lvl="1" indent="0" defTabSz="914400" eaLnBrk="1" fontAlgn="base" latinLnBrk="0" hangingPunct="1">
              <a:lnSpc>
                <a:spcPct val="100000"/>
              </a:lnSpc>
              <a:spcBef>
                <a:spcPct val="0"/>
              </a:spcBef>
              <a:spcAft>
                <a:spcPct val="40000"/>
              </a:spcAft>
              <a:buClr>
                <a:srgbClr val="179C7D"/>
              </a:buClr>
              <a:buSzTx/>
              <a:buFont typeface="Wingdings" pitchFamily="2" charset="2"/>
              <a:buNone/>
              <a:tabLst/>
              <a:defRPr/>
            </a:pPr>
            <a:r>
              <a:rPr kumimoji="0" lang="en-US" sz="1600" b="1" i="0" u="none" strike="noStrike" cap="none" normalizeH="0" baseline="0" noProof="0" dirty="0">
                <a:ln>
                  <a:noFill/>
                </a:ln>
                <a:solidFill>
                  <a:srgbClr val="179C7D"/>
                </a:solidFill>
                <a:effectLst/>
                <a:uLnTx/>
                <a:uFillTx/>
              </a:rPr>
              <a:t>75</a:t>
            </a:r>
            <a:r>
              <a:rPr kumimoji="0" lang="en-US" sz="1600" b="1" i="0" u="none" strike="noStrike" cap="none" normalizeH="0" baseline="0" noProof="0" dirty="0">
                <a:ln>
                  <a:noFill/>
                </a:ln>
                <a:solidFill>
                  <a:srgbClr val="000000"/>
                </a:solidFill>
                <a:effectLst/>
                <a:uLnTx/>
                <a:uFillTx/>
              </a:rPr>
              <a:t> institutes </a:t>
            </a:r>
            <a:br>
              <a:rPr kumimoji="0" lang="en-US" sz="1600" b="1" i="0" u="none" strike="noStrike" cap="none" normalizeH="0" baseline="0" noProof="0" dirty="0">
                <a:ln>
                  <a:noFill/>
                </a:ln>
                <a:solidFill>
                  <a:srgbClr val="000000"/>
                </a:solidFill>
                <a:effectLst/>
                <a:uLnTx/>
                <a:uFillTx/>
              </a:rPr>
            </a:br>
            <a:r>
              <a:rPr kumimoji="0" lang="en-US" sz="1600" b="1" i="0" u="none" strike="noStrike" cap="none" normalizeH="0" baseline="0" noProof="0" dirty="0">
                <a:ln>
                  <a:noFill/>
                </a:ln>
                <a:solidFill>
                  <a:srgbClr val="000000"/>
                </a:solidFill>
                <a:effectLst/>
                <a:uLnTx/>
                <a:uFillTx/>
              </a:rPr>
              <a:t>and research units</a:t>
            </a:r>
          </a:p>
        </p:txBody>
      </p:sp>
      <p:pic>
        <p:nvPicPr>
          <p:cNvPr id="60" name="Grafik 59">
            <a:extLst>
              <a:ext uri="{FF2B5EF4-FFF2-40B4-BE49-F238E27FC236}">
                <a16:creationId xmlns:a16="http://schemas.microsoft.com/office/drawing/2014/main" id="{2EE7A09E-566F-4432-A309-E7078C17BF22}"/>
              </a:ext>
            </a:extLst>
          </p:cNvPr>
          <p:cNvPicPr>
            <a:picLocks noChangeAspect="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a:ext>
            </a:extLst>
          </a:blip>
          <a:srcRect l="-4454" t="-4064" r="-2902" b="-3289"/>
          <a:stretch/>
        </p:blipFill>
        <p:spPr>
          <a:xfrm>
            <a:off x="2088000" y="2880000"/>
            <a:ext cx="1080000" cy="720000"/>
          </a:xfrm>
          <a:prstGeom prst="rect">
            <a:avLst/>
          </a:prstGeom>
          <a:ln>
            <a:noFill/>
          </a:ln>
        </p:spPr>
      </p:pic>
      <p:pic>
        <p:nvPicPr>
          <p:cNvPr id="61" name="Grafik 60">
            <a:extLst>
              <a:ext uri="{FF2B5EF4-FFF2-40B4-BE49-F238E27FC236}">
                <a16:creationId xmlns:a16="http://schemas.microsoft.com/office/drawing/2014/main" id="{D19BB739-7F18-45B3-9B54-EB3DA494AD56}"/>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2634263" y="4085649"/>
            <a:ext cx="1521560" cy="1236268"/>
          </a:xfrm>
          <a:prstGeom prst="rect">
            <a:avLst/>
          </a:prstGeom>
        </p:spPr>
      </p:pic>
      <p:sp>
        <p:nvSpPr>
          <p:cNvPr id="34" name="Rechteck 33">
            <a:extLst>
              <a:ext uri="{FF2B5EF4-FFF2-40B4-BE49-F238E27FC236}">
                <a16:creationId xmlns:a16="http://schemas.microsoft.com/office/drawing/2014/main" id="{37D791B7-F7C3-4E69-A4A3-2890F53E1418}"/>
              </a:ext>
            </a:extLst>
          </p:cNvPr>
          <p:cNvSpPr/>
          <p:nvPr/>
        </p:nvSpPr>
        <p:spPr bwMode="auto">
          <a:xfrm>
            <a:off x="1177888" y="2011867"/>
            <a:ext cx="8175892" cy="2007493"/>
          </a:xfrm>
          <a:prstGeom prst="rect">
            <a:avLst/>
          </a:prstGeom>
          <a:noFill/>
          <a:ln w="38100"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endParaRPr lang="en-US" sz="1400" dirty="0"/>
          </a:p>
        </p:txBody>
      </p:sp>
      <p:graphicFrame>
        <p:nvGraphicFramePr>
          <p:cNvPr id="35" name="Diagramm 34">
            <a:extLst>
              <a:ext uri="{FF2B5EF4-FFF2-40B4-BE49-F238E27FC236}">
                <a16:creationId xmlns:a16="http://schemas.microsoft.com/office/drawing/2014/main" id="{CD2704F4-42A9-4F30-BCF9-CC3CBC51EE2D}"/>
              </a:ext>
            </a:extLst>
          </p:cNvPr>
          <p:cNvGraphicFramePr/>
          <p:nvPr/>
        </p:nvGraphicFramePr>
        <p:xfrm>
          <a:off x="7058933" y="4356841"/>
          <a:ext cx="2622297" cy="1456753"/>
        </p:xfrm>
        <a:graphic>
          <a:graphicData uri="http://schemas.openxmlformats.org/drawingml/2006/chart">
            <c:chart xmlns:c="http://schemas.openxmlformats.org/drawingml/2006/chart" xmlns:r="http://schemas.openxmlformats.org/officeDocument/2006/relationships" r:id="rId4"/>
          </a:graphicData>
        </a:graphic>
      </p:graphicFrame>
      <p:sp>
        <p:nvSpPr>
          <p:cNvPr id="36" name="Rechteck 35">
            <a:extLst>
              <a:ext uri="{FF2B5EF4-FFF2-40B4-BE49-F238E27FC236}">
                <a16:creationId xmlns:a16="http://schemas.microsoft.com/office/drawing/2014/main" id="{B3A6626E-E19E-444C-B471-4645634FE9F3}"/>
              </a:ext>
            </a:extLst>
          </p:cNvPr>
          <p:cNvSpPr/>
          <p:nvPr/>
        </p:nvSpPr>
        <p:spPr>
          <a:xfrm>
            <a:off x="5424090" y="4737528"/>
            <a:ext cx="2359114" cy="738664"/>
          </a:xfrm>
          <a:prstGeom prst="rect">
            <a:avLst/>
          </a:prstGeom>
        </p:spPr>
        <p:txBody>
          <a:bodyPr wrap="square" lIns="0" tIns="0" rIns="0" bIns="0">
            <a:spAutoFit/>
          </a:bodyPr>
          <a:lstStyle/>
          <a:p>
            <a:r>
              <a:rPr lang="en-US" sz="1600" dirty="0">
                <a:latin typeface="+mj-lt"/>
              </a:rPr>
              <a:t>Industrial contracts </a:t>
            </a:r>
            <a:br>
              <a:rPr lang="en-US" sz="1600" dirty="0">
                <a:latin typeface="+mj-lt"/>
              </a:rPr>
            </a:br>
            <a:r>
              <a:rPr lang="en-US" sz="1600" dirty="0">
                <a:latin typeface="+mj-lt"/>
              </a:rPr>
              <a:t>and publicly funded</a:t>
            </a:r>
            <a:br>
              <a:rPr lang="en-US" sz="1600" dirty="0">
                <a:latin typeface="+mj-lt"/>
              </a:rPr>
            </a:br>
            <a:r>
              <a:rPr lang="en-US" sz="1600" dirty="0">
                <a:latin typeface="+mj-lt"/>
              </a:rPr>
              <a:t>research projects </a:t>
            </a:r>
          </a:p>
        </p:txBody>
      </p:sp>
      <p:sp>
        <p:nvSpPr>
          <p:cNvPr id="37" name="Rechteck 36">
            <a:extLst>
              <a:ext uri="{FF2B5EF4-FFF2-40B4-BE49-F238E27FC236}">
                <a16:creationId xmlns:a16="http://schemas.microsoft.com/office/drawing/2014/main" id="{79CF61C1-5134-4A39-B343-B1B312C47CC5}"/>
              </a:ext>
            </a:extLst>
          </p:cNvPr>
          <p:cNvSpPr/>
          <p:nvPr/>
        </p:nvSpPr>
        <p:spPr>
          <a:xfrm>
            <a:off x="9071926" y="4038608"/>
            <a:ext cx="2586819" cy="492443"/>
          </a:xfrm>
          <a:prstGeom prst="rect">
            <a:avLst/>
          </a:prstGeom>
        </p:spPr>
        <p:txBody>
          <a:bodyPr wrap="square" lIns="0" tIns="0" rIns="0" bIns="0">
            <a:spAutoFit/>
          </a:bodyPr>
          <a:lstStyle/>
          <a:p>
            <a:r>
              <a:rPr lang="en-US" sz="1600" dirty="0">
                <a:latin typeface="+mj-lt"/>
              </a:rPr>
              <a:t>Base funding from</a:t>
            </a:r>
            <a:br>
              <a:rPr lang="en-US" sz="1600" dirty="0">
                <a:latin typeface="+mj-lt"/>
              </a:rPr>
            </a:br>
            <a:r>
              <a:rPr lang="en-US" sz="1600" dirty="0">
                <a:latin typeface="+mj-lt"/>
              </a:rPr>
              <a:t>Germany’s federal</a:t>
            </a:r>
            <a:br>
              <a:rPr lang="en-US" sz="1600" dirty="0">
                <a:latin typeface="+mj-lt"/>
              </a:rPr>
            </a:br>
            <a:r>
              <a:rPr lang="en-US" sz="1600" dirty="0">
                <a:latin typeface="+mj-lt"/>
              </a:rPr>
              <a:t>and state governments</a:t>
            </a:r>
          </a:p>
        </p:txBody>
      </p:sp>
      <p:pic>
        <p:nvPicPr>
          <p:cNvPr id="38" name="Grafik 37">
            <a:extLst>
              <a:ext uri="{FF2B5EF4-FFF2-40B4-BE49-F238E27FC236}">
                <a16:creationId xmlns:a16="http://schemas.microsoft.com/office/drawing/2014/main" id="{972DC301-92CF-45E3-A983-10D4AC343986}"/>
              </a:ext>
            </a:extLst>
          </p:cNvPr>
          <p:cNvPicPr>
            <a:picLocks noChangeAspect="1"/>
          </p:cNvPicPr>
          <p:nvPr/>
        </p:nvPicPr>
        <p:blipFill>
          <a:blip r:embed="rId5">
            <a:duotone>
              <a:schemeClr val="accent1">
                <a:shade val="45000"/>
                <a:satMod val="135000"/>
              </a:schemeClr>
              <a:prstClr val="white"/>
            </a:duotone>
            <a:alphaModFix/>
            <a:extLst>
              <a:ext uri="{28A0092B-C50C-407E-A947-70E740481C1C}">
                <a14:useLocalDpi xmlns:a14="http://schemas.microsoft.com/office/drawing/2010/main"/>
              </a:ext>
            </a:extLst>
          </a:blip>
          <a:stretch>
            <a:fillRect/>
          </a:stretch>
        </p:blipFill>
        <p:spPr>
          <a:xfrm>
            <a:off x="8521290" y="2884396"/>
            <a:ext cx="812800" cy="688622"/>
          </a:xfrm>
          <a:prstGeom prst="rect">
            <a:avLst/>
          </a:prstGeom>
        </p:spPr>
      </p:pic>
      <p:sp>
        <p:nvSpPr>
          <p:cNvPr id="39" name="Textfeld 38">
            <a:extLst>
              <a:ext uri="{FF2B5EF4-FFF2-40B4-BE49-F238E27FC236}">
                <a16:creationId xmlns:a16="http://schemas.microsoft.com/office/drawing/2014/main" id="{91309A54-B251-4B69-9E61-81D747482C69}"/>
              </a:ext>
            </a:extLst>
          </p:cNvPr>
          <p:cNvSpPr txBox="1"/>
          <p:nvPr/>
        </p:nvSpPr>
        <p:spPr>
          <a:xfrm>
            <a:off x="5424090" y="3210998"/>
            <a:ext cx="3353969" cy="492443"/>
          </a:xfrm>
          <a:prstGeom prst="rect">
            <a:avLst/>
          </a:prstGeom>
          <a:noFill/>
        </p:spPr>
        <p:txBody>
          <a:bodyPr wrap="square" lIns="0" tIns="0" rIns="0" bIns="0" rtlCol="0">
            <a:spAutoFit/>
          </a:bodyPr>
          <a:lstStyle/>
          <a:p>
            <a:r>
              <a:rPr lang="en-US" sz="1600" b="1" dirty="0">
                <a:latin typeface="+mj-lt"/>
              </a:rPr>
              <a:t>Business volume of </a:t>
            </a:r>
            <a:r>
              <a:rPr lang="en-US" sz="1600" b="1" dirty="0">
                <a:solidFill>
                  <a:schemeClr val="accent1"/>
                </a:solidFill>
                <a:latin typeface="+mj-lt"/>
              </a:rPr>
              <a:t>€3.6 billion</a:t>
            </a:r>
          </a:p>
          <a:p>
            <a:r>
              <a:rPr lang="en-US" sz="1600" b="1" dirty="0">
                <a:latin typeface="+mj-lt"/>
              </a:rPr>
              <a:t>Contract research totaling </a:t>
            </a:r>
            <a:r>
              <a:rPr lang="en-US" sz="1600" b="1" dirty="0">
                <a:solidFill>
                  <a:schemeClr val="accent1"/>
                </a:solidFill>
                <a:latin typeface="+mj-lt"/>
              </a:rPr>
              <a:t>€3.1 billion</a:t>
            </a:r>
          </a:p>
        </p:txBody>
      </p:sp>
      <p:cxnSp>
        <p:nvCxnSpPr>
          <p:cNvPr id="3" name="Gerade Verbindung 2">
            <a:extLst>
              <a:ext uri="{FF2B5EF4-FFF2-40B4-BE49-F238E27FC236}">
                <a16:creationId xmlns:a16="http://schemas.microsoft.com/office/drawing/2014/main" id="{9EC5EAFA-52CD-FE42-B190-B4A26D233D43}"/>
              </a:ext>
            </a:extLst>
          </p:cNvPr>
          <p:cNvCxnSpPr>
            <a:cxnSpLocks/>
          </p:cNvCxnSpPr>
          <p:nvPr/>
        </p:nvCxnSpPr>
        <p:spPr>
          <a:xfrm>
            <a:off x="5424090" y="5535186"/>
            <a:ext cx="2453085" cy="0"/>
          </a:xfrm>
          <a:prstGeom prst="line">
            <a:avLst/>
          </a:prstGeom>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Gerade Verbindung 21">
            <a:extLst>
              <a:ext uri="{FF2B5EF4-FFF2-40B4-BE49-F238E27FC236}">
                <a16:creationId xmlns:a16="http://schemas.microsoft.com/office/drawing/2014/main" id="{1F7E6E19-9B19-514E-BB44-954441980E0A}"/>
              </a:ext>
            </a:extLst>
          </p:cNvPr>
          <p:cNvCxnSpPr>
            <a:cxnSpLocks/>
          </p:cNvCxnSpPr>
          <p:nvPr/>
        </p:nvCxnSpPr>
        <p:spPr>
          <a:xfrm>
            <a:off x="8927690" y="4770036"/>
            <a:ext cx="2448232" cy="0"/>
          </a:xfrm>
          <a:prstGeom prst="line">
            <a:avLst/>
          </a:prstGeom>
          <a:ln w="127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Foliennummernplatzhalter 1">
            <a:extLst>
              <a:ext uri="{FF2B5EF4-FFF2-40B4-BE49-F238E27FC236}">
                <a16:creationId xmlns:a16="http://schemas.microsoft.com/office/drawing/2014/main" id="{97603BB2-EE0B-9FE2-62DE-272D401D6815}"/>
              </a:ext>
            </a:extLst>
          </p:cNvPr>
          <p:cNvSpPr txBox="1">
            <a:spLocks/>
          </p:cNvSpPr>
          <p:nvPr/>
        </p:nvSpPr>
        <p:spPr bwMode="gray">
          <a:xfrm>
            <a:off x="711843" y="6455835"/>
            <a:ext cx="408932" cy="127727"/>
          </a:xfrm>
          <a:prstGeom prst="rect">
            <a:avLst/>
          </a:prstGeom>
        </p:spPr>
        <p:txBody>
          <a:bodyPr vert="horz" lIns="0" tIns="0" rIns="0" bIns="0" rtlCol="0">
            <a:spAutoFit/>
          </a:bodyPr>
          <a:lstStyle>
            <a:lvl1pPr marL="0" indent="0" algn="l" defTabSz="914400" rtl="0" eaLnBrk="1" latinLnBrk="0" hangingPunct="1">
              <a:lnSpc>
                <a:spcPct val="11000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ct val="11000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ct val="11000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ct val="11000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ct val="11000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9pPr>
          </a:lstStyle>
          <a:p>
            <a:pPr>
              <a:lnSpc>
                <a:spcPct val="100000"/>
              </a:lnSpc>
              <a:spcAft>
                <a:spcPts val="0"/>
              </a:spcAft>
            </a:pPr>
            <a:fld id="{3D81EE41-304C-41C3-8185-350F2275D756}" type="slidenum">
              <a:rPr lang="en-US" sz="800" smtClean="0">
                <a:solidFill>
                  <a:schemeClr val="tx1"/>
                </a:solidFill>
                <a:latin typeface="+mn-lt"/>
              </a:rPr>
              <a:pPr>
                <a:lnSpc>
                  <a:spcPct val="100000"/>
                </a:lnSpc>
                <a:spcAft>
                  <a:spcPts val="0"/>
                </a:spcAft>
              </a:pPr>
              <a:t>3</a:t>
            </a:fld>
            <a:endParaRPr lang="en-US" sz="800" dirty="0">
              <a:solidFill>
                <a:schemeClr val="tx1"/>
              </a:solidFill>
              <a:latin typeface="+mn-lt"/>
            </a:endParaRPr>
          </a:p>
        </p:txBody>
      </p:sp>
      <p:sp>
        <p:nvSpPr>
          <p:cNvPr id="7" name="Datumsplatzhalter 15">
            <a:extLst>
              <a:ext uri="{FF2B5EF4-FFF2-40B4-BE49-F238E27FC236}">
                <a16:creationId xmlns:a16="http://schemas.microsoft.com/office/drawing/2014/main" id="{E0E1B011-1213-1B43-A172-3F707D601605}"/>
              </a:ext>
            </a:extLst>
          </p:cNvPr>
          <p:cNvSpPr txBox="1">
            <a:spLocks/>
          </p:cNvSpPr>
          <p:nvPr/>
        </p:nvSpPr>
        <p:spPr bwMode="gray">
          <a:xfrm>
            <a:off x="1309947" y="6455836"/>
            <a:ext cx="864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9ED5A2-9F45-4C08-BBDB-9D43E7B50590}" type="datetime4">
              <a:rPr lang="en-US" smtClean="0"/>
              <a:pPr/>
              <a:t>May 13, 2026</a:t>
            </a:fld>
            <a:endParaRPr lang="en-US" dirty="0"/>
          </a:p>
        </p:txBody>
      </p:sp>
      <p:sp>
        <p:nvSpPr>
          <p:cNvPr id="4" name="Textfeld 3">
            <a:extLst>
              <a:ext uri="{FF2B5EF4-FFF2-40B4-BE49-F238E27FC236}">
                <a16:creationId xmlns:a16="http://schemas.microsoft.com/office/drawing/2014/main" id="{44E82933-A056-DE83-65B4-D9B5A63B6FBF}"/>
              </a:ext>
            </a:extLst>
          </p:cNvPr>
          <p:cNvSpPr txBox="1"/>
          <p:nvPr/>
        </p:nvSpPr>
        <p:spPr>
          <a:xfrm>
            <a:off x="9392076" y="5354999"/>
            <a:ext cx="2162772" cy="487890"/>
          </a:xfrm>
          <a:prstGeom prst="rect">
            <a:avLst/>
          </a:prstGeom>
          <a:noFill/>
        </p:spPr>
        <p:txBody>
          <a:bodyPr wrap="none" lIns="0" tIns="0" rIns="0" bIns="0" rtlCol="0">
            <a:spAutoFit/>
          </a:bodyPr>
          <a:lstStyle/>
          <a:p>
            <a:pPr marL="87313" indent="-87313" algn="l">
              <a:lnSpc>
                <a:spcPts val="1960"/>
              </a:lnSpc>
              <a:buClr>
                <a:schemeClr val="accent1"/>
              </a:buClr>
              <a:buFont typeface="Wingdings" panose="05000000000000000000" pitchFamily="2" charset="2"/>
              <a:buChar char="§"/>
            </a:pPr>
            <a:r>
              <a:rPr lang="en-US" sz="1200" b="1" dirty="0">
                <a:solidFill>
                  <a:schemeClr val="accent2"/>
                </a:solidFill>
              </a:rPr>
              <a:t>Founded 1949</a:t>
            </a:r>
          </a:p>
          <a:p>
            <a:pPr marL="87313" indent="-87313" algn="l">
              <a:lnSpc>
                <a:spcPts val="1960"/>
              </a:lnSpc>
              <a:buClr>
                <a:schemeClr val="accent1"/>
              </a:buClr>
              <a:buFont typeface="Wingdings" panose="05000000000000000000" pitchFamily="2" charset="2"/>
              <a:buChar char="§"/>
            </a:pPr>
            <a:r>
              <a:rPr lang="en-US" sz="1200" b="1" dirty="0">
                <a:solidFill>
                  <a:schemeClr val="accent2"/>
                </a:solidFill>
              </a:rPr>
              <a:t>&gt;7.000 active patent families</a:t>
            </a:r>
          </a:p>
        </p:txBody>
      </p:sp>
    </p:spTree>
    <p:extLst>
      <p:ext uri="{BB962C8B-B14F-4D97-AF65-F5344CB8AC3E}">
        <p14:creationId xmlns:p14="http://schemas.microsoft.com/office/powerpoint/2010/main" val="798410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630AFBAD-C80D-4F9B-B9BD-5369BE29ADCF}"/>
              </a:ext>
            </a:extLst>
          </p:cNvPr>
          <p:cNvSpPr>
            <a:spLocks noGrp="1"/>
          </p:cNvSpPr>
          <p:nvPr>
            <p:ph type="title"/>
          </p:nvPr>
        </p:nvSpPr>
        <p:spPr/>
        <p:txBody>
          <a:bodyPr/>
          <a:lstStyle/>
          <a:p>
            <a:r>
              <a:rPr lang="en-US"/>
              <a:t>Fraunhofer-Gesellschaft</a:t>
            </a:r>
          </a:p>
        </p:txBody>
      </p:sp>
      <p:sp>
        <p:nvSpPr>
          <p:cNvPr id="6" name="Fußzeilenplatzhalter 5">
            <a:extLst>
              <a:ext uri="{FF2B5EF4-FFF2-40B4-BE49-F238E27FC236}">
                <a16:creationId xmlns:a16="http://schemas.microsoft.com/office/drawing/2014/main" id="{7B050D23-21C6-4047-A7E8-48952EAB2E0B}"/>
              </a:ext>
            </a:extLst>
          </p:cNvPr>
          <p:cNvSpPr>
            <a:spLocks noGrp="1"/>
          </p:cNvSpPr>
          <p:nvPr>
            <p:ph type="ftr" sz="quarter" idx="11"/>
          </p:nvPr>
        </p:nvSpPr>
        <p:spPr bwMode="gray">
          <a:xfrm>
            <a:off x="2297897" y="6455836"/>
            <a:ext cx="2952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cap="none" normalizeH="0" baseline="0" noProof="0">
                <a:ln>
                  <a:noFill/>
                </a:ln>
                <a:solidFill>
                  <a:prstClr val="black"/>
                </a:solidFill>
                <a:effectLst/>
                <a:uLnTx/>
                <a:uFillTx/>
                <a:latin typeface="Frutiger LT Com 45 Light"/>
                <a:ea typeface="+mn-ea"/>
                <a:cs typeface="+mn-cs"/>
              </a:rPr>
              <a:t>© Fraunhofer </a:t>
            </a:r>
          </a:p>
        </p:txBody>
      </p:sp>
      <p:sp>
        <p:nvSpPr>
          <p:cNvPr id="10" name="Textplatzhalter 9">
            <a:extLst>
              <a:ext uri="{FF2B5EF4-FFF2-40B4-BE49-F238E27FC236}">
                <a16:creationId xmlns:a16="http://schemas.microsoft.com/office/drawing/2014/main" id="{1433F60E-EF00-4EFA-BD50-0BFF1C9DFA4B}"/>
              </a:ext>
            </a:extLst>
          </p:cNvPr>
          <p:cNvSpPr>
            <a:spLocks noGrp="1"/>
          </p:cNvSpPr>
          <p:nvPr>
            <p:ph type="body" sz="quarter" idx="13"/>
          </p:nvPr>
        </p:nvSpPr>
        <p:spPr>
          <a:xfrm>
            <a:off x="479425" y="778321"/>
            <a:ext cx="11233150" cy="901529"/>
          </a:xfrm>
        </p:spPr>
        <p:txBody>
          <a:bodyPr/>
          <a:lstStyle/>
          <a:p>
            <a:r>
              <a:rPr lang="en-US"/>
              <a:t>At a glance</a:t>
            </a:r>
          </a:p>
          <a:p>
            <a:endParaRPr lang="de-DE" dirty="0"/>
          </a:p>
        </p:txBody>
      </p:sp>
      <p:sp>
        <p:nvSpPr>
          <p:cNvPr id="34" name="Rechteck 33">
            <a:extLst>
              <a:ext uri="{FF2B5EF4-FFF2-40B4-BE49-F238E27FC236}">
                <a16:creationId xmlns:a16="http://schemas.microsoft.com/office/drawing/2014/main" id="{37D791B7-F7C3-4E69-A4A3-2890F53E1418}"/>
              </a:ext>
            </a:extLst>
          </p:cNvPr>
          <p:cNvSpPr/>
          <p:nvPr/>
        </p:nvSpPr>
        <p:spPr bwMode="auto">
          <a:xfrm>
            <a:off x="1177888" y="2011867"/>
            <a:ext cx="8175892" cy="2007493"/>
          </a:xfrm>
          <a:prstGeom prst="rect">
            <a:avLst/>
          </a:prstGeom>
          <a:noFill/>
          <a:ln w="38100" cap="flat" cmpd="sng" algn="ctr">
            <a:no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a:ln>
                <a:noFill/>
              </a:ln>
              <a:solidFill>
                <a:prstClr val="black"/>
              </a:solidFill>
              <a:effectLst/>
              <a:uLnTx/>
              <a:uFillTx/>
              <a:latin typeface="Frutiger LT Com 45 Light"/>
              <a:ea typeface="+mn-ea"/>
              <a:cs typeface="+mn-cs"/>
            </a:endParaRPr>
          </a:p>
        </p:txBody>
      </p:sp>
      <p:graphicFrame>
        <p:nvGraphicFramePr>
          <p:cNvPr id="35" name="Diagramm 34">
            <a:extLst>
              <a:ext uri="{FF2B5EF4-FFF2-40B4-BE49-F238E27FC236}">
                <a16:creationId xmlns:a16="http://schemas.microsoft.com/office/drawing/2014/main" id="{CD2704F4-42A9-4F30-BCF9-CC3CBC51EE2D}"/>
              </a:ext>
            </a:extLst>
          </p:cNvPr>
          <p:cNvGraphicFramePr/>
          <p:nvPr/>
        </p:nvGraphicFramePr>
        <p:xfrm>
          <a:off x="5273676" y="2930814"/>
          <a:ext cx="2622297" cy="1456753"/>
        </p:xfrm>
        <a:graphic>
          <a:graphicData uri="http://schemas.openxmlformats.org/drawingml/2006/chart">
            <c:chart xmlns:c="http://schemas.openxmlformats.org/drawingml/2006/chart" xmlns:r="http://schemas.openxmlformats.org/officeDocument/2006/relationships" r:id="rId2"/>
          </a:graphicData>
        </a:graphic>
      </p:graphicFrame>
      <p:grpSp>
        <p:nvGrpSpPr>
          <p:cNvPr id="21" name="Gruppieren 20">
            <a:extLst>
              <a:ext uri="{FF2B5EF4-FFF2-40B4-BE49-F238E27FC236}">
                <a16:creationId xmlns:a16="http://schemas.microsoft.com/office/drawing/2014/main" id="{2B1F32B6-65DB-440F-BEB1-41B1520A68DD}"/>
              </a:ext>
            </a:extLst>
          </p:cNvPr>
          <p:cNvGrpSpPr/>
          <p:nvPr/>
        </p:nvGrpSpPr>
        <p:grpSpPr>
          <a:xfrm>
            <a:off x="6561307" y="2238474"/>
            <a:ext cx="4279459" cy="3847074"/>
            <a:chOff x="5111955" y="1816137"/>
            <a:chExt cx="3473611" cy="4186098"/>
          </a:xfrm>
        </p:grpSpPr>
        <p:sp>
          <p:nvSpPr>
            <p:cNvPr id="23" name="Textfeld 41">
              <a:extLst>
                <a:ext uri="{FF2B5EF4-FFF2-40B4-BE49-F238E27FC236}">
                  <a16:creationId xmlns:a16="http://schemas.microsoft.com/office/drawing/2014/main" id="{5C632188-67E6-429C-B157-A57F406EB7D4}"/>
                </a:ext>
              </a:extLst>
            </p:cNvPr>
            <p:cNvSpPr txBox="1"/>
            <p:nvPr/>
          </p:nvSpPr>
          <p:spPr>
            <a:xfrm>
              <a:off x="6655821" y="4223296"/>
              <a:ext cx="1929745" cy="937718"/>
            </a:xfrm>
            <a:prstGeom prst="rect">
              <a:avLst/>
            </a:prstGeom>
            <a:noFill/>
          </p:spPr>
          <p:txBody>
            <a:bodyPr wrap="square" lIns="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base" latinLnBrk="0" hangingPunct="1">
                <a:lnSpc>
                  <a:spcPct val="100000"/>
                </a:lnSpc>
                <a:spcBef>
                  <a:spcPct val="0"/>
                </a:spcBef>
                <a:spcAft>
                  <a:spcPct val="40000"/>
                </a:spcAft>
                <a:buClrTx/>
                <a:buSzTx/>
                <a:buFont typeface="Wingdings" pitchFamily="2" charset="2"/>
                <a:buNone/>
                <a:tabLst/>
                <a:defRPr/>
              </a:pPr>
              <a:r>
                <a:rPr lang="en-US" sz="1400" b="1">
                  <a:solidFill>
                    <a:srgbClr val="179C7D"/>
                  </a:solidFill>
                </a:rPr>
                <a:t>Two-thirds come from</a:t>
              </a:r>
              <a:br>
                <a:rPr lang="en-US" sz="1400" b="1">
                  <a:solidFill>
                    <a:srgbClr val="179C7D"/>
                  </a:solidFill>
                </a:rPr>
              </a:br>
              <a:r>
                <a:rPr lang="en-US" sz="1400" b="1">
                  <a:solidFill>
                    <a:srgbClr val="179C7D"/>
                  </a:solidFill>
                </a:rPr>
                <a:t>industrial contracts and</a:t>
              </a:r>
              <a:br>
                <a:rPr lang="en-US" sz="1400" b="1">
                  <a:solidFill>
                    <a:srgbClr val="179C7D"/>
                  </a:solidFill>
                </a:rPr>
              </a:br>
              <a:r>
                <a:rPr lang="en-US" sz="1400" b="1">
                  <a:solidFill>
                    <a:srgbClr val="179C7D"/>
                  </a:solidFill>
                </a:rPr>
                <a:t>publicly-funded research projects</a:t>
              </a:r>
              <a:r>
                <a:rPr kumimoji="0" lang="en-US" sz="1400" b="1" i="0" u="none" strike="noStrike" cap="none" normalizeH="0" baseline="0" noProof="0">
                  <a:ln>
                    <a:noFill/>
                  </a:ln>
                  <a:solidFill>
                    <a:srgbClr val="179C7D"/>
                  </a:solidFill>
                  <a:effectLst/>
                  <a:uLnTx/>
                  <a:uFillTx/>
                </a:rPr>
                <a:t>  </a:t>
              </a:r>
            </a:p>
          </p:txBody>
        </p:sp>
        <p:sp>
          <p:nvSpPr>
            <p:cNvPr id="24" name="Textfeld 42">
              <a:extLst>
                <a:ext uri="{FF2B5EF4-FFF2-40B4-BE49-F238E27FC236}">
                  <a16:creationId xmlns:a16="http://schemas.microsoft.com/office/drawing/2014/main" id="{1807AFA2-695C-4181-82F8-569FBC3A8598}"/>
                </a:ext>
              </a:extLst>
            </p:cNvPr>
            <p:cNvSpPr txBox="1"/>
            <p:nvPr/>
          </p:nvSpPr>
          <p:spPr>
            <a:xfrm>
              <a:off x="6655821" y="2847093"/>
              <a:ext cx="1929745" cy="703289"/>
            </a:xfrm>
            <a:prstGeom prst="rect">
              <a:avLst/>
            </a:prstGeom>
            <a:noFill/>
          </p:spPr>
          <p:txBody>
            <a:bodyPr wrap="square" lIns="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base" latinLnBrk="0" hangingPunct="1">
                <a:lnSpc>
                  <a:spcPct val="100000"/>
                </a:lnSpc>
                <a:spcBef>
                  <a:spcPct val="0"/>
                </a:spcBef>
                <a:spcAft>
                  <a:spcPct val="40000"/>
                </a:spcAft>
                <a:buClrTx/>
                <a:buSzTx/>
                <a:buFont typeface="Wingdings" pitchFamily="2" charset="2"/>
                <a:buNone/>
                <a:tabLst/>
                <a:defRPr/>
              </a:pPr>
              <a:r>
                <a:rPr lang="en-US" sz="1400" b="1">
                  <a:solidFill>
                    <a:srgbClr val="179C7D"/>
                  </a:solidFill>
                </a:rPr>
                <a:t>One-third is base funding </a:t>
              </a:r>
              <a:br>
                <a:rPr lang="en-US" sz="1400" b="1">
                  <a:solidFill>
                    <a:srgbClr val="179C7D"/>
                  </a:solidFill>
                </a:rPr>
              </a:br>
              <a:r>
                <a:rPr lang="en-US" sz="1400" b="1">
                  <a:solidFill>
                    <a:srgbClr val="179C7D"/>
                  </a:solidFill>
                </a:rPr>
                <a:t>from Germany’s federal </a:t>
              </a:r>
              <a:br>
                <a:rPr lang="en-US" sz="1400" b="1">
                  <a:solidFill>
                    <a:srgbClr val="179C7D"/>
                  </a:solidFill>
                </a:rPr>
              </a:br>
              <a:r>
                <a:rPr lang="en-US" sz="1400" b="1">
                  <a:solidFill>
                    <a:srgbClr val="179C7D"/>
                  </a:solidFill>
                </a:rPr>
                <a:t>and state governments</a:t>
              </a:r>
            </a:p>
          </p:txBody>
        </p:sp>
        <p:sp>
          <p:nvSpPr>
            <p:cNvPr id="25" name="Textfeld 43">
              <a:extLst>
                <a:ext uri="{FF2B5EF4-FFF2-40B4-BE49-F238E27FC236}">
                  <a16:creationId xmlns:a16="http://schemas.microsoft.com/office/drawing/2014/main" id="{E14A3ABA-6502-4CC1-B475-F98A162B4928}"/>
                </a:ext>
              </a:extLst>
            </p:cNvPr>
            <p:cNvSpPr txBox="1"/>
            <p:nvPr/>
          </p:nvSpPr>
          <p:spPr>
            <a:xfrm rot="16200000">
              <a:off x="3627883" y="4034538"/>
              <a:ext cx="3152834" cy="184690"/>
            </a:xfrm>
            <a:prstGeom prst="rect">
              <a:avLst/>
            </a:prstGeom>
            <a:noFill/>
          </p:spPr>
          <p:txBody>
            <a:bodyPr wrap="square" lIns="10800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base" latinLnBrk="0" hangingPunct="1">
                <a:lnSpc>
                  <a:spcPct val="100000"/>
                </a:lnSpc>
                <a:spcBef>
                  <a:spcPct val="0"/>
                </a:spcBef>
                <a:spcAft>
                  <a:spcPct val="40000"/>
                </a:spcAft>
                <a:buClrTx/>
                <a:buSzTx/>
                <a:buFont typeface="Wingdings" pitchFamily="2" charset="2"/>
                <a:buNone/>
                <a:tabLst/>
                <a:defRPr/>
              </a:pPr>
              <a:r>
                <a:rPr kumimoji="0" lang="en-US" sz="1600" b="1" i="0" u="none" strike="noStrike" cap="none" normalizeH="0" baseline="0" noProof="0">
                  <a:ln>
                    <a:noFill/>
                  </a:ln>
                  <a:solidFill>
                    <a:srgbClr val="000000"/>
                  </a:solidFill>
                  <a:effectLst/>
                  <a:uLnTx/>
                  <a:uFillTx/>
                </a:rPr>
                <a:t>Total business volume</a:t>
              </a:r>
            </a:p>
          </p:txBody>
        </p:sp>
        <p:sp>
          <p:nvSpPr>
            <p:cNvPr id="26" name="Textfeld 44">
              <a:extLst>
                <a:ext uri="{FF2B5EF4-FFF2-40B4-BE49-F238E27FC236}">
                  <a16:creationId xmlns:a16="http://schemas.microsoft.com/office/drawing/2014/main" id="{654EDE64-5C57-4494-BB77-3972F1CCFDE6}"/>
                </a:ext>
              </a:extLst>
            </p:cNvPr>
            <p:cNvSpPr txBox="1"/>
            <p:nvPr/>
          </p:nvSpPr>
          <p:spPr>
            <a:xfrm>
              <a:off x="5343292" y="1816137"/>
              <a:ext cx="1006558" cy="267919"/>
            </a:xfrm>
            <a:prstGeom prst="rect">
              <a:avLst/>
            </a:prstGeom>
            <a:noFill/>
          </p:spPr>
          <p:txBody>
            <a:bodyPr wrap="square" lIns="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base" latinLnBrk="0" hangingPunct="1">
                <a:lnSpc>
                  <a:spcPct val="100000"/>
                </a:lnSpc>
                <a:spcBef>
                  <a:spcPct val="0"/>
                </a:spcBef>
                <a:spcAft>
                  <a:spcPct val="40000"/>
                </a:spcAft>
                <a:buClrTx/>
                <a:buSzTx/>
                <a:buFont typeface="Wingdings" pitchFamily="2" charset="2"/>
                <a:buNone/>
                <a:tabLst/>
                <a:defRPr/>
              </a:pPr>
              <a:r>
                <a:rPr kumimoji="0" lang="en-US" sz="1600" b="1" i="0" u="none" strike="noStrike" cap="none" normalizeH="0" baseline="0" noProof="0">
                  <a:ln>
                    <a:noFill/>
                  </a:ln>
                  <a:solidFill>
                    <a:srgbClr val="179C7D"/>
                  </a:solidFill>
                  <a:effectLst/>
                  <a:uLnTx/>
                  <a:uFillTx/>
                </a:rPr>
                <a:t>€3.6 billion</a:t>
              </a:r>
              <a:r>
                <a:rPr kumimoji="0" lang="en-US" sz="1600" b="1" i="0" u="none" strike="noStrike" cap="none" normalizeH="0" baseline="0" noProof="0">
                  <a:ln>
                    <a:noFill/>
                  </a:ln>
                  <a:solidFill>
                    <a:srgbClr val="179C7D"/>
                  </a:solidFill>
                  <a:effectLst/>
                  <a:uLnTx/>
                  <a:uFillTx/>
                  <a:latin typeface="Frutiger LT Com 65 Bold"/>
                  <a:ea typeface="+mn-ea"/>
                  <a:cs typeface="+mn-cs"/>
                </a:rPr>
                <a:t> </a:t>
              </a:r>
            </a:p>
          </p:txBody>
        </p:sp>
        <p:cxnSp>
          <p:nvCxnSpPr>
            <p:cNvPr id="27" name="Gerade Verbindung mit Pfeil 26">
              <a:extLst>
                <a:ext uri="{FF2B5EF4-FFF2-40B4-BE49-F238E27FC236}">
                  <a16:creationId xmlns:a16="http://schemas.microsoft.com/office/drawing/2014/main" id="{348689B8-7138-43AE-A5D6-EB64FBBBF651}"/>
                </a:ext>
              </a:extLst>
            </p:cNvPr>
            <p:cNvCxnSpPr/>
            <p:nvPr/>
          </p:nvCxnSpPr>
          <p:spPr bwMode="auto">
            <a:xfrm flipH="1" flipV="1">
              <a:off x="5327411" y="2103300"/>
              <a:ext cx="0" cy="3600000"/>
            </a:xfrm>
            <a:prstGeom prst="straightConnector1">
              <a:avLst/>
            </a:prstGeom>
            <a:noFill/>
            <a:ln w="9525" cap="flat" cmpd="sng" algn="ctr">
              <a:solidFill>
                <a:srgbClr val="000000"/>
              </a:solidFill>
              <a:prstDash val="dash"/>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Rectangle 4">
              <a:extLst>
                <a:ext uri="{FF2B5EF4-FFF2-40B4-BE49-F238E27FC236}">
                  <a16:creationId xmlns:a16="http://schemas.microsoft.com/office/drawing/2014/main" id="{D9ED2436-2D1A-465D-ABE4-5AD6F4231049}"/>
                </a:ext>
              </a:extLst>
            </p:cNvPr>
            <p:cNvSpPr>
              <a:spLocks noChangeArrowheads="1"/>
            </p:cNvSpPr>
            <p:nvPr/>
          </p:nvSpPr>
          <p:spPr bwMode="auto">
            <a:xfrm>
              <a:off x="6134568" y="5734316"/>
              <a:ext cx="582044" cy="267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588" marR="0" lvl="1" indent="0" algn="ctr" defTabSz="914400" eaLnBrk="1" fontAlgn="base" latinLnBrk="0" hangingPunct="1">
                <a:lnSpc>
                  <a:spcPct val="100000"/>
                </a:lnSpc>
                <a:spcBef>
                  <a:spcPct val="0"/>
                </a:spcBef>
                <a:spcAft>
                  <a:spcPct val="40000"/>
                </a:spcAft>
                <a:buClr>
                  <a:srgbClr val="179C7D"/>
                </a:buClr>
                <a:buSzTx/>
                <a:buFont typeface="Wingdings" pitchFamily="2" charset="2"/>
                <a:buNone/>
                <a:tabLst/>
                <a:defRPr/>
              </a:pPr>
              <a:r>
                <a:rPr kumimoji="0" lang="en-US" sz="1600" b="1" i="0" u="none" strike="noStrike" cap="none" normalizeH="0" baseline="0" noProof="0" dirty="0">
                  <a:ln>
                    <a:noFill/>
                  </a:ln>
                  <a:solidFill>
                    <a:srgbClr val="179C7D"/>
                  </a:solidFill>
                  <a:effectLst/>
                  <a:uLnTx/>
                  <a:uFillTx/>
                </a:rPr>
                <a:t>2024</a:t>
              </a:r>
            </a:p>
          </p:txBody>
        </p:sp>
        <p:cxnSp>
          <p:nvCxnSpPr>
            <p:cNvPr id="29" name="Gerade Verbindung mit Pfeil 28">
              <a:extLst>
                <a:ext uri="{FF2B5EF4-FFF2-40B4-BE49-F238E27FC236}">
                  <a16:creationId xmlns:a16="http://schemas.microsoft.com/office/drawing/2014/main" id="{B6C17DF5-7FBA-45E4-A7AE-83E6D112AADA}"/>
                </a:ext>
              </a:extLst>
            </p:cNvPr>
            <p:cNvCxnSpPr/>
            <p:nvPr/>
          </p:nvCxnSpPr>
          <p:spPr bwMode="auto">
            <a:xfrm flipH="1" flipV="1">
              <a:off x="5670860" y="2787300"/>
              <a:ext cx="0" cy="2916000"/>
            </a:xfrm>
            <a:prstGeom prst="straightConnector1">
              <a:avLst/>
            </a:prstGeom>
            <a:noFill/>
            <a:ln w="9525" cap="flat" cmpd="sng" algn="ctr">
              <a:solidFill>
                <a:srgbClr val="000000"/>
              </a:solidFill>
              <a:prstDash val="dash"/>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feld 48">
              <a:extLst>
                <a:ext uri="{FF2B5EF4-FFF2-40B4-BE49-F238E27FC236}">
                  <a16:creationId xmlns:a16="http://schemas.microsoft.com/office/drawing/2014/main" id="{7EE1A975-2437-4FE8-BC67-495786F645B6}"/>
                </a:ext>
              </a:extLst>
            </p:cNvPr>
            <p:cNvSpPr txBox="1"/>
            <p:nvPr/>
          </p:nvSpPr>
          <p:spPr>
            <a:xfrm rot="16200000">
              <a:off x="3971332" y="4034538"/>
              <a:ext cx="3152834" cy="184690"/>
            </a:xfrm>
            <a:prstGeom prst="rect">
              <a:avLst/>
            </a:prstGeom>
            <a:noFill/>
          </p:spPr>
          <p:txBody>
            <a:bodyPr wrap="square" lIns="10800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base" latinLnBrk="0" hangingPunct="1">
                <a:lnSpc>
                  <a:spcPct val="100000"/>
                </a:lnSpc>
                <a:spcBef>
                  <a:spcPct val="0"/>
                </a:spcBef>
                <a:spcAft>
                  <a:spcPct val="40000"/>
                </a:spcAft>
                <a:buClrTx/>
                <a:buSzTx/>
                <a:buFont typeface="Wingdings" pitchFamily="2" charset="2"/>
                <a:buNone/>
                <a:tabLst/>
                <a:defRPr/>
              </a:pPr>
              <a:r>
                <a:rPr kumimoji="0" lang="en-US" sz="1600" b="1" i="0" u="none" strike="noStrike" cap="none" normalizeH="0" baseline="0" noProof="0">
                  <a:ln>
                    <a:noFill/>
                  </a:ln>
                  <a:solidFill>
                    <a:srgbClr val="179C7D"/>
                  </a:solidFill>
                  <a:effectLst/>
                  <a:uLnTx/>
                  <a:uFillTx/>
                </a:rPr>
                <a:t>Contract research</a:t>
              </a:r>
            </a:p>
          </p:txBody>
        </p:sp>
        <p:sp>
          <p:nvSpPr>
            <p:cNvPr id="31" name="Textfeld 49">
              <a:extLst>
                <a:ext uri="{FF2B5EF4-FFF2-40B4-BE49-F238E27FC236}">
                  <a16:creationId xmlns:a16="http://schemas.microsoft.com/office/drawing/2014/main" id="{FF7B67A9-4E5A-4858-AA31-2FE3521BE3C1}"/>
                </a:ext>
              </a:extLst>
            </p:cNvPr>
            <p:cNvSpPr txBox="1"/>
            <p:nvPr/>
          </p:nvSpPr>
          <p:spPr>
            <a:xfrm>
              <a:off x="5373303" y="2401117"/>
              <a:ext cx="1152128" cy="267919"/>
            </a:xfrm>
            <a:prstGeom prst="rect">
              <a:avLst/>
            </a:prstGeom>
            <a:noFill/>
          </p:spPr>
          <p:txBody>
            <a:bodyPr wrap="square" lIns="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base" latinLnBrk="0" hangingPunct="1">
                <a:lnSpc>
                  <a:spcPct val="100000"/>
                </a:lnSpc>
                <a:spcBef>
                  <a:spcPct val="0"/>
                </a:spcBef>
                <a:spcAft>
                  <a:spcPct val="40000"/>
                </a:spcAft>
                <a:buClrTx/>
                <a:buSzTx/>
                <a:buFont typeface="Wingdings" pitchFamily="2" charset="2"/>
                <a:buNone/>
                <a:tabLst/>
                <a:defRPr/>
              </a:pPr>
              <a:r>
                <a:rPr kumimoji="0" lang="en-US" sz="1600" b="1" i="0" u="none" strike="noStrike" cap="none" normalizeH="0" baseline="0" noProof="0">
                  <a:ln>
                    <a:noFill/>
                  </a:ln>
                  <a:solidFill>
                    <a:srgbClr val="179C7D"/>
                  </a:solidFill>
                  <a:effectLst/>
                  <a:uLnTx/>
                  <a:uFillTx/>
                </a:rPr>
                <a:t>€3.1 billion</a:t>
              </a:r>
              <a:r>
                <a:rPr kumimoji="0" lang="en-US" sz="1600" b="1" i="0" u="none" strike="noStrike" cap="none" normalizeH="0" baseline="0" noProof="0">
                  <a:ln>
                    <a:noFill/>
                  </a:ln>
                  <a:solidFill>
                    <a:srgbClr val="179C7D"/>
                  </a:solidFill>
                  <a:effectLst/>
                  <a:uLnTx/>
                  <a:uFillTx/>
                  <a:latin typeface="Frutiger LT Com 65 Bold"/>
                  <a:ea typeface="+mn-ea"/>
                  <a:cs typeface="+mn-cs"/>
                </a:rPr>
                <a:t> </a:t>
              </a:r>
            </a:p>
          </p:txBody>
        </p:sp>
        <p:sp>
          <p:nvSpPr>
            <p:cNvPr id="32" name="Rechteck 31">
              <a:extLst>
                <a:ext uri="{FF2B5EF4-FFF2-40B4-BE49-F238E27FC236}">
                  <a16:creationId xmlns:a16="http://schemas.microsoft.com/office/drawing/2014/main" id="{659B6C5B-9F11-4C7B-916D-CDA3E198E9B6}"/>
                </a:ext>
              </a:extLst>
            </p:cNvPr>
            <p:cNvSpPr/>
            <p:nvPr/>
          </p:nvSpPr>
          <p:spPr bwMode="auto">
            <a:xfrm>
              <a:off x="6230204" y="3690014"/>
              <a:ext cx="360934" cy="2013524"/>
            </a:xfrm>
            <a:prstGeom prst="rect">
              <a:avLst/>
            </a:prstGeom>
            <a:solidFill>
              <a:srgbClr val="179C7D"/>
            </a:solidFill>
            <a:ln w="9525" algn="ctr">
              <a:solidFill>
                <a:srgbClr val="179C7D"/>
              </a:solidFill>
              <a:miter lim="800000"/>
              <a:headEnd/>
              <a:tailEnd/>
            </a:ln>
            <a:effectLst/>
          </p:spPr>
          <p:txBody>
            <a:bodyPr wrap="square" lIns="72000" tIns="54000" rIns="72000" bIns="54000" rtlCol="0" anchor="ct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5900" marR="0" lvl="0" indent="-215900" algn="ctr" defTabSz="914400" eaLnBrk="1" fontAlgn="base" latinLnBrk="0" hangingPunct="1">
                <a:lnSpc>
                  <a:spcPct val="100000"/>
                </a:lnSpc>
                <a:spcBef>
                  <a:spcPct val="0"/>
                </a:spcBef>
                <a:spcAft>
                  <a:spcPts val="563"/>
                </a:spcAft>
                <a:buClr>
                  <a:srgbClr val="179C7D"/>
                </a:buClr>
                <a:buSzTx/>
                <a:buFont typeface="Wingdings" pitchFamily="2" charset="2"/>
                <a:buNone/>
                <a:tabLst/>
                <a:defRPr/>
              </a:pPr>
              <a:endParaRPr kumimoji="0" lang="de-DE" sz="1400" b="0" i="0" u="none" strike="noStrike" kern="0" cap="none" spc="0" normalizeH="0" baseline="0" noProof="0" dirty="0">
                <a:ln>
                  <a:noFill/>
                </a:ln>
                <a:solidFill>
                  <a:srgbClr val="000000"/>
                </a:solidFill>
                <a:effectLst/>
                <a:uLnTx/>
                <a:uFillTx/>
                <a:latin typeface="Frutiger LT Com 55 Roman" pitchFamily="34" charset="0"/>
              </a:endParaRPr>
            </a:p>
          </p:txBody>
        </p:sp>
        <p:sp>
          <p:nvSpPr>
            <p:cNvPr id="33" name="Rechteck 32">
              <a:extLst>
                <a:ext uri="{FF2B5EF4-FFF2-40B4-BE49-F238E27FC236}">
                  <a16:creationId xmlns:a16="http://schemas.microsoft.com/office/drawing/2014/main" id="{AC2C036C-1BF6-440E-9B12-34A59B442703}"/>
                </a:ext>
              </a:extLst>
            </p:cNvPr>
            <p:cNvSpPr/>
            <p:nvPr/>
          </p:nvSpPr>
          <p:spPr bwMode="auto">
            <a:xfrm>
              <a:off x="6230204" y="2705413"/>
              <a:ext cx="360934" cy="962902"/>
            </a:xfrm>
            <a:prstGeom prst="rect">
              <a:avLst/>
            </a:prstGeom>
            <a:solidFill>
              <a:srgbClr val="A2D7CB"/>
            </a:solidFill>
            <a:ln w="9525" algn="ctr">
              <a:solidFill>
                <a:srgbClr val="A2D7CB"/>
              </a:solidFill>
              <a:miter lim="800000"/>
              <a:headEnd/>
              <a:tailEnd/>
            </a:ln>
            <a:effectLst/>
          </p:spPr>
          <p:txBody>
            <a:bodyPr wrap="square" lIns="72000" tIns="54000" rIns="72000" bIns="54000" rtlCol="0" anchor="ct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5900" marR="0" lvl="0" indent="-215900" algn="ctr" defTabSz="914400" eaLnBrk="1" fontAlgn="base" latinLnBrk="0" hangingPunct="1">
                <a:lnSpc>
                  <a:spcPct val="100000"/>
                </a:lnSpc>
                <a:spcBef>
                  <a:spcPct val="0"/>
                </a:spcBef>
                <a:spcAft>
                  <a:spcPts val="563"/>
                </a:spcAft>
                <a:buClr>
                  <a:srgbClr val="179C7D"/>
                </a:buClr>
                <a:buSzTx/>
                <a:buFont typeface="Wingdings" pitchFamily="2" charset="2"/>
                <a:buNone/>
                <a:tabLst/>
                <a:defRPr/>
              </a:pPr>
              <a:endParaRPr kumimoji="0" lang="de-DE" sz="1400" b="0" i="0" u="none" strike="noStrike" kern="0" cap="none" spc="0" normalizeH="0" baseline="0" noProof="0" dirty="0">
                <a:ln>
                  <a:noFill/>
                </a:ln>
                <a:solidFill>
                  <a:srgbClr val="000000"/>
                </a:solidFill>
                <a:effectLst/>
                <a:uLnTx/>
                <a:uFillTx/>
                <a:latin typeface="Frutiger LT Com 55 Roman" pitchFamily="34" charset="0"/>
              </a:endParaRPr>
            </a:p>
          </p:txBody>
        </p:sp>
        <p:sp>
          <p:nvSpPr>
            <p:cNvPr id="40" name="Rechteck 39">
              <a:extLst>
                <a:ext uri="{FF2B5EF4-FFF2-40B4-BE49-F238E27FC236}">
                  <a16:creationId xmlns:a16="http://schemas.microsoft.com/office/drawing/2014/main" id="{12438FDB-F6F2-4458-AFE2-51F012FDB179}"/>
                </a:ext>
              </a:extLst>
            </p:cNvPr>
            <p:cNvSpPr/>
            <p:nvPr/>
          </p:nvSpPr>
          <p:spPr bwMode="auto">
            <a:xfrm>
              <a:off x="6230204" y="2103301"/>
              <a:ext cx="360934" cy="602112"/>
            </a:xfrm>
            <a:prstGeom prst="rect">
              <a:avLst/>
            </a:prstGeom>
            <a:solidFill>
              <a:srgbClr val="A8AFAF"/>
            </a:solidFill>
            <a:ln w="9525" algn="ctr">
              <a:solidFill>
                <a:srgbClr val="A8AFAF"/>
              </a:solidFill>
              <a:miter lim="800000"/>
              <a:headEnd/>
              <a:tailEnd/>
            </a:ln>
            <a:effectLst/>
          </p:spPr>
          <p:txBody>
            <a:bodyPr wrap="square" lIns="72000" tIns="54000" rIns="72000" bIns="54000" rtlCol="0" anchor="ct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15900" marR="0" lvl="0" indent="-215900" algn="ctr" defTabSz="914400" eaLnBrk="1" fontAlgn="base" latinLnBrk="0" hangingPunct="1">
                <a:lnSpc>
                  <a:spcPct val="100000"/>
                </a:lnSpc>
                <a:spcBef>
                  <a:spcPct val="0"/>
                </a:spcBef>
                <a:spcAft>
                  <a:spcPts val="563"/>
                </a:spcAft>
                <a:buClr>
                  <a:srgbClr val="179C7D"/>
                </a:buClr>
                <a:buSzTx/>
                <a:buFont typeface="Wingdings" pitchFamily="2" charset="2"/>
                <a:buNone/>
                <a:tabLst/>
                <a:defRPr/>
              </a:pPr>
              <a:endParaRPr kumimoji="0" lang="de-DE" sz="1400" b="0" i="0" u="none" strike="noStrike" kern="0" cap="none" spc="0" normalizeH="0" baseline="0" noProof="0" dirty="0">
                <a:ln>
                  <a:noFill/>
                </a:ln>
                <a:solidFill>
                  <a:srgbClr val="000000"/>
                </a:solidFill>
                <a:effectLst/>
                <a:uLnTx/>
                <a:uFillTx/>
                <a:latin typeface="Frutiger LT Com 55 Roman" pitchFamily="34" charset="0"/>
              </a:endParaRPr>
            </a:p>
          </p:txBody>
        </p:sp>
        <p:cxnSp>
          <p:nvCxnSpPr>
            <p:cNvPr id="41" name="Gerade Verbindung 7">
              <a:extLst>
                <a:ext uri="{FF2B5EF4-FFF2-40B4-BE49-F238E27FC236}">
                  <a16:creationId xmlns:a16="http://schemas.microsoft.com/office/drawing/2014/main" id="{ABFD0616-49F9-40E1-A162-908AE8A42B64}"/>
                </a:ext>
              </a:extLst>
            </p:cNvPr>
            <p:cNvCxnSpPr>
              <a:cxnSpLocks/>
            </p:cNvCxnSpPr>
            <p:nvPr/>
          </p:nvCxnSpPr>
          <p:spPr bwMode="auto">
            <a:xfrm flipV="1">
              <a:off x="5128814" y="5703538"/>
              <a:ext cx="3350358" cy="1"/>
            </a:xfrm>
            <a:prstGeom prst="line">
              <a:avLst/>
            </a:prstGeom>
            <a:noFill/>
            <a:ln w="1270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Gerade Verbindung mit Pfeil 41">
              <a:extLst>
                <a:ext uri="{FF2B5EF4-FFF2-40B4-BE49-F238E27FC236}">
                  <a16:creationId xmlns:a16="http://schemas.microsoft.com/office/drawing/2014/main" id="{59E1CD2D-4AE5-4F26-9003-9F35F571EA55}"/>
                </a:ext>
              </a:extLst>
            </p:cNvPr>
            <p:cNvCxnSpPr/>
            <p:nvPr/>
          </p:nvCxnSpPr>
          <p:spPr bwMode="auto">
            <a:xfrm flipH="1">
              <a:off x="5327413" y="2103301"/>
              <a:ext cx="3151759" cy="0"/>
            </a:xfrm>
            <a:prstGeom prst="straightConnector1">
              <a:avLst/>
            </a:prstGeom>
            <a:noFill/>
            <a:ln w="9525" cap="flat" cmpd="sng" algn="ctr">
              <a:solidFill>
                <a:srgbClr val="000000"/>
              </a:solidFill>
              <a:prstDash val="dash"/>
              <a:round/>
              <a:headEnd type="none" w="med" len="me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Gerade Verbindung mit Pfeil 42">
              <a:extLst>
                <a:ext uri="{FF2B5EF4-FFF2-40B4-BE49-F238E27FC236}">
                  <a16:creationId xmlns:a16="http://schemas.microsoft.com/office/drawing/2014/main" id="{972E3AF2-EDB3-48A4-9500-8B9C10F31D9B}"/>
                </a:ext>
              </a:extLst>
            </p:cNvPr>
            <p:cNvCxnSpPr/>
            <p:nvPr/>
          </p:nvCxnSpPr>
          <p:spPr bwMode="auto">
            <a:xfrm flipH="1">
              <a:off x="5670862" y="2705413"/>
              <a:ext cx="2808310" cy="0"/>
            </a:xfrm>
            <a:prstGeom prst="straightConnector1">
              <a:avLst/>
            </a:prstGeom>
            <a:noFill/>
            <a:ln w="9525" cap="flat" cmpd="sng" algn="ctr">
              <a:solidFill>
                <a:srgbClr val="000000"/>
              </a:solidFill>
              <a:prstDash val="dash"/>
              <a:round/>
              <a:headEnd type="none" w="med" len="me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feld 56">
              <a:extLst>
                <a:ext uri="{FF2B5EF4-FFF2-40B4-BE49-F238E27FC236}">
                  <a16:creationId xmlns:a16="http://schemas.microsoft.com/office/drawing/2014/main" id="{7696BAB4-CED2-404F-86F9-A8C0ACFAFEBC}"/>
                </a:ext>
              </a:extLst>
            </p:cNvPr>
            <p:cNvSpPr txBox="1"/>
            <p:nvPr/>
          </p:nvSpPr>
          <p:spPr>
            <a:xfrm>
              <a:off x="6645364" y="2176368"/>
              <a:ext cx="1929745" cy="468859"/>
            </a:xfrm>
            <a:prstGeom prst="rect">
              <a:avLst/>
            </a:prstGeom>
            <a:noFill/>
          </p:spPr>
          <p:txBody>
            <a:bodyPr wrap="square" lIns="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base" latinLnBrk="0" hangingPunct="1">
                <a:lnSpc>
                  <a:spcPct val="100000"/>
                </a:lnSpc>
                <a:spcBef>
                  <a:spcPct val="0"/>
                </a:spcBef>
                <a:spcAft>
                  <a:spcPct val="40000"/>
                </a:spcAft>
                <a:buClrTx/>
                <a:buSzTx/>
                <a:buFont typeface="Wingdings" pitchFamily="2" charset="2"/>
                <a:buNone/>
                <a:tabLst/>
                <a:defRPr/>
              </a:pPr>
              <a:r>
                <a:rPr lang="en-US" sz="1400" b="1">
                  <a:solidFill>
                    <a:srgbClr val="A8AFAF">
                      <a:lumMod val="75000"/>
                    </a:srgbClr>
                  </a:solidFill>
                </a:rPr>
                <a:t>Growth and additional research funding</a:t>
              </a:r>
            </a:p>
          </p:txBody>
        </p:sp>
        <p:cxnSp>
          <p:nvCxnSpPr>
            <p:cNvPr id="45" name="Gerade Verbindung mit Pfeil 44">
              <a:extLst>
                <a:ext uri="{FF2B5EF4-FFF2-40B4-BE49-F238E27FC236}">
                  <a16:creationId xmlns:a16="http://schemas.microsoft.com/office/drawing/2014/main" id="{81E5DA21-C0FB-4988-911B-72D093429F0F}"/>
                </a:ext>
              </a:extLst>
            </p:cNvPr>
            <p:cNvCxnSpPr/>
            <p:nvPr/>
          </p:nvCxnSpPr>
          <p:spPr bwMode="auto">
            <a:xfrm flipH="1">
              <a:off x="6154464" y="3680771"/>
              <a:ext cx="2324708" cy="0"/>
            </a:xfrm>
            <a:prstGeom prst="straightConnector1">
              <a:avLst/>
            </a:prstGeom>
            <a:noFill/>
            <a:ln w="9525" cap="flat" cmpd="sng" algn="ctr">
              <a:solidFill>
                <a:srgbClr val="000000"/>
              </a:solidFill>
              <a:prstDash val="dash"/>
              <a:round/>
              <a:headEnd type="none" w="med" len="med"/>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8" name="Textplatzhalter 11">
            <a:extLst>
              <a:ext uri="{FF2B5EF4-FFF2-40B4-BE49-F238E27FC236}">
                <a16:creationId xmlns:a16="http://schemas.microsoft.com/office/drawing/2014/main" id="{09FD904A-A113-45E1-B68B-F3B9FFD04513}"/>
              </a:ext>
            </a:extLst>
          </p:cNvPr>
          <p:cNvSpPr>
            <a:spLocks noGrp="1"/>
          </p:cNvSpPr>
          <p:nvPr>
            <p:ph type="body" sz="quarter" idx="14"/>
          </p:nvPr>
        </p:nvSpPr>
        <p:spPr>
          <a:xfrm>
            <a:off x="479423" y="1456394"/>
            <a:ext cx="11233150" cy="781861"/>
          </a:xfrm>
        </p:spPr>
        <p:txBody>
          <a:bodyPr/>
          <a:lstStyle/>
          <a:p>
            <a:endParaRPr lang="de-DE" b="1" dirty="0">
              <a:solidFill>
                <a:schemeClr val="accent2"/>
              </a:solidFill>
              <a:latin typeface="+mn-lt"/>
            </a:endParaRPr>
          </a:p>
          <a:p>
            <a:endParaRPr lang="de-DE" dirty="0">
              <a:latin typeface="+mn-lt"/>
            </a:endParaRPr>
          </a:p>
        </p:txBody>
      </p:sp>
      <p:sp>
        <p:nvSpPr>
          <p:cNvPr id="2" name="Foliennummernplatzhalter 1">
            <a:extLst>
              <a:ext uri="{FF2B5EF4-FFF2-40B4-BE49-F238E27FC236}">
                <a16:creationId xmlns:a16="http://schemas.microsoft.com/office/drawing/2014/main" id="{0AD6ADD0-06F5-7EDE-ACDD-A4498A95FE6F}"/>
              </a:ext>
            </a:extLst>
          </p:cNvPr>
          <p:cNvSpPr txBox="1">
            <a:spLocks/>
          </p:cNvSpPr>
          <p:nvPr/>
        </p:nvSpPr>
        <p:spPr bwMode="gray">
          <a:xfrm>
            <a:off x="711843" y="6455835"/>
            <a:ext cx="408932" cy="127727"/>
          </a:xfrm>
          <a:prstGeom prst="rect">
            <a:avLst/>
          </a:prstGeom>
        </p:spPr>
        <p:txBody>
          <a:bodyPr vert="horz" lIns="0" tIns="0" rIns="0" bIns="0" rtlCol="0">
            <a:spAutoFit/>
          </a:bodyPr>
          <a:lstStyle>
            <a:lvl1pPr marL="0" indent="0" algn="l" defTabSz="914400" rtl="0" eaLnBrk="1" latinLnBrk="0" hangingPunct="1">
              <a:lnSpc>
                <a:spcPct val="11000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ct val="11000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ct val="11000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ct val="11000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ct val="11000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9pPr>
          </a:lstStyle>
          <a:p>
            <a:pPr>
              <a:lnSpc>
                <a:spcPct val="100000"/>
              </a:lnSpc>
              <a:spcAft>
                <a:spcPts val="0"/>
              </a:spcAft>
            </a:pPr>
            <a:fld id="{3D81EE41-304C-41C3-8185-350F2275D756}" type="slidenum">
              <a:rPr lang="de-DE" sz="800" smtClean="0">
                <a:solidFill>
                  <a:schemeClr val="tx1"/>
                </a:solidFill>
                <a:latin typeface="+mn-lt"/>
              </a:rPr>
              <a:pPr>
                <a:lnSpc>
                  <a:spcPct val="100000"/>
                </a:lnSpc>
                <a:spcAft>
                  <a:spcPts val="0"/>
                </a:spcAft>
              </a:pPr>
              <a:t>4</a:t>
            </a:fld>
            <a:endParaRPr lang="de-DE" sz="800">
              <a:solidFill>
                <a:schemeClr val="tx1"/>
              </a:solidFill>
              <a:latin typeface="+mn-lt"/>
            </a:endParaRPr>
          </a:p>
        </p:txBody>
      </p:sp>
      <p:sp>
        <p:nvSpPr>
          <p:cNvPr id="7" name="Textfeld 6">
            <a:extLst>
              <a:ext uri="{FF2B5EF4-FFF2-40B4-BE49-F238E27FC236}">
                <a16:creationId xmlns:a16="http://schemas.microsoft.com/office/drawing/2014/main" id="{3B1707D2-8D1C-4B65-B491-636318405F4F}"/>
              </a:ext>
            </a:extLst>
          </p:cNvPr>
          <p:cNvSpPr txBox="1"/>
          <p:nvPr/>
        </p:nvSpPr>
        <p:spPr>
          <a:xfrm>
            <a:off x="242191" y="5864427"/>
            <a:ext cx="2098331" cy="215252"/>
          </a:xfrm>
          <a:prstGeom prst="rect">
            <a:avLst/>
          </a:prstGeom>
          <a:noFill/>
        </p:spPr>
        <p:txBody>
          <a:bodyPr wrap="none" lIns="0" tIns="0" rIns="0" bIns="0" rtlCol="0" anchor="ctr">
            <a:spAutoFit/>
          </a:bodyPr>
          <a:lstStyle/>
          <a:p>
            <a:pPr algn="l">
              <a:lnSpc>
                <a:spcPts val="1960"/>
              </a:lnSpc>
              <a:buClr>
                <a:schemeClr val="accent1"/>
              </a:buClr>
              <a:buSzPct val="160000"/>
            </a:pPr>
            <a:r>
              <a:rPr lang="en-US" sz="700"/>
              <a:t>Main locations of the Fraunhofer institutes and research units</a:t>
            </a:r>
          </a:p>
        </p:txBody>
      </p:sp>
      <p:sp>
        <p:nvSpPr>
          <p:cNvPr id="12" name="Ellipse 11">
            <a:extLst>
              <a:ext uri="{FF2B5EF4-FFF2-40B4-BE49-F238E27FC236}">
                <a16:creationId xmlns:a16="http://schemas.microsoft.com/office/drawing/2014/main" id="{DC438D10-BDE7-1AD5-E10F-05F12E306CF3}"/>
              </a:ext>
            </a:extLst>
          </p:cNvPr>
          <p:cNvSpPr/>
          <p:nvPr/>
        </p:nvSpPr>
        <p:spPr>
          <a:xfrm>
            <a:off x="150128" y="5998998"/>
            <a:ext cx="60533" cy="60533"/>
          </a:xfrm>
          <a:prstGeom prst="ellipse">
            <a:avLst/>
          </a:prstGeom>
          <a:solidFill>
            <a:srgbClr val="179C7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marL="180000" indent="-180000" algn="l">
              <a:lnSpc>
                <a:spcPts val="1960"/>
              </a:lnSpc>
              <a:buClr>
                <a:schemeClr val="accent1"/>
              </a:buClr>
              <a:buFont typeface="Wingdings" panose="05000000000000000000" pitchFamily="2" charset="2"/>
              <a:buChar char="§"/>
            </a:pPr>
            <a:endParaRPr lang="de-DE" sz="1400" dirty="0">
              <a:solidFill>
                <a:schemeClr val="tx1"/>
              </a:solidFill>
            </a:endParaRPr>
          </a:p>
        </p:txBody>
      </p:sp>
      <p:pic>
        <p:nvPicPr>
          <p:cNvPr id="8" name="Grafik 7" descr="Ein Bild, das Text, Karte, Diagramm, Schrift enthält.&#10;&#10;KI-generierte Inhalte können fehlerhaft sein.">
            <a:extLst>
              <a:ext uri="{FF2B5EF4-FFF2-40B4-BE49-F238E27FC236}">
                <a16:creationId xmlns:a16="http://schemas.microsoft.com/office/drawing/2014/main" id="{056AD7F1-2ED1-C34A-4C61-782E86D7CC75}"/>
              </a:ext>
            </a:extLst>
          </p:cNvPr>
          <p:cNvPicPr>
            <a:picLocks noChangeAspect="1"/>
          </p:cNvPicPr>
          <p:nvPr/>
        </p:nvPicPr>
        <p:blipFill>
          <a:blip r:embed="rId3"/>
          <a:stretch>
            <a:fillRect/>
          </a:stretch>
        </p:blipFill>
        <p:spPr>
          <a:xfrm>
            <a:off x="1314322" y="1124633"/>
            <a:ext cx="3665725" cy="4768934"/>
          </a:xfrm>
          <a:prstGeom prst="rect">
            <a:avLst/>
          </a:prstGeom>
        </p:spPr>
      </p:pic>
      <p:sp>
        <p:nvSpPr>
          <p:cNvPr id="3" name="Datumsplatzhalter 15">
            <a:extLst>
              <a:ext uri="{FF2B5EF4-FFF2-40B4-BE49-F238E27FC236}">
                <a16:creationId xmlns:a16="http://schemas.microsoft.com/office/drawing/2014/main" id="{B27E4FBF-FF9D-9973-14E3-5D9AB0AEF7EF}"/>
              </a:ext>
            </a:extLst>
          </p:cNvPr>
          <p:cNvSpPr txBox="1">
            <a:spLocks/>
          </p:cNvSpPr>
          <p:nvPr/>
        </p:nvSpPr>
        <p:spPr bwMode="gray">
          <a:xfrm>
            <a:off x="1309947" y="6455836"/>
            <a:ext cx="864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9ED5A2-9F45-4C08-BBDB-9D43E7B50590}" type="datetime4">
              <a:rPr lang="en-US" smtClean="0"/>
              <a:pPr/>
              <a:t>May 13, 2026</a:t>
            </a:fld>
            <a:endParaRPr lang="de-DE" dirty="0"/>
          </a:p>
        </p:txBody>
      </p:sp>
      <p:sp>
        <p:nvSpPr>
          <p:cNvPr id="4" name="Ellipse 3">
            <a:extLst>
              <a:ext uri="{FF2B5EF4-FFF2-40B4-BE49-F238E27FC236}">
                <a16:creationId xmlns:a16="http://schemas.microsoft.com/office/drawing/2014/main" id="{EE5AF06E-62C0-C2D5-DFA0-53FEBA7853D3}"/>
              </a:ext>
            </a:extLst>
          </p:cNvPr>
          <p:cNvSpPr/>
          <p:nvPr/>
        </p:nvSpPr>
        <p:spPr>
          <a:xfrm>
            <a:off x="3354797" y="4435442"/>
            <a:ext cx="419100" cy="224049"/>
          </a:xfrm>
          <a:prstGeom prst="ellipse">
            <a:avLst/>
          </a:prstGeom>
          <a:noFill/>
          <a:ln w="9525">
            <a:solidFill>
              <a:srgbClr val="179C7D"/>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marL="180000" indent="-180000" algn="l">
              <a:lnSpc>
                <a:spcPts val="1960"/>
              </a:lnSpc>
              <a:buClr>
                <a:schemeClr val="accent1"/>
              </a:buClr>
              <a:buFont typeface="Wingdings" panose="05000000000000000000" pitchFamily="2" charset="2"/>
              <a:buChar char="§"/>
            </a:pPr>
            <a:endParaRPr lang="de-DE" sz="1400" dirty="0">
              <a:solidFill>
                <a:schemeClr val="tx1"/>
              </a:solidFill>
            </a:endParaRPr>
          </a:p>
        </p:txBody>
      </p:sp>
    </p:spTree>
    <p:extLst>
      <p:ext uri="{BB962C8B-B14F-4D97-AF65-F5344CB8AC3E}">
        <p14:creationId xmlns:p14="http://schemas.microsoft.com/office/powerpoint/2010/main" val="3215766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76656C46-74E1-A92A-2D52-547BB4E6AEBC}"/>
              </a:ext>
            </a:extLst>
          </p:cNvPr>
          <p:cNvSpPr>
            <a:spLocks noGrp="1"/>
          </p:cNvSpPr>
          <p:nvPr>
            <p:ph type="ftr" sz="quarter" idx="17"/>
          </p:nvPr>
        </p:nvSpPr>
        <p:spPr bwMode="gray">
          <a:xfrm>
            <a:off x="2297897" y="6455836"/>
            <a:ext cx="2952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black"/>
                </a:solidFill>
                <a:effectLst/>
                <a:uLnTx/>
                <a:uFillTx/>
                <a:latin typeface="Frutiger LT Com 45 Light"/>
                <a:ea typeface="+mn-ea"/>
                <a:cs typeface="+mn-cs"/>
              </a:rPr>
              <a:t>© Fraunhofer </a:t>
            </a:r>
          </a:p>
        </p:txBody>
      </p:sp>
      <p:sp>
        <p:nvSpPr>
          <p:cNvPr id="8" name="Foliennummernplatzhalter 7">
            <a:extLst>
              <a:ext uri="{FF2B5EF4-FFF2-40B4-BE49-F238E27FC236}">
                <a16:creationId xmlns:a16="http://schemas.microsoft.com/office/drawing/2014/main" id="{781CB9AC-2963-3665-8657-E0929DB0F160}"/>
              </a:ext>
            </a:extLst>
          </p:cNvPr>
          <p:cNvSpPr>
            <a:spLocks noGrp="1"/>
          </p:cNvSpPr>
          <p:nvPr>
            <p:ph type="sldNum" sz="quarter" idx="18"/>
          </p:nvPr>
        </p:nvSpPr>
        <p:spPr>
          <a:xfrm>
            <a:off x="711843" y="6455835"/>
            <a:ext cx="408932" cy="123112"/>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3D81EE41-304C-41C3-8185-350F2275D756}" type="slidenum">
              <a:rPr kumimoji="0" lang="de-DE" sz="800" b="0" i="0" u="none" strike="noStrike" kern="1200" cap="none" spc="0" normalizeH="0" baseline="0" noProof="0" smtClean="0">
                <a:ln>
                  <a:noFill/>
                </a:ln>
                <a:solidFill>
                  <a:prstClr val="black"/>
                </a:solidFill>
                <a:effectLst/>
                <a:uLnTx/>
                <a:uFillTx/>
                <a:latin typeface="Frutiger LT Com 45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de-DE" sz="800" b="0" i="0" u="none" strike="noStrike" kern="1200" cap="none" spc="0" normalizeH="0" baseline="0" noProof="0">
              <a:ln>
                <a:noFill/>
              </a:ln>
              <a:solidFill>
                <a:prstClr val="black"/>
              </a:solidFill>
              <a:effectLst/>
              <a:uLnTx/>
              <a:uFillTx/>
              <a:latin typeface="Frutiger LT Com 45 Light"/>
              <a:ea typeface="+mn-ea"/>
              <a:cs typeface="+mn-cs"/>
            </a:endParaRPr>
          </a:p>
        </p:txBody>
      </p:sp>
      <p:sp>
        <p:nvSpPr>
          <p:cNvPr id="9" name="Textplatzhalter 6">
            <a:extLst>
              <a:ext uri="{FF2B5EF4-FFF2-40B4-BE49-F238E27FC236}">
                <a16:creationId xmlns:a16="http://schemas.microsoft.com/office/drawing/2014/main" id="{FBCCA187-EE38-9E63-539F-7D96A34823EA}"/>
              </a:ext>
            </a:extLst>
          </p:cNvPr>
          <p:cNvSpPr txBox="1">
            <a:spLocks/>
          </p:cNvSpPr>
          <p:nvPr/>
        </p:nvSpPr>
        <p:spPr bwMode="gray">
          <a:xfrm>
            <a:off x="479424" y="1689062"/>
            <a:ext cx="11233149" cy="4284662"/>
          </a:xfrm>
          <a:prstGeom prst="rect">
            <a:avLst/>
          </a:prstGeom>
          <a:solidFill>
            <a:srgbClr val="E5EEF2"/>
          </a:solidFill>
        </p:spPr>
        <p:txBody>
          <a:bodyPr lIns="144000" tIns="144000" rIns="144000" bIns="144000" numCol="1" spcCol="360000">
            <a:noAutofit/>
          </a:bodyPr>
          <a:lstStyle>
            <a:lvl1pPr marL="0" indent="0" algn="l" defTabSz="914400" rtl="0" eaLnBrk="1" latinLnBrk="0" hangingPunct="1">
              <a:lnSpc>
                <a:spcPts val="196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1960"/>
              </a:lnSpc>
              <a:spcBef>
                <a:spcPts val="0"/>
              </a:spcBef>
              <a:spcAft>
                <a:spcPts val="0"/>
              </a:spcAft>
              <a:buFont typeface="Arial" panose="020B0604020202020204" pitchFamily="34" charset="0"/>
              <a:buNone/>
              <a:defRPr sz="2080" b="0"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bg1"/>
                </a:solidFill>
                <a:latin typeface="+mj-lt"/>
                <a:ea typeface="+mn-ea"/>
                <a:cs typeface="+mn-cs"/>
              </a:defRPr>
            </a:lvl3pPr>
            <a:lvl4pPr marL="18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4pPr>
            <a:lvl5pPr marL="36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5pPr>
            <a:lvl6pPr marL="54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6pPr>
            <a:lvl7pPr marL="216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7pPr>
            <a:lvl8pPr marL="432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8pPr>
            <a:lvl9pPr marL="648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9pPr>
          </a:lstStyle>
          <a:p>
            <a:pPr marL="0" marR="0" lvl="0" indent="0" algn="l" defTabSz="914400" rtl="0" eaLnBrk="1" fontAlgn="auto" latinLnBrk="0" hangingPunct="1">
              <a:lnSpc>
                <a:spcPts val="1960"/>
              </a:lnSpc>
              <a:spcBef>
                <a:spcPts val="0"/>
              </a:spcBef>
              <a:spcAft>
                <a:spcPts val="0"/>
              </a:spcAft>
              <a:buClrTx/>
              <a:buSzTx/>
              <a:buFont typeface="Arial" panose="020B0604020202020204" pitchFamily="34" charset="0"/>
              <a:buNone/>
              <a:tabLst/>
              <a:defRPr/>
            </a:pPr>
            <a:endParaRPr kumimoji="0" lang="de-DE" sz="1600" b="0" i="0" u="none" strike="noStrike" kern="1200" cap="none" spc="0" normalizeH="0" baseline="0" noProof="0">
              <a:ln>
                <a:noFill/>
              </a:ln>
              <a:solidFill>
                <a:srgbClr val="005B7F"/>
              </a:solidFill>
              <a:effectLst/>
              <a:uLnTx/>
              <a:uFillTx/>
              <a:latin typeface="Frutiger LT Com 65 Bold"/>
              <a:ea typeface="+mn-ea"/>
              <a:cs typeface="+mn-cs"/>
            </a:endParaRPr>
          </a:p>
        </p:txBody>
      </p:sp>
      <p:sp>
        <p:nvSpPr>
          <p:cNvPr id="10" name="Rechteck 9">
            <a:extLst>
              <a:ext uri="{FF2B5EF4-FFF2-40B4-BE49-F238E27FC236}">
                <a16:creationId xmlns:a16="http://schemas.microsoft.com/office/drawing/2014/main" id="{1E483BC4-06A8-E5D1-7014-0224B24F5347}"/>
              </a:ext>
            </a:extLst>
          </p:cNvPr>
          <p:cNvSpPr/>
          <p:nvPr/>
        </p:nvSpPr>
        <p:spPr bwMode="auto">
          <a:xfrm>
            <a:off x="2448663" y="1821546"/>
            <a:ext cx="2053954" cy="928101"/>
          </a:xfrm>
          <a:prstGeom prst="rect">
            <a:avLst/>
          </a:prstGeom>
          <a:solidFill>
            <a:schemeClr val="bg1"/>
          </a:solidFill>
          <a:ln w="1905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utiger LT Com 45 Light"/>
              <a:ea typeface="+mn-ea"/>
              <a:cs typeface="+mn-cs"/>
            </a:endParaRPr>
          </a:p>
        </p:txBody>
      </p:sp>
      <p:sp>
        <p:nvSpPr>
          <p:cNvPr id="11" name="Rechteck 10">
            <a:extLst>
              <a:ext uri="{FF2B5EF4-FFF2-40B4-BE49-F238E27FC236}">
                <a16:creationId xmlns:a16="http://schemas.microsoft.com/office/drawing/2014/main" id="{7F0A8642-E52D-A4B3-F403-251FB540F376}"/>
              </a:ext>
            </a:extLst>
          </p:cNvPr>
          <p:cNvSpPr/>
          <p:nvPr/>
        </p:nvSpPr>
        <p:spPr bwMode="auto">
          <a:xfrm>
            <a:off x="2448663" y="2853614"/>
            <a:ext cx="2053954" cy="928101"/>
          </a:xfrm>
          <a:prstGeom prst="rect">
            <a:avLst/>
          </a:prstGeom>
          <a:solidFill>
            <a:schemeClr val="bg1"/>
          </a:solidFill>
          <a:ln w="1905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utiger LT Com 45 Light"/>
              <a:ea typeface="+mn-ea"/>
              <a:cs typeface="+mn-cs"/>
            </a:endParaRPr>
          </a:p>
        </p:txBody>
      </p:sp>
      <p:sp>
        <p:nvSpPr>
          <p:cNvPr id="12" name="Rechteck 11">
            <a:extLst>
              <a:ext uri="{FF2B5EF4-FFF2-40B4-BE49-F238E27FC236}">
                <a16:creationId xmlns:a16="http://schemas.microsoft.com/office/drawing/2014/main" id="{4C016F74-46FA-7ADC-9F9F-B5FA606ABDC4}"/>
              </a:ext>
            </a:extLst>
          </p:cNvPr>
          <p:cNvSpPr/>
          <p:nvPr/>
        </p:nvSpPr>
        <p:spPr bwMode="auto">
          <a:xfrm>
            <a:off x="2448663" y="3885682"/>
            <a:ext cx="2053954" cy="928101"/>
          </a:xfrm>
          <a:prstGeom prst="rect">
            <a:avLst/>
          </a:prstGeom>
          <a:solidFill>
            <a:schemeClr val="bg1"/>
          </a:solidFill>
          <a:ln w="1905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utiger LT Com 45 Light"/>
              <a:ea typeface="+mn-ea"/>
              <a:cs typeface="+mn-cs"/>
            </a:endParaRPr>
          </a:p>
        </p:txBody>
      </p:sp>
      <p:sp>
        <p:nvSpPr>
          <p:cNvPr id="13" name="Rechteck 12">
            <a:extLst>
              <a:ext uri="{FF2B5EF4-FFF2-40B4-BE49-F238E27FC236}">
                <a16:creationId xmlns:a16="http://schemas.microsoft.com/office/drawing/2014/main" id="{1BE5BEA1-C55E-C718-C694-A13619AB6F54}"/>
              </a:ext>
            </a:extLst>
          </p:cNvPr>
          <p:cNvSpPr/>
          <p:nvPr/>
        </p:nvSpPr>
        <p:spPr bwMode="auto">
          <a:xfrm>
            <a:off x="2448663" y="4917750"/>
            <a:ext cx="2053954" cy="928101"/>
          </a:xfrm>
          <a:prstGeom prst="rect">
            <a:avLst/>
          </a:prstGeom>
          <a:solidFill>
            <a:schemeClr val="bg1"/>
          </a:solidFill>
          <a:ln w="1905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utiger LT Com 45 Light"/>
              <a:ea typeface="+mn-ea"/>
              <a:cs typeface="+mn-cs"/>
            </a:endParaRPr>
          </a:p>
        </p:txBody>
      </p:sp>
      <p:pic>
        <p:nvPicPr>
          <p:cNvPr id="14" name="Grafik 13" descr="Logo_ausgetauscht">
            <a:extLst>
              <a:ext uri="{FF2B5EF4-FFF2-40B4-BE49-F238E27FC236}">
                <a16:creationId xmlns:a16="http://schemas.microsoft.com/office/drawing/2014/main" id="{67BD6EFA-50AD-A3A5-D415-74948AA50C78}"/>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bwMode="auto">
          <a:xfrm>
            <a:off x="2682408" y="2143192"/>
            <a:ext cx="1584241" cy="26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3" descr="C:\Users\cbehmer\AppData\Local\Microsoft\Windows\Temporary Internet Files\Content.IE5\7MCN09KK\HG_LOGO_S_RGB.jpg">
            <a:extLst>
              <a:ext uri="{FF2B5EF4-FFF2-40B4-BE49-F238E27FC236}">
                <a16:creationId xmlns:a16="http://schemas.microsoft.com/office/drawing/2014/main" id="{36536B4D-7021-B52C-22E6-F1C91E49BD38}"/>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2803562" y="3003499"/>
            <a:ext cx="1317453" cy="566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 descr="http://www.leibniz-gemeinschaft.de/fileadmin/user_upload/bilder/Presse/Logos/LogoLeibniz_grau.jpg">
            <a:extLst>
              <a:ext uri="{FF2B5EF4-FFF2-40B4-BE49-F238E27FC236}">
                <a16:creationId xmlns:a16="http://schemas.microsoft.com/office/drawing/2014/main" id="{A171CE50-7DFA-7D19-7811-9215400EC01A}"/>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2898285" y="4069897"/>
            <a:ext cx="1025115" cy="692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 descr="Bildergebnis für max planck logo">
            <a:extLst>
              <a:ext uri="{FF2B5EF4-FFF2-40B4-BE49-F238E27FC236}">
                <a16:creationId xmlns:a16="http://schemas.microsoft.com/office/drawing/2014/main" id="{C13F4EC9-1DA9-BBF6-DDA4-92AFAADB0F77}"/>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2949731" y="5061971"/>
            <a:ext cx="922221" cy="749606"/>
          </a:xfrm>
          <a:prstGeom prst="rect">
            <a:avLst/>
          </a:prstGeom>
          <a:noFill/>
          <a:extLst>
            <a:ext uri="{909E8E84-426E-40DD-AFC4-6F175D3DCCD1}">
              <a14:hiddenFill xmlns:a14="http://schemas.microsoft.com/office/drawing/2010/main">
                <a:solidFill>
                  <a:srgbClr val="FFFFFF"/>
                </a:solidFill>
              </a14:hiddenFill>
            </a:ext>
          </a:extLst>
        </p:spPr>
      </p:pic>
      <p:sp>
        <p:nvSpPr>
          <p:cNvPr id="18" name="Pfeil: Fünfeck 39">
            <a:extLst>
              <a:ext uri="{FF2B5EF4-FFF2-40B4-BE49-F238E27FC236}">
                <a16:creationId xmlns:a16="http://schemas.microsoft.com/office/drawing/2014/main" id="{EA715453-4CF1-8F2E-1057-69DA703AF01A}"/>
              </a:ext>
            </a:extLst>
          </p:cNvPr>
          <p:cNvSpPr>
            <a:spLocks/>
          </p:cNvSpPr>
          <p:nvPr/>
        </p:nvSpPr>
        <p:spPr bwMode="gray">
          <a:xfrm>
            <a:off x="4506319" y="1821546"/>
            <a:ext cx="7055489" cy="928101"/>
          </a:xfrm>
          <a:prstGeom prst="homePlate">
            <a:avLst>
              <a:gd name="adj" fmla="val 27927"/>
            </a:avLst>
          </a:prstGeom>
          <a:gradFill flip="none" rotWithShape="1">
            <a:gsLst>
              <a:gs pos="34000">
                <a:srgbClr val="008598"/>
              </a:gs>
              <a:gs pos="14000">
                <a:srgbClr val="337C99"/>
              </a:gs>
              <a:gs pos="0">
                <a:srgbClr val="99BDCC"/>
              </a:gs>
              <a:gs pos="65000">
                <a:srgbClr val="179C7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Frutiger LT Com 45 Light"/>
              <a:ea typeface="+mn-ea"/>
              <a:cs typeface="+mn-cs"/>
            </a:endParaRPr>
          </a:p>
        </p:txBody>
      </p:sp>
      <p:sp>
        <p:nvSpPr>
          <p:cNvPr id="19" name="Textfeld 18">
            <a:extLst>
              <a:ext uri="{FF2B5EF4-FFF2-40B4-BE49-F238E27FC236}">
                <a16:creationId xmlns:a16="http://schemas.microsoft.com/office/drawing/2014/main" id="{EACC6E30-3362-6C89-892B-33532760034F}"/>
              </a:ext>
            </a:extLst>
          </p:cNvPr>
          <p:cNvSpPr txBox="1"/>
          <p:nvPr/>
        </p:nvSpPr>
        <p:spPr>
          <a:xfrm>
            <a:off x="8010147" y="1990341"/>
            <a:ext cx="3255259" cy="615553"/>
          </a:xfrm>
          <a:prstGeom prst="rect">
            <a:avLst/>
          </a:prstGeom>
          <a:noFill/>
        </p:spPr>
        <p:txBody>
          <a:bodyPr wrap="square" lIns="0" tIns="0" rIns="0" bIns="0" rtlCol="0">
            <a:spAutoFit/>
          </a:bodyPr>
          <a:lstStyle/>
          <a:p>
            <a:pPr fontAlgn="base">
              <a:spcBef>
                <a:spcPct val="0"/>
              </a:spcBef>
              <a:spcAft>
                <a:spcPct val="40000"/>
              </a:spcAft>
              <a:defRPr/>
            </a:pPr>
            <a:r>
              <a:rPr lang="en-US" sz="2000" dirty="0">
                <a:solidFill>
                  <a:srgbClr val="FFFFFF"/>
                </a:solidFill>
                <a:latin typeface="Frutiger LT Com 55 Roman"/>
                <a:cs typeface="Arial" charset="0"/>
              </a:rPr>
              <a:t>Applied research and </a:t>
            </a:r>
            <a:r>
              <a:rPr kumimoji="0" lang="de-DE" sz="2000" b="0" i="0" u="none" strike="noStrike" kern="1200" cap="none" spc="0" normalizeH="0" baseline="0" noProof="0" dirty="0">
                <a:ln>
                  <a:noFill/>
                </a:ln>
                <a:solidFill>
                  <a:srgbClr val="FFFFFF"/>
                </a:solidFill>
                <a:effectLst/>
                <a:uLnTx/>
                <a:uFillTx/>
                <a:latin typeface="Frutiger LT Com 55 Roman"/>
                <a:ea typeface="+mn-ea"/>
                <a:cs typeface="Arial" charset="0"/>
              </a:rPr>
              <a:t> </a:t>
            </a:r>
            <a:r>
              <a:rPr kumimoji="0" lang="de-DE" sz="2000" b="0" i="0" u="none" strike="noStrike" kern="1200" cap="none" spc="0" normalizeH="0" baseline="0" noProof="0" dirty="0" err="1">
                <a:ln>
                  <a:noFill/>
                </a:ln>
                <a:solidFill>
                  <a:srgbClr val="FFFFFF"/>
                </a:solidFill>
                <a:effectLst/>
                <a:uLnTx/>
                <a:uFillTx/>
                <a:latin typeface="Frutiger LT Com 55 Roman"/>
                <a:ea typeface="+mn-ea"/>
                <a:cs typeface="Arial" charset="0"/>
              </a:rPr>
              <a:t>technology</a:t>
            </a:r>
            <a:r>
              <a:rPr kumimoji="0" lang="de-DE" sz="2000" b="0" i="0" u="none" strike="noStrike" kern="1200" cap="none" spc="0" normalizeH="0" baseline="0" noProof="0" dirty="0">
                <a:ln>
                  <a:noFill/>
                </a:ln>
                <a:solidFill>
                  <a:srgbClr val="FFFFFF"/>
                </a:solidFill>
                <a:effectLst/>
                <a:uLnTx/>
                <a:uFillTx/>
                <a:latin typeface="Frutiger LT Com 55 Roman"/>
                <a:ea typeface="+mn-ea"/>
                <a:cs typeface="Arial" charset="0"/>
              </a:rPr>
              <a:t> </a:t>
            </a:r>
            <a:r>
              <a:rPr lang="de-DE" sz="2000" dirty="0">
                <a:solidFill>
                  <a:srgbClr val="FFFFFF"/>
                </a:solidFill>
                <a:latin typeface="Frutiger LT Com 55 Roman"/>
                <a:cs typeface="Arial" charset="0"/>
              </a:rPr>
              <a:t>t</a:t>
            </a:r>
            <a:r>
              <a:rPr kumimoji="0" lang="de-DE" sz="2000" b="0" i="0" u="none" strike="noStrike" kern="1200" cap="none" spc="0" normalizeH="0" baseline="0" noProof="0" dirty="0" err="1">
                <a:ln>
                  <a:noFill/>
                </a:ln>
                <a:solidFill>
                  <a:srgbClr val="FFFFFF"/>
                </a:solidFill>
                <a:effectLst/>
                <a:uLnTx/>
                <a:uFillTx/>
                <a:latin typeface="Frutiger LT Com 55 Roman"/>
                <a:ea typeface="+mn-ea"/>
                <a:cs typeface="Arial" charset="0"/>
              </a:rPr>
              <a:t>ransfer</a:t>
            </a:r>
            <a:endParaRPr kumimoji="0" lang="de-DE" sz="2000" b="0" i="0" u="none" strike="noStrike" kern="1200" cap="none" spc="0" normalizeH="0" baseline="0" noProof="0" dirty="0">
              <a:ln>
                <a:noFill/>
              </a:ln>
              <a:solidFill>
                <a:srgbClr val="FFFFFF"/>
              </a:solidFill>
              <a:effectLst/>
              <a:uLnTx/>
              <a:uFillTx/>
              <a:latin typeface="Frutiger LT Com 45 Light"/>
              <a:ea typeface="+mn-ea"/>
              <a:cs typeface="+mn-cs"/>
            </a:endParaRPr>
          </a:p>
        </p:txBody>
      </p:sp>
      <p:sp>
        <p:nvSpPr>
          <p:cNvPr id="20" name="Pfeil: Fünfeck 39">
            <a:extLst>
              <a:ext uri="{FF2B5EF4-FFF2-40B4-BE49-F238E27FC236}">
                <a16:creationId xmlns:a16="http://schemas.microsoft.com/office/drawing/2014/main" id="{357EA1E3-C8AB-F4CC-A273-7C9A23DD6FA3}"/>
              </a:ext>
            </a:extLst>
          </p:cNvPr>
          <p:cNvSpPr>
            <a:spLocks/>
          </p:cNvSpPr>
          <p:nvPr/>
        </p:nvSpPr>
        <p:spPr bwMode="gray">
          <a:xfrm>
            <a:off x="4500880" y="4925817"/>
            <a:ext cx="7055489" cy="928101"/>
          </a:xfrm>
          <a:prstGeom prst="homePlate">
            <a:avLst>
              <a:gd name="adj" fmla="val 27927"/>
            </a:avLst>
          </a:prstGeom>
          <a:gradFill flip="none" rotWithShape="1">
            <a:gsLst>
              <a:gs pos="96000">
                <a:srgbClr val="008598"/>
              </a:gs>
              <a:gs pos="76000">
                <a:srgbClr val="337C99"/>
              </a:gs>
              <a:gs pos="0">
                <a:srgbClr val="99BDCC"/>
              </a:gs>
              <a:gs pos="99000">
                <a:srgbClr val="179C7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Frutiger LT Com 45 Light"/>
              <a:ea typeface="+mn-ea"/>
              <a:cs typeface="+mn-cs"/>
            </a:endParaRPr>
          </a:p>
        </p:txBody>
      </p:sp>
      <p:sp>
        <p:nvSpPr>
          <p:cNvPr id="21" name="Pfeil: Fünfeck 39">
            <a:extLst>
              <a:ext uri="{FF2B5EF4-FFF2-40B4-BE49-F238E27FC236}">
                <a16:creationId xmlns:a16="http://schemas.microsoft.com/office/drawing/2014/main" id="{AAC92811-5AA6-281A-B8E3-A54A7959905C}"/>
              </a:ext>
            </a:extLst>
          </p:cNvPr>
          <p:cNvSpPr>
            <a:spLocks/>
          </p:cNvSpPr>
          <p:nvPr/>
        </p:nvSpPr>
        <p:spPr bwMode="gray">
          <a:xfrm>
            <a:off x="4500880" y="3891060"/>
            <a:ext cx="7055489" cy="928101"/>
          </a:xfrm>
          <a:prstGeom prst="homePlate">
            <a:avLst>
              <a:gd name="adj" fmla="val 27927"/>
            </a:avLst>
          </a:prstGeom>
          <a:gradFill flip="none" rotWithShape="1">
            <a:gsLst>
              <a:gs pos="74000">
                <a:srgbClr val="008598"/>
              </a:gs>
              <a:gs pos="57000">
                <a:srgbClr val="337C99"/>
              </a:gs>
              <a:gs pos="0">
                <a:srgbClr val="99BDCC"/>
              </a:gs>
              <a:gs pos="99000">
                <a:srgbClr val="179C7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Frutiger LT Com 45 Light"/>
              <a:ea typeface="+mn-ea"/>
              <a:cs typeface="+mn-cs"/>
            </a:endParaRPr>
          </a:p>
        </p:txBody>
      </p:sp>
      <p:sp>
        <p:nvSpPr>
          <p:cNvPr id="22" name="Textfeld 21">
            <a:extLst>
              <a:ext uri="{FF2B5EF4-FFF2-40B4-BE49-F238E27FC236}">
                <a16:creationId xmlns:a16="http://schemas.microsoft.com/office/drawing/2014/main" id="{E242269A-2F2C-5576-42BA-6CE22922A781}"/>
              </a:ext>
            </a:extLst>
          </p:cNvPr>
          <p:cNvSpPr txBox="1"/>
          <p:nvPr/>
        </p:nvSpPr>
        <p:spPr>
          <a:xfrm>
            <a:off x="4677790" y="5227911"/>
            <a:ext cx="4923784" cy="307777"/>
          </a:xfrm>
          <a:prstGeom prst="rect">
            <a:avLst/>
          </a:prstGeom>
          <a:noFill/>
        </p:spPr>
        <p:txBody>
          <a:bodyPr wrap="square" lIns="0" tIns="0" rIns="0" bIns="0" rtlCol="0">
            <a:spAutoFit/>
          </a:bodyPr>
          <a:lstStyle/>
          <a:p>
            <a:pPr>
              <a:tabLst>
                <a:tab pos="5922371" algn="l"/>
              </a:tabLst>
            </a:pPr>
            <a:r>
              <a:rPr lang="en-US" sz="2000" dirty="0">
                <a:solidFill>
                  <a:srgbClr val="FFFFFF"/>
                </a:solidFill>
                <a:latin typeface="Frutiger LT Com 55 Roman"/>
                <a:cs typeface="Arial" charset="0"/>
                <a:sym typeface="Wingdings"/>
              </a:rPr>
              <a:t>Basic research</a:t>
            </a:r>
          </a:p>
        </p:txBody>
      </p:sp>
      <p:sp>
        <p:nvSpPr>
          <p:cNvPr id="23" name="Textfeld 22">
            <a:extLst>
              <a:ext uri="{FF2B5EF4-FFF2-40B4-BE49-F238E27FC236}">
                <a16:creationId xmlns:a16="http://schemas.microsoft.com/office/drawing/2014/main" id="{E9F99F0F-EC10-DFCC-BD63-8A0FB07B1AC7}"/>
              </a:ext>
            </a:extLst>
          </p:cNvPr>
          <p:cNvSpPr txBox="1"/>
          <p:nvPr/>
        </p:nvSpPr>
        <p:spPr>
          <a:xfrm>
            <a:off x="5722585" y="4041955"/>
            <a:ext cx="5133305" cy="615553"/>
          </a:xfrm>
          <a:prstGeom prst="rect">
            <a:avLst/>
          </a:prstGeom>
          <a:noFill/>
        </p:spPr>
        <p:txBody>
          <a:bodyPr wrap="square" lIns="0" tIns="0" rIns="0" bIns="0" rtlCol="0">
            <a:spAutoFit/>
          </a:bodyPr>
          <a:lstStyle/>
          <a:p>
            <a:r>
              <a:rPr lang="en-US" sz="2000" dirty="0">
                <a:solidFill>
                  <a:srgbClr val="FFFFFF"/>
                </a:solidFill>
                <a:latin typeface="Frutiger LT Com 55 Roman"/>
                <a:cs typeface="Arial" charset="0"/>
              </a:rPr>
              <a:t>Knowledge-driven and applied basic research</a:t>
            </a:r>
          </a:p>
        </p:txBody>
      </p:sp>
      <p:sp>
        <p:nvSpPr>
          <p:cNvPr id="24" name="Pfeil: Fünfeck 39">
            <a:extLst>
              <a:ext uri="{FF2B5EF4-FFF2-40B4-BE49-F238E27FC236}">
                <a16:creationId xmlns:a16="http://schemas.microsoft.com/office/drawing/2014/main" id="{DF4ABE70-788A-6E65-7109-5F661250AAE6}"/>
              </a:ext>
            </a:extLst>
          </p:cNvPr>
          <p:cNvSpPr>
            <a:spLocks/>
          </p:cNvSpPr>
          <p:nvPr/>
        </p:nvSpPr>
        <p:spPr bwMode="gray">
          <a:xfrm>
            <a:off x="4500880" y="2856303"/>
            <a:ext cx="7055489" cy="928101"/>
          </a:xfrm>
          <a:prstGeom prst="homePlate">
            <a:avLst>
              <a:gd name="adj" fmla="val 27927"/>
            </a:avLst>
          </a:prstGeom>
          <a:gradFill flip="none" rotWithShape="1">
            <a:gsLst>
              <a:gs pos="71000">
                <a:srgbClr val="008598"/>
              </a:gs>
              <a:gs pos="24000">
                <a:srgbClr val="337C99"/>
              </a:gs>
              <a:gs pos="0">
                <a:srgbClr val="99BDCC"/>
              </a:gs>
              <a:gs pos="79000">
                <a:srgbClr val="179C7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Frutiger LT Com 45 Light"/>
              <a:ea typeface="+mn-ea"/>
              <a:cs typeface="+mn-cs"/>
            </a:endParaRPr>
          </a:p>
        </p:txBody>
      </p:sp>
      <p:sp>
        <p:nvSpPr>
          <p:cNvPr id="25" name="Textfeld 24">
            <a:extLst>
              <a:ext uri="{FF2B5EF4-FFF2-40B4-BE49-F238E27FC236}">
                <a16:creationId xmlns:a16="http://schemas.microsoft.com/office/drawing/2014/main" id="{C9734286-6749-E3F2-2D7F-08E8BE3FB4FA}"/>
              </a:ext>
            </a:extLst>
          </p:cNvPr>
          <p:cNvSpPr txBox="1"/>
          <p:nvPr/>
        </p:nvSpPr>
        <p:spPr>
          <a:xfrm>
            <a:off x="6959555" y="3038235"/>
            <a:ext cx="4119450" cy="615553"/>
          </a:xfrm>
          <a:prstGeom prst="rect">
            <a:avLst/>
          </a:prstGeom>
          <a:noFill/>
        </p:spPr>
        <p:txBody>
          <a:bodyPr wrap="square" lIns="0" tIns="0" rIns="0" bIns="0" rtlCol="0">
            <a:spAutoFit/>
          </a:bodyPr>
          <a:lstStyle/>
          <a:p>
            <a:pPr eaLnBrk="0" fontAlgn="base" hangingPunct="0">
              <a:spcBef>
                <a:spcPct val="0"/>
              </a:spcBef>
              <a:spcAft>
                <a:spcPct val="40000"/>
              </a:spcAft>
              <a:buClr>
                <a:srgbClr val="1F82C0"/>
              </a:buClr>
              <a:defRPr/>
            </a:pPr>
            <a:r>
              <a:rPr lang="en-US" sz="2000" dirty="0">
                <a:solidFill>
                  <a:srgbClr val="FFFFFF"/>
                </a:solidFill>
                <a:latin typeface="Frutiger LT Com 55 Roman"/>
                <a:cs typeface="Arial" charset="0"/>
              </a:rPr>
              <a:t>Research programs and infrastructure</a:t>
            </a:r>
          </a:p>
        </p:txBody>
      </p:sp>
      <p:sp>
        <p:nvSpPr>
          <p:cNvPr id="4" name="Pfeil: Fünfeck 39">
            <a:extLst>
              <a:ext uri="{FF2B5EF4-FFF2-40B4-BE49-F238E27FC236}">
                <a16:creationId xmlns:a16="http://schemas.microsoft.com/office/drawing/2014/main" id="{9D6E4E4C-6099-BB3E-96E6-8D0D6074E2D4}"/>
              </a:ext>
            </a:extLst>
          </p:cNvPr>
          <p:cNvSpPr>
            <a:spLocks/>
          </p:cNvSpPr>
          <p:nvPr/>
        </p:nvSpPr>
        <p:spPr bwMode="gray">
          <a:xfrm>
            <a:off x="599711" y="1829022"/>
            <a:ext cx="1679801" cy="4024896"/>
          </a:xfrm>
          <a:prstGeom prst="homePlate">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Frutiger LT Com 45 Light"/>
              <a:ea typeface="+mn-ea"/>
              <a:cs typeface="+mn-cs"/>
            </a:endParaRPr>
          </a:p>
        </p:txBody>
      </p:sp>
      <p:pic>
        <p:nvPicPr>
          <p:cNvPr id="27" name="Grafik 26">
            <a:extLst>
              <a:ext uri="{FF2B5EF4-FFF2-40B4-BE49-F238E27FC236}">
                <a16:creationId xmlns:a16="http://schemas.microsoft.com/office/drawing/2014/main" id="{94C4A94C-64C2-8DA9-8F65-854F4AC5D549}"/>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015485" y="2090023"/>
            <a:ext cx="795530" cy="795530"/>
          </a:xfrm>
          <a:prstGeom prst="rect">
            <a:avLst/>
          </a:prstGeom>
        </p:spPr>
      </p:pic>
      <p:sp>
        <p:nvSpPr>
          <p:cNvPr id="28" name="Textfeld 27">
            <a:extLst>
              <a:ext uri="{FF2B5EF4-FFF2-40B4-BE49-F238E27FC236}">
                <a16:creationId xmlns:a16="http://schemas.microsoft.com/office/drawing/2014/main" id="{7A22D49C-82D0-84B2-3C3E-203FDC94041B}"/>
              </a:ext>
            </a:extLst>
          </p:cNvPr>
          <p:cNvSpPr txBox="1"/>
          <p:nvPr/>
        </p:nvSpPr>
        <p:spPr>
          <a:xfrm>
            <a:off x="687297" y="3003499"/>
            <a:ext cx="1504627" cy="2400657"/>
          </a:xfrm>
          <a:prstGeom prst="rect">
            <a:avLst/>
          </a:prstGeom>
          <a:noFill/>
        </p:spPr>
        <p:txBody>
          <a:bodyPr wrap="square" lIns="0" tIns="0" rIns="0" bIns="0" rtlCol="0">
            <a:spAutoFit/>
          </a:bodyPr>
          <a:lstStyle/>
          <a:p>
            <a:pPr marL="0" marR="0" lvl="0" indent="0" algn="ctr" defTabSz="914400" rtl="0" eaLnBrk="1" fontAlgn="base" latinLnBrk="0" hangingPunct="1">
              <a:lnSpc>
                <a:spcPct val="100000"/>
              </a:lnSpc>
              <a:spcBef>
                <a:spcPct val="0"/>
              </a:spcBef>
              <a:spcAft>
                <a:spcPct val="40000"/>
              </a:spcAft>
              <a:buClrTx/>
              <a:buSzTx/>
              <a:buFontTx/>
              <a:buNone/>
              <a:tabLst/>
              <a:defRPr/>
            </a:pPr>
            <a:r>
              <a:rPr lang="de-DE" sz="2000" dirty="0">
                <a:solidFill>
                  <a:srgbClr val="FFFFFF"/>
                </a:solidFill>
                <a:latin typeface="Frutiger LT Com 55 Roman"/>
                <a:cs typeface="Arial" charset="0"/>
              </a:rPr>
              <a:t>Higher </a:t>
            </a:r>
            <a:r>
              <a:rPr lang="de-DE" sz="2000" dirty="0" err="1">
                <a:solidFill>
                  <a:srgbClr val="FFFFFF"/>
                </a:solidFill>
                <a:latin typeface="Frutiger LT Com 55 Roman"/>
                <a:cs typeface="Arial" charset="0"/>
              </a:rPr>
              <a:t>education</a:t>
            </a:r>
            <a:r>
              <a:rPr lang="de-DE" sz="2000" dirty="0">
                <a:solidFill>
                  <a:srgbClr val="FFFFFF"/>
                </a:solidFill>
                <a:latin typeface="Frutiger LT Com 55 Roman"/>
                <a:cs typeface="Arial" charset="0"/>
              </a:rPr>
              <a:t> </a:t>
            </a:r>
            <a:r>
              <a:rPr lang="de-DE" sz="2000" dirty="0" err="1">
                <a:solidFill>
                  <a:srgbClr val="FFFFFF"/>
                </a:solidFill>
                <a:latin typeface="Frutiger LT Com 55 Roman"/>
                <a:cs typeface="Arial" charset="0"/>
              </a:rPr>
              <a:t>institutions</a:t>
            </a:r>
            <a:endParaRPr kumimoji="0" lang="de-DE" sz="2000" b="0" i="0" u="none" strike="noStrike" kern="1200" cap="none" spc="0" normalizeH="0" baseline="0" noProof="0" dirty="0">
              <a:ln>
                <a:noFill/>
              </a:ln>
              <a:solidFill>
                <a:srgbClr val="FFFFFF"/>
              </a:solidFill>
              <a:effectLst/>
              <a:uLnTx/>
              <a:uFillTx/>
              <a:latin typeface="Frutiger LT Com 55 Roman"/>
              <a:ea typeface="+mn-ea"/>
              <a:cs typeface="Arial" charset="0"/>
            </a:endParaRPr>
          </a:p>
          <a:p>
            <a:pPr marL="0" marR="0" lvl="0" indent="0" algn="ctr" defTabSz="914400" rtl="0" eaLnBrk="1" fontAlgn="base" latinLnBrk="0" hangingPunct="1">
              <a:lnSpc>
                <a:spcPct val="100000"/>
              </a:lnSpc>
              <a:spcBef>
                <a:spcPct val="0"/>
              </a:spcBef>
              <a:spcAft>
                <a:spcPct val="40000"/>
              </a:spcAft>
              <a:buClrTx/>
              <a:buSzTx/>
              <a:buFontTx/>
              <a:buNone/>
              <a:tabLst/>
              <a:defRPr/>
            </a:pPr>
            <a:endParaRPr kumimoji="0" lang="de-DE" sz="2000" b="0" i="0" u="none" strike="noStrike" kern="1200" cap="none" spc="0" normalizeH="0" baseline="0" noProof="0" dirty="0">
              <a:ln>
                <a:noFill/>
              </a:ln>
              <a:solidFill>
                <a:srgbClr val="FFFFFF"/>
              </a:solidFill>
              <a:effectLst/>
              <a:uLnTx/>
              <a:uFillTx/>
              <a:latin typeface="Frutiger LT Com 55 Roman"/>
              <a:ea typeface="+mn-ea"/>
              <a:cs typeface="Arial" charset="0"/>
            </a:endParaRPr>
          </a:p>
          <a:p>
            <a:pPr marL="0" marR="0" lvl="0" indent="0" algn="ctr" defTabSz="914400" rtl="0" eaLnBrk="1" fontAlgn="base" latinLnBrk="0" hangingPunct="1">
              <a:lnSpc>
                <a:spcPct val="100000"/>
              </a:lnSpc>
              <a:spcBef>
                <a:spcPct val="0"/>
              </a:spcBef>
              <a:spcAft>
                <a:spcPct val="40000"/>
              </a:spcAft>
              <a:buClrTx/>
              <a:buSzTx/>
              <a:buFontTx/>
              <a:buNone/>
              <a:tabLst/>
              <a:defRPr/>
            </a:pPr>
            <a:r>
              <a:rPr kumimoji="0" lang="de-DE" sz="2000" b="0" i="0" u="none" strike="noStrike" kern="1200" cap="none" spc="0" normalizeH="0" baseline="0" noProof="0" dirty="0">
                <a:ln>
                  <a:noFill/>
                </a:ln>
                <a:solidFill>
                  <a:srgbClr val="FFFFFF"/>
                </a:solidFill>
                <a:effectLst/>
                <a:uLnTx/>
                <a:uFillTx/>
                <a:latin typeface="Frutiger LT Com 55 Roman"/>
                <a:ea typeface="+mn-ea"/>
                <a:cs typeface="Arial" charset="0"/>
              </a:rPr>
              <a:t>Training</a:t>
            </a:r>
            <a:br>
              <a:rPr kumimoji="0" lang="de-DE" sz="2000" b="0" i="0" u="none" strike="noStrike" kern="1200" cap="none" spc="0" normalizeH="0" baseline="0" noProof="0" dirty="0">
                <a:ln>
                  <a:noFill/>
                </a:ln>
                <a:solidFill>
                  <a:srgbClr val="FFFFFF"/>
                </a:solidFill>
                <a:effectLst/>
                <a:uLnTx/>
                <a:uFillTx/>
                <a:latin typeface="Frutiger LT Com 55 Roman"/>
                <a:ea typeface="+mn-ea"/>
                <a:cs typeface="Arial" charset="0"/>
              </a:rPr>
            </a:br>
            <a:r>
              <a:rPr kumimoji="0" lang="de-DE" sz="2000" b="0" i="0" u="none" strike="noStrike" kern="1200" cap="none" spc="0" normalizeH="0" baseline="0" noProof="0" dirty="0">
                <a:ln>
                  <a:noFill/>
                </a:ln>
                <a:solidFill>
                  <a:srgbClr val="FFFFFF"/>
                </a:solidFill>
                <a:effectLst/>
                <a:uLnTx/>
                <a:uFillTx/>
                <a:latin typeface="Frutiger LT Com 55 Roman"/>
                <a:ea typeface="+mn-ea"/>
                <a:cs typeface="Arial" charset="0"/>
              </a:rPr>
              <a:t>and</a:t>
            </a:r>
            <a:br>
              <a:rPr kumimoji="0" lang="de-DE" sz="2000" b="0" i="0" u="none" strike="noStrike" kern="1200" cap="none" spc="0" normalizeH="0" baseline="0" noProof="0" dirty="0">
                <a:ln>
                  <a:noFill/>
                </a:ln>
                <a:solidFill>
                  <a:srgbClr val="FFFFFF"/>
                </a:solidFill>
                <a:effectLst/>
                <a:uLnTx/>
                <a:uFillTx/>
                <a:latin typeface="Frutiger LT Com 55 Roman"/>
                <a:ea typeface="+mn-ea"/>
                <a:cs typeface="Arial" charset="0"/>
              </a:rPr>
            </a:br>
            <a:r>
              <a:rPr lang="de-DE" sz="2000" dirty="0" err="1">
                <a:solidFill>
                  <a:srgbClr val="FFFFFF"/>
                </a:solidFill>
                <a:latin typeface="Frutiger LT Com 55 Roman"/>
                <a:cs typeface="Arial" charset="0"/>
              </a:rPr>
              <a:t>research</a:t>
            </a:r>
            <a:endParaRPr kumimoji="0" lang="de-DE" sz="2000" b="0" i="0" u="none" strike="noStrike" kern="1200" cap="none" spc="0" normalizeH="0" baseline="0" noProof="0" dirty="0">
              <a:ln>
                <a:noFill/>
              </a:ln>
              <a:solidFill>
                <a:srgbClr val="FFFFFF"/>
              </a:solidFill>
              <a:effectLst/>
              <a:uLnTx/>
              <a:uFillTx/>
              <a:latin typeface="Frutiger LT Com 45 Light"/>
              <a:ea typeface="+mn-ea"/>
              <a:cs typeface="+mn-cs"/>
            </a:endParaRPr>
          </a:p>
        </p:txBody>
      </p:sp>
      <p:cxnSp>
        <p:nvCxnSpPr>
          <p:cNvPr id="31" name="Gerader Verbinder 30">
            <a:extLst>
              <a:ext uri="{FF2B5EF4-FFF2-40B4-BE49-F238E27FC236}">
                <a16:creationId xmlns:a16="http://schemas.microsoft.com/office/drawing/2014/main" id="{6907C01E-4EB0-0969-3C85-3830A38D7767}"/>
              </a:ext>
            </a:extLst>
          </p:cNvPr>
          <p:cNvCxnSpPr>
            <a:cxnSpLocks/>
          </p:cNvCxnSpPr>
          <p:nvPr/>
        </p:nvCxnSpPr>
        <p:spPr>
          <a:xfrm>
            <a:off x="2367383" y="1733097"/>
            <a:ext cx="0" cy="4210147"/>
          </a:xfrm>
          <a:prstGeom prst="line">
            <a:avLst/>
          </a:prstGeom>
          <a:ln w="9525">
            <a:solidFill>
              <a:schemeClr val="accent2"/>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Titel 10">
            <a:extLst>
              <a:ext uri="{FF2B5EF4-FFF2-40B4-BE49-F238E27FC236}">
                <a16:creationId xmlns:a16="http://schemas.microsoft.com/office/drawing/2014/main" id="{66580CDF-D6B6-F49E-5125-DC58164FC8CA}"/>
              </a:ext>
            </a:extLst>
          </p:cNvPr>
          <p:cNvSpPr>
            <a:spLocks noGrp="1"/>
          </p:cNvSpPr>
          <p:nvPr>
            <p:ph type="title"/>
          </p:nvPr>
        </p:nvSpPr>
        <p:spPr>
          <a:xfrm>
            <a:off x="479425" y="395588"/>
            <a:ext cx="11233150" cy="382733"/>
          </a:xfrm>
        </p:spPr>
        <p:txBody>
          <a:bodyPr/>
          <a:lstStyle/>
          <a:p>
            <a:r>
              <a:rPr lang="en-US" dirty="0"/>
              <a:t>The Major Non-University Research Organizations</a:t>
            </a:r>
          </a:p>
        </p:txBody>
      </p:sp>
      <p:sp>
        <p:nvSpPr>
          <p:cNvPr id="30" name="Textplatzhalter 11">
            <a:extLst>
              <a:ext uri="{FF2B5EF4-FFF2-40B4-BE49-F238E27FC236}">
                <a16:creationId xmlns:a16="http://schemas.microsoft.com/office/drawing/2014/main" id="{E08C5D4B-8930-F597-09BA-C673C50B3621}"/>
              </a:ext>
            </a:extLst>
          </p:cNvPr>
          <p:cNvSpPr>
            <a:spLocks noGrp="1"/>
          </p:cNvSpPr>
          <p:nvPr>
            <p:ph type="body" sz="quarter" idx="13"/>
          </p:nvPr>
        </p:nvSpPr>
        <p:spPr>
          <a:xfrm>
            <a:off x="479425" y="778321"/>
            <a:ext cx="11233150" cy="318933"/>
          </a:xfrm>
        </p:spPr>
        <p:txBody>
          <a:bodyPr/>
          <a:lstStyle/>
          <a:p>
            <a:r>
              <a:rPr lang="en-US" dirty="0"/>
              <a:t>Wide-ranging research</a:t>
            </a:r>
          </a:p>
        </p:txBody>
      </p:sp>
      <p:sp>
        <p:nvSpPr>
          <p:cNvPr id="34" name="Datumsplatzhalter 15">
            <a:extLst>
              <a:ext uri="{FF2B5EF4-FFF2-40B4-BE49-F238E27FC236}">
                <a16:creationId xmlns:a16="http://schemas.microsoft.com/office/drawing/2014/main" id="{00BC677C-98C2-8834-FEF4-FD4F1B9FC0B6}"/>
              </a:ext>
            </a:extLst>
          </p:cNvPr>
          <p:cNvSpPr txBox="1">
            <a:spLocks/>
          </p:cNvSpPr>
          <p:nvPr/>
        </p:nvSpPr>
        <p:spPr bwMode="gray">
          <a:xfrm>
            <a:off x="1120775" y="6462712"/>
            <a:ext cx="864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34D497-6D11-4F98-9F50-121B40070398}" type="datetime4">
              <a:rPr lang="en-US" smtClean="0"/>
              <a:pPr/>
              <a:t>May 13, 2026</a:t>
            </a:fld>
            <a:endParaRPr lang="de-DE" dirty="0"/>
          </a:p>
        </p:txBody>
      </p:sp>
    </p:spTree>
    <p:extLst>
      <p:ext uri="{BB962C8B-B14F-4D97-AF65-F5344CB8AC3E}">
        <p14:creationId xmlns:p14="http://schemas.microsoft.com/office/powerpoint/2010/main" val="1061361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6992D92-2069-4297-A5D8-E4B5281F0E42}"/>
              </a:ext>
            </a:extLst>
          </p:cNvPr>
          <p:cNvSpPr>
            <a:spLocks noGrp="1"/>
          </p:cNvSpPr>
          <p:nvPr>
            <p:ph type="title"/>
          </p:nvPr>
        </p:nvSpPr>
        <p:spPr/>
        <p:txBody>
          <a:bodyPr/>
          <a:lstStyle/>
          <a:p>
            <a:r>
              <a:rPr lang="en-US"/>
              <a:t>Fraunhofer and Universities</a:t>
            </a:r>
          </a:p>
        </p:txBody>
      </p:sp>
      <p:sp>
        <p:nvSpPr>
          <p:cNvPr id="4" name="Fußzeilenplatzhalter 3">
            <a:extLst>
              <a:ext uri="{FF2B5EF4-FFF2-40B4-BE49-F238E27FC236}">
                <a16:creationId xmlns:a16="http://schemas.microsoft.com/office/drawing/2014/main" id="{DC848C61-E297-41D0-BB66-621166394138}"/>
              </a:ext>
            </a:extLst>
          </p:cNvPr>
          <p:cNvSpPr>
            <a:spLocks noGrp="1"/>
          </p:cNvSpPr>
          <p:nvPr>
            <p:ph type="ftr" sz="quarter" idx="11"/>
          </p:nvPr>
        </p:nvSpPr>
        <p:spPr bwMode="gray">
          <a:xfrm>
            <a:off x="2297897" y="6455836"/>
            <a:ext cx="2952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Fraunhofer </a:t>
            </a:r>
          </a:p>
        </p:txBody>
      </p:sp>
      <p:sp>
        <p:nvSpPr>
          <p:cNvPr id="12" name="Textplatzhalter 11">
            <a:extLst>
              <a:ext uri="{FF2B5EF4-FFF2-40B4-BE49-F238E27FC236}">
                <a16:creationId xmlns:a16="http://schemas.microsoft.com/office/drawing/2014/main" id="{73368004-360F-475E-8401-608B86F54821}"/>
              </a:ext>
            </a:extLst>
          </p:cNvPr>
          <p:cNvSpPr>
            <a:spLocks noGrp="1"/>
          </p:cNvSpPr>
          <p:nvPr>
            <p:ph type="body" sz="quarter" idx="13"/>
          </p:nvPr>
        </p:nvSpPr>
        <p:spPr/>
        <p:txBody>
          <a:bodyPr/>
          <a:lstStyle/>
          <a:p>
            <a:r>
              <a:rPr lang="en-US"/>
              <a:t>Complementary synergies</a:t>
            </a:r>
          </a:p>
        </p:txBody>
      </p:sp>
      <p:sp>
        <p:nvSpPr>
          <p:cNvPr id="30" name="Rechteck 29">
            <a:extLst>
              <a:ext uri="{FF2B5EF4-FFF2-40B4-BE49-F238E27FC236}">
                <a16:creationId xmlns:a16="http://schemas.microsoft.com/office/drawing/2014/main" id="{799101E7-2ACA-4A0E-AF1A-2638B3993114}"/>
              </a:ext>
            </a:extLst>
          </p:cNvPr>
          <p:cNvSpPr/>
          <p:nvPr/>
        </p:nvSpPr>
        <p:spPr bwMode="auto">
          <a:xfrm>
            <a:off x="479425" y="1700213"/>
            <a:ext cx="5612993" cy="4284662"/>
          </a:xfrm>
          <a:prstGeom prst="rect">
            <a:avLst/>
          </a:prstGeom>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100000" t="100000"/>
            </a:path>
            <a:tileRect r="-100000" b="-100000"/>
          </a:gradFill>
          <a:ln w="19050">
            <a:noFill/>
            <a:prstDash val="sysDash"/>
            <a:round/>
            <a:headEnd type="arrow" w="med" len="med"/>
            <a:tailEnd type="none" w="med" len="med"/>
          </a:ln>
          <a:effectLst/>
        </p:spPr>
        <p:txBody>
          <a:bodyPr rtlCol="0" anchor="ctr"/>
          <a:lstStyle/>
          <a:p>
            <a:pPr algn="ctr" fontAlgn="base">
              <a:spcBef>
                <a:spcPct val="0"/>
              </a:spcBef>
              <a:spcAft>
                <a:spcPct val="40000"/>
              </a:spcAft>
              <a:buFont typeface="Wingdings" pitchFamily="2" charset="2"/>
              <a:buNone/>
            </a:pPr>
            <a:endParaRPr lang="de-DE" dirty="0">
              <a:solidFill>
                <a:srgbClr val="FFFFFF"/>
              </a:solidFill>
              <a:latin typeface="Frutiger LT Com 55 Roman" pitchFamily="34" charset="0"/>
            </a:endParaRPr>
          </a:p>
        </p:txBody>
      </p:sp>
      <p:sp>
        <p:nvSpPr>
          <p:cNvPr id="31" name="Rechteck 30">
            <a:extLst>
              <a:ext uri="{FF2B5EF4-FFF2-40B4-BE49-F238E27FC236}">
                <a16:creationId xmlns:a16="http://schemas.microsoft.com/office/drawing/2014/main" id="{59AA33FC-6114-4571-AEE4-2B5F80EF718C}"/>
              </a:ext>
            </a:extLst>
          </p:cNvPr>
          <p:cNvSpPr/>
          <p:nvPr/>
        </p:nvSpPr>
        <p:spPr bwMode="auto">
          <a:xfrm>
            <a:off x="6092418" y="1700211"/>
            <a:ext cx="5618570" cy="4284662"/>
          </a:xfrm>
          <a:prstGeom prst="rect">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100000" t="100000"/>
            </a:path>
            <a:tileRect r="-100000" b="-100000"/>
          </a:gradFill>
          <a:ln w="19050">
            <a:noFill/>
            <a:prstDash val="sysDash"/>
            <a:round/>
            <a:headEnd type="arrow" w="med" len="med"/>
            <a:tailEnd type="none" w="med" len="med"/>
          </a:ln>
          <a:effectLst/>
        </p:spPr>
        <p:txBody>
          <a:bodyPr rtlCol="0" anchor="ctr"/>
          <a:lstStyle/>
          <a:p>
            <a:pPr marL="0" marR="0" lvl="0" indent="0" algn="ctr" defTabSz="914400" eaLnBrk="1" fontAlgn="base" latinLnBrk="0" hangingPunct="1">
              <a:lnSpc>
                <a:spcPct val="100000"/>
              </a:lnSpc>
              <a:spcBef>
                <a:spcPct val="0"/>
              </a:spcBef>
              <a:spcAft>
                <a:spcPct val="40000"/>
              </a:spcAft>
              <a:buClrTx/>
              <a:buSzTx/>
              <a:buFont typeface="Wingdings" pitchFamily="2" charset="2"/>
              <a:buNone/>
              <a:tabLst/>
              <a:defRPr/>
            </a:pPr>
            <a:endParaRPr kumimoji="0" lang="de-DE" sz="1800" b="0" i="0" u="none" strike="noStrike" kern="0" cap="none" spc="0" normalizeH="0" baseline="0" noProof="0" dirty="0">
              <a:ln>
                <a:noFill/>
              </a:ln>
              <a:solidFill>
                <a:srgbClr val="000000"/>
              </a:solidFill>
              <a:effectLst/>
              <a:uLnTx/>
              <a:uFillTx/>
              <a:latin typeface="Frutiger LT Com 55 Roman" pitchFamily="34" charset="0"/>
            </a:endParaRPr>
          </a:p>
        </p:txBody>
      </p:sp>
      <p:sp>
        <p:nvSpPr>
          <p:cNvPr id="32" name="Pfeil nach unten 24">
            <a:extLst>
              <a:ext uri="{FF2B5EF4-FFF2-40B4-BE49-F238E27FC236}">
                <a16:creationId xmlns:a16="http://schemas.microsoft.com/office/drawing/2014/main" id="{156C2874-2FEE-4B4F-8B7F-8F64326983EA}"/>
              </a:ext>
            </a:extLst>
          </p:cNvPr>
          <p:cNvSpPr/>
          <p:nvPr/>
        </p:nvSpPr>
        <p:spPr bwMode="auto">
          <a:xfrm rot="5400000">
            <a:off x="3955611" y="664038"/>
            <a:ext cx="511591" cy="3227682"/>
          </a:xfrm>
          <a:prstGeom prst="downArrow">
            <a:avLst>
              <a:gd name="adj1" fmla="val 73653"/>
              <a:gd name="adj2" fmla="val 50000"/>
            </a:avLst>
          </a:prstGeom>
          <a:solidFill>
            <a:srgbClr val="A6BBC8"/>
          </a:solidFill>
          <a:ln w="19050">
            <a:solidFill>
              <a:srgbClr val="FFFFFF"/>
            </a:solidFill>
            <a:miter lim="800000"/>
            <a:headEnd/>
            <a:tailEnd/>
          </a:ln>
          <a:effectLst/>
        </p:spPr>
        <p:txBody>
          <a:bodyPr vert="vert270" wrap="none" rtlCol="0" anchor="ctr"/>
          <a:lstStyle/>
          <a:p>
            <a:pPr marL="0" marR="0" lvl="0" indent="0" defTabSz="914400" eaLnBrk="1" fontAlgn="base" latinLnBrk="0" hangingPunct="1">
              <a:lnSpc>
                <a:spcPct val="100000"/>
              </a:lnSpc>
              <a:spcBef>
                <a:spcPct val="0"/>
              </a:spcBef>
              <a:spcAft>
                <a:spcPct val="40000"/>
              </a:spcAft>
              <a:buClrTx/>
              <a:buSzTx/>
              <a:buFont typeface="Wingdings" pitchFamily="2" charset="2"/>
              <a:buNone/>
              <a:tabLst/>
              <a:defRPr/>
            </a:pPr>
            <a:r>
              <a:rPr kumimoji="0" lang="en-US" sz="1400" b="0" i="0" u="none" strike="noStrike" cap="none" normalizeH="0" baseline="0">
                <a:ln>
                  <a:noFill/>
                </a:ln>
                <a:solidFill>
                  <a:srgbClr val="FFFFFF"/>
                </a:solidFill>
                <a:effectLst/>
                <a:uLnTx/>
                <a:uFillTx/>
                <a:latin typeface="Frutiger LT Com 55 Roman" pitchFamily="34" charset="0"/>
              </a:rPr>
              <a:t>Chair</a:t>
            </a:r>
          </a:p>
        </p:txBody>
      </p:sp>
      <p:sp>
        <p:nvSpPr>
          <p:cNvPr id="33" name="Pfeil nach unten 29">
            <a:extLst>
              <a:ext uri="{FF2B5EF4-FFF2-40B4-BE49-F238E27FC236}">
                <a16:creationId xmlns:a16="http://schemas.microsoft.com/office/drawing/2014/main" id="{91215DF2-A9D4-4631-A4F3-1FD04D033727}"/>
              </a:ext>
            </a:extLst>
          </p:cNvPr>
          <p:cNvSpPr/>
          <p:nvPr/>
        </p:nvSpPr>
        <p:spPr bwMode="auto">
          <a:xfrm rot="16200000" flipH="1">
            <a:off x="7631032" y="679633"/>
            <a:ext cx="511591" cy="3196491"/>
          </a:xfrm>
          <a:prstGeom prst="downArrow">
            <a:avLst>
              <a:gd name="adj1" fmla="val 73653"/>
              <a:gd name="adj2" fmla="val 50000"/>
            </a:avLst>
          </a:prstGeom>
          <a:solidFill>
            <a:srgbClr val="A6BBC8"/>
          </a:solidFill>
          <a:ln w="19050">
            <a:solidFill>
              <a:srgbClr val="FFFFFF"/>
            </a:solidFill>
            <a:miter lim="800000"/>
            <a:headEnd/>
            <a:tailEnd/>
          </a:ln>
          <a:effectLst/>
        </p:spPr>
        <p:txBody>
          <a:bodyPr vert="vert" wrap="none" rtlCol="0" anchor="ctr"/>
          <a:lstStyle/>
          <a:p>
            <a:pPr marL="0" marR="0" lvl="0" indent="0" algn="r" defTabSz="914400" eaLnBrk="1" fontAlgn="base" latinLnBrk="0" hangingPunct="1">
              <a:lnSpc>
                <a:spcPct val="100000"/>
              </a:lnSpc>
              <a:spcBef>
                <a:spcPct val="0"/>
              </a:spcBef>
              <a:spcAft>
                <a:spcPct val="40000"/>
              </a:spcAft>
              <a:buClrTx/>
              <a:buSzTx/>
              <a:buFont typeface="Wingdings" pitchFamily="2" charset="2"/>
              <a:buNone/>
              <a:tabLst/>
              <a:defRPr/>
            </a:pPr>
            <a:r>
              <a:rPr kumimoji="0" lang="en-US" sz="1400" b="0" i="0" u="none" strike="noStrike" cap="none" normalizeH="0" baseline="0" dirty="0">
                <a:ln>
                  <a:noFill/>
                </a:ln>
                <a:solidFill>
                  <a:srgbClr val="FFFFFF"/>
                </a:solidFill>
                <a:effectLst/>
                <a:uLnTx/>
                <a:uFillTx/>
                <a:latin typeface="Frutiger LT Com 55 Roman" pitchFamily="34" charset="0"/>
              </a:rPr>
              <a:t>Institute management</a:t>
            </a:r>
          </a:p>
        </p:txBody>
      </p:sp>
      <p:pic>
        <p:nvPicPr>
          <p:cNvPr id="35" name="Grafik 34">
            <a:extLst>
              <a:ext uri="{FF2B5EF4-FFF2-40B4-BE49-F238E27FC236}">
                <a16:creationId xmlns:a16="http://schemas.microsoft.com/office/drawing/2014/main" id="{EC3821B9-7178-4C73-8008-88ED0323E0E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90283" y="2002332"/>
            <a:ext cx="795530" cy="795530"/>
          </a:xfrm>
          <a:prstGeom prst="rect">
            <a:avLst/>
          </a:prstGeom>
        </p:spPr>
      </p:pic>
      <p:sp>
        <p:nvSpPr>
          <p:cNvPr id="36" name="Rechteck 35">
            <a:extLst>
              <a:ext uri="{FF2B5EF4-FFF2-40B4-BE49-F238E27FC236}">
                <a16:creationId xmlns:a16="http://schemas.microsoft.com/office/drawing/2014/main" id="{17166B4D-19DF-4E4A-B10C-BE6E20FD43EE}"/>
              </a:ext>
            </a:extLst>
          </p:cNvPr>
          <p:cNvSpPr/>
          <p:nvPr/>
        </p:nvSpPr>
        <p:spPr bwMode="auto">
          <a:xfrm>
            <a:off x="697970" y="2708275"/>
            <a:ext cx="1580796" cy="665385"/>
          </a:xfrm>
          <a:prstGeom prst="rect">
            <a:avLst/>
          </a:prstGeom>
          <a:noFill/>
          <a:ln w="19050">
            <a:noFill/>
            <a:miter lim="800000"/>
            <a:headEnd/>
            <a:tailEnd/>
          </a:ln>
          <a:effectLst/>
        </p:spPr>
        <p:txBody>
          <a:bodyPr wrap="none" rtlCol="0" anchor="t" anchorCtr="0"/>
          <a:lstStyle/>
          <a:p>
            <a:pPr marL="0" marR="0" lvl="0" indent="0" defTabSz="914400" eaLnBrk="1" fontAlgn="base" latinLnBrk="0" hangingPunct="1">
              <a:lnSpc>
                <a:spcPct val="100000"/>
              </a:lnSpc>
              <a:spcBef>
                <a:spcPct val="0"/>
              </a:spcBef>
              <a:spcAft>
                <a:spcPct val="40000"/>
              </a:spcAft>
              <a:buClrTx/>
              <a:buSzTx/>
              <a:buFont typeface="Wingdings" pitchFamily="2" charset="2"/>
              <a:buNone/>
              <a:tabLst/>
              <a:defRPr/>
            </a:pPr>
            <a:r>
              <a:rPr kumimoji="0" lang="en-US" sz="1800" b="1" i="0" u="none" strike="noStrike" cap="none" normalizeH="0" baseline="0">
                <a:ln>
                  <a:noFill/>
                </a:ln>
                <a:solidFill>
                  <a:srgbClr val="FFFFFF"/>
                </a:solidFill>
                <a:effectLst/>
                <a:uLnTx/>
                <a:uFillTx/>
              </a:rPr>
              <a:t>Universities:</a:t>
            </a:r>
            <a:br>
              <a:rPr kumimoji="0" lang="en-US" sz="1800" b="0" i="0" u="none" strike="noStrike" cap="none" normalizeH="0" baseline="0">
                <a:ln>
                  <a:noFill/>
                </a:ln>
                <a:solidFill>
                  <a:srgbClr val="FFFFFF"/>
                </a:solidFill>
                <a:effectLst/>
                <a:uLnTx/>
                <a:uFillTx/>
                <a:latin typeface="Frutiger LT Com 55 Roman" pitchFamily="34" charset="0"/>
              </a:rPr>
            </a:br>
            <a:r>
              <a:rPr kumimoji="0" lang="en-US" sz="1800" b="0" i="0" u="none" strike="noStrike" cap="none" normalizeH="0" baseline="0">
                <a:ln>
                  <a:noFill/>
                </a:ln>
                <a:solidFill>
                  <a:srgbClr val="FFFFFF"/>
                </a:solidFill>
                <a:effectLst/>
                <a:uLnTx/>
                <a:uFillTx/>
                <a:latin typeface="Frutiger LT Com 55 Roman" pitchFamily="34" charset="0"/>
              </a:rPr>
              <a:t>Research and teaching</a:t>
            </a:r>
          </a:p>
        </p:txBody>
      </p:sp>
      <p:sp>
        <p:nvSpPr>
          <p:cNvPr id="37" name="Rechteck 36">
            <a:extLst>
              <a:ext uri="{FF2B5EF4-FFF2-40B4-BE49-F238E27FC236}">
                <a16:creationId xmlns:a16="http://schemas.microsoft.com/office/drawing/2014/main" id="{DE6B5AA0-B091-404F-9A04-17FCFB28E571}"/>
              </a:ext>
            </a:extLst>
          </p:cNvPr>
          <p:cNvSpPr/>
          <p:nvPr/>
        </p:nvSpPr>
        <p:spPr bwMode="auto">
          <a:xfrm>
            <a:off x="8790739" y="2726008"/>
            <a:ext cx="2914673" cy="936696"/>
          </a:xfrm>
          <a:prstGeom prst="rect">
            <a:avLst/>
          </a:prstGeom>
          <a:noFill/>
          <a:ln w="19050">
            <a:noFill/>
            <a:miter lim="800000"/>
            <a:headEnd/>
            <a:tailEnd/>
          </a:ln>
          <a:effectLst/>
        </p:spPr>
        <p:txBody>
          <a:bodyPr wrap="none" rtlCol="0" anchor="t" anchorCtr="0"/>
          <a:lstStyle/>
          <a:p>
            <a:pPr marL="0" marR="0" lvl="0" indent="0" defTabSz="914400" eaLnBrk="1" fontAlgn="base" latinLnBrk="0" hangingPunct="1">
              <a:lnSpc>
                <a:spcPct val="100000"/>
              </a:lnSpc>
              <a:spcBef>
                <a:spcPct val="0"/>
              </a:spcBef>
              <a:spcAft>
                <a:spcPct val="40000"/>
              </a:spcAft>
              <a:buClrTx/>
              <a:buSzTx/>
              <a:buFont typeface="Wingdings" pitchFamily="2" charset="2"/>
              <a:buNone/>
              <a:tabLst/>
              <a:defRPr/>
            </a:pPr>
            <a:r>
              <a:rPr kumimoji="0" lang="en-US" sz="1800" b="1" i="0" u="none" strike="noStrike" cap="none" normalizeH="0" baseline="0" dirty="0">
                <a:ln>
                  <a:noFill/>
                </a:ln>
                <a:solidFill>
                  <a:srgbClr val="FFFFFF"/>
                </a:solidFill>
                <a:effectLst/>
                <a:uLnTx/>
                <a:uFillTx/>
              </a:rPr>
              <a:t>Fraunhofer institutes: </a:t>
            </a:r>
            <a:br>
              <a:rPr kumimoji="0" lang="en-US" sz="1800" b="1" i="0" u="none" strike="noStrike" cap="none" normalizeH="0" baseline="0" dirty="0">
                <a:ln>
                  <a:noFill/>
                </a:ln>
                <a:solidFill>
                  <a:srgbClr val="FFFFFF"/>
                </a:solidFill>
                <a:effectLst/>
                <a:uLnTx/>
                <a:uFillTx/>
              </a:rPr>
            </a:br>
            <a:r>
              <a:rPr kumimoji="0" lang="en-US" sz="1800" b="0" i="0" u="none" strike="noStrike" cap="none" normalizeH="0" baseline="0" dirty="0">
                <a:ln>
                  <a:noFill/>
                </a:ln>
                <a:solidFill>
                  <a:srgbClr val="FFFFFF"/>
                </a:solidFill>
                <a:effectLst/>
                <a:uLnTx/>
                <a:uFillTx/>
                <a:latin typeface="Frutiger LT Com 55 Roman" pitchFamily="34" charset="0"/>
              </a:rPr>
              <a:t>Applied research</a:t>
            </a:r>
            <a:br>
              <a:rPr kumimoji="0" lang="en-US" sz="1800" b="0" i="0" u="none" strike="noStrike" cap="none" normalizeH="0" baseline="0" dirty="0">
                <a:ln>
                  <a:noFill/>
                </a:ln>
                <a:solidFill>
                  <a:srgbClr val="FFFFFF"/>
                </a:solidFill>
                <a:effectLst/>
                <a:uLnTx/>
                <a:uFillTx/>
                <a:latin typeface="Frutiger LT Com 55 Roman" pitchFamily="34" charset="0"/>
              </a:rPr>
            </a:br>
            <a:r>
              <a:rPr kumimoji="0" lang="en-US" sz="1800" b="0" i="0" u="none" strike="noStrike" cap="none" normalizeH="0" baseline="0" dirty="0">
                <a:ln>
                  <a:noFill/>
                </a:ln>
                <a:solidFill>
                  <a:srgbClr val="FFFFFF"/>
                </a:solidFill>
                <a:effectLst/>
                <a:uLnTx/>
                <a:uFillTx/>
                <a:latin typeface="Frutiger LT Com 55 Roman" pitchFamily="34" charset="0"/>
              </a:rPr>
              <a:t>and technology transfer</a:t>
            </a:r>
          </a:p>
        </p:txBody>
      </p:sp>
      <p:pic>
        <p:nvPicPr>
          <p:cNvPr id="38" name="Grafik 37">
            <a:extLst>
              <a:ext uri="{FF2B5EF4-FFF2-40B4-BE49-F238E27FC236}">
                <a16:creationId xmlns:a16="http://schemas.microsoft.com/office/drawing/2014/main" id="{4CA08530-2A83-4A15-B55C-734AEBCF48F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717407" y="1955540"/>
            <a:ext cx="795530" cy="795530"/>
          </a:xfrm>
          <a:prstGeom prst="rect">
            <a:avLst/>
          </a:prstGeom>
        </p:spPr>
      </p:pic>
      <p:sp>
        <p:nvSpPr>
          <p:cNvPr id="39" name="Pfeil nach unten 34">
            <a:extLst>
              <a:ext uri="{FF2B5EF4-FFF2-40B4-BE49-F238E27FC236}">
                <a16:creationId xmlns:a16="http://schemas.microsoft.com/office/drawing/2014/main" id="{CC041445-8DC0-442A-9EF0-06F11770FBBD}"/>
              </a:ext>
            </a:extLst>
          </p:cNvPr>
          <p:cNvSpPr/>
          <p:nvPr/>
        </p:nvSpPr>
        <p:spPr bwMode="auto">
          <a:xfrm rot="5400000">
            <a:off x="6456525" y="2571854"/>
            <a:ext cx="370306" cy="3193423"/>
          </a:xfrm>
          <a:prstGeom prst="downArrow">
            <a:avLst>
              <a:gd name="adj1" fmla="val 100000"/>
              <a:gd name="adj2" fmla="val 50000"/>
            </a:avLst>
          </a:prstGeom>
          <a:solidFill>
            <a:srgbClr val="179C7D"/>
          </a:solidFill>
          <a:ln w="19050">
            <a:solidFill>
              <a:srgbClr val="FFFFFF"/>
            </a:solidFill>
            <a:miter lim="800000"/>
            <a:headEnd/>
            <a:tailEnd/>
          </a:ln>
          <a:effectLst/>
        </p:spPr>
        <p:txBody>
          <a:bodyPr vert="vert270" wrap="none" rtlCol="0" anchor="ctr"/>
          <a:lstStyle/>
          <a:p>
            <a:pPr marL="0" marR="0" lvl="0" indent="0" algn="r" defTabSz="914400" eaLnBrk="1" fontAlgn="base" latinLnBrk="0" hangingPunct="1">
              <a:lnSpc>
                <a:spcPct val="100000"/>
              </a:lnSpc>
              <a:spcBef>
                <a:spcPct val="0"/>
              </a:spcBef>
              <a:spcAft>
                <a:spcPct val="40000"/>
              </a:spcAft>
              <a:buClrTx/>
              <a:buSzTx/>
              <a:buFont typeface="Wingdings" pitchFamily="2" charset="2"/>
              <a:buNone/>
              <a:tabLst/>
              <a:defRPr/>
            </a:pPr>
            <a:r>
              <a:rPr kumimoji="0" lang="en-US" sz="1400" b="0" i="0" u="none" strike="noStrike" cap="none" normalizeH="0" baseline="0">
                <a:ln>
                  <a:noFill/>
                </a:ln>
                <a:solidFill>
                  <a:srgbClr val="FFFFFF"/>
                </a:solidFill>
                <a:effectLst/>
                <a:uLnTx/>
                <a:uFillTx/>
                <a:latin typeface="Frutiger LT Com 55 Roman" pitchFamily="34" charset="0"/>
              </a:rPr>
              <a:t>Industry ties    </a:t>
            </a:r>
          </a:p>
        </p:txBody>
      </p:sp>
      <p:sp>
        <p:nvSpPr>
          <p:cNvPr id="40" name="Pfeil nach unten 35">
            <a:extLst>
              <a:ext uri="{FF2B5EF4-FFF2-40B4-BE49-F238E27FC236}">
                <a16:creationId xmlns:a16="http://schemas.microsoft.com/office/drawing/2014/main" id="{6F6A49D6-2505-431F-9D6B-98EE4EE6A959}"/>
              </a:ext>
            </a:extLst>
          </p:cNvPr>
          <p:cNvSpPr/>
          <p:nvPr/>
        </p:nvSpPr>
        <p:spPr bwMode="auto">
          <a:xfrm rot="16200000" flipH="1">
            <a:off x="4823617" y="2770698"/>
            <a:ext cx="373602" cy="3781400"/>
          </a:xfrm>
          <a:prstGeom prst="downArrow">
            <a:avLst>
              <a:gd name="adj1" fmla="val 100000"/>
              <a:gd name="adj2" fmla="val 50000"/>
            </a:avLst>
          </a:prstGeom>
          <a:solidFill>
            <a:srgbClr val="005B7F"/>
          </a:solidFill>
          <a:ln w="19050">
            <a:solidFill>
              <a:srgbClr val="FFFFFF"/>
            </a:solidFill>
            <a:miter lim="800000"/>
            <a:headEnd/>
            <a:tailEnd/>
          </a:ln>
          <a:effectLst/>
        </p:spPr>
        <p:txBody>
          <a:bodyPr vert="vert" wrap="none" rtlCol="0" anchor="ctr"/>
          <a:lstStyle/>
          <a:p>
            <a:pPr marL="0" marR="0" lvl="0" indent="0" defTabSz="914400" eaLnBrk="1" fontAlgn="base" latinLnBrk="0" hangingPunct="1">
              <a:lnSpc>
                <a:spcPct val="100000"/>
              </a:lnSpc>
              <a:spcBef>
                <a:spcPct val="0"/>
              </a:spcBef>
              <a:spcAft>
                <a:spcPct val="40000"/>
              </a:spcAft>
              <a:buClrTx/>
              <a:buSzTx/>
              <a:buFont typeface="Wingdings" pitchFamily="2" charset="2"/>
              <a:buNone/>
              <a:tabLst/>
              <a:defRPr/>
            </a:pPr>
            <a:r>
              <a:rPr kumimoji="0" lang="en-US" sz="1400" b="0" i="0" u="none" strike="noStrike" cap="none" normalizeH="0" baseline="0">
                <a:ln>
                  <a:noFill/>
                </a:ln>
                <a:solidFill>
                  <a:srgbClr val="FFFFFF"/>
                </a:solidFill>
                <a:effectLst/>
                <a:uLnTx/>
                <a:uFillTx/>
                <a:latin typeface="Frutiger LT Com 55 Roman" pitchFamily="34" charset="0"/>
              </a:rPr>
              <a:t>   Young scientists</a:t>
            </a:r>
          </a:p>
        </p:txBody>
      </p:sp>
      <p:sp>
        <p:nvSpPr>
          <p:cNvPr id="41" name="Rechteck 40">
            <a:extLst>
              <a:ext uri="{FF2B5EF4-FFF2-40B4-BE49-F238E27FC236}">
                <a16:creationId xmlns:a16="http://schemas.microsoft.com/office/drawing/2014/main" id="{FF7E060B-A00C-4A12-A61E-1208FE7CAAC9}"/>
              </a:ext>
            </a:extLst>
          </p:cNvPr>
          <p:cNvSpPr/>
          <p:nvPr/>
        </p:nvSpPr>
        <p:spPr bwMode="auto">
          <a:xfrm>
            <a:off x="613186" y="5129947"/>
            <a:ext cx="10929769" cy="677731"/>
          </a:xfrm>
          <a:prstGeom prst="rect">
            <a:avLst/>
          </a:prstGeom>
          <a:solidFill>
            <a:srgbClr val="A6BBC9"/>
          </a:solidFill>
          <a:ln w="19050">
            <a:solidFill>
              <a:srgbClr val="FFFFFF"/>
            </a:solidFill>
            <a:miter lim="800000"/>
            <a:headEnd/>
            <a:tailEnd/>
          </a:ln>
          <a:effectLst/>
        </p:spPr>
        <p:txBody>
          <a:bodyPr wrap="none" rtlCol="0" anchor="ctr"/>
          <a:lstStyle/>
          <a:p>
            <a:pPr marL="0" marR="0" lvl="0" indent="0" algn="ctr" defTabSz="914400" eaLnBrk="1" fontAlgn="base" latinLnBrk="0" hangingPunct="1">
              <a:lnSpc>
                <a:spcPct val="100000"/>
              </a:lnSpc>
              <a:spcBef>
                <a:spcPct val="0"/>
              </a:spcBef>
              <a:spcAft>
                <a:spcPct val="40000"/>
              </a:spcAft>
              <a:buClrTx/>
              <a:buSzTx/>
              <a:buFont typeface="Wingdings" pitchFamily="2" charset="2"/>
              <a:buNone/>
              <a:tabLst/>
              <a:defRPr/>
            </a:pPr>
            <a:r>
              <a:rPr kumimoji="0" lang="en-US" sz="1800" b="0" i="0" u="none" strike="noStrike" cap="none" normalizeH="0" baseline="0">
                <a:ln>
                  <a:noFill/>
                </a:ln>
                <a:solidFill>
                  <a:srgbClr val="FFFFFF"/>
                </a:solidFill>
                <a:effectLst/>
                <a:uLnTx/>
                <a:uFillTx/>
                <a:latin typeface="Frutiger LT Com 55 Roman" pitchFamily="34" charset="0"/>
                <a:sym typeface="Wingdings" panose="05000000000000000000" pitchFamily="2" charset="2"/>
              </a:rPr>
              <a:t>Both partners are always at the cutting edge of technology</a:t>
            </a:r>
            <a:br>
              <a:rPr kumimoji="0" lang="en-US" sz="1800" b="0" i="0" u="none" strike="noStrike" cap="none" normalizeH="0" baseline="0">
                <a:ln>
                  <a:noFill/>
                </a:ln>
                <a:solidFill>
                  <a:srgbClr val="FFFFFF"/>
                </a:solidFill>
                <a:effectLst/>
                <a:uLnTx/>
                <a:uFillTx/>
                <a:latin typeface="Frutiger LT Com 55 Roman" pitchFamily="34" charset="0"/>
                <a:sym typeface="Wingdings" panose="05000000000000000000" pitchFamily="2" charset="2"/>
              </a:rPr>
            </a:br>
            <a:r>
              <a:rPr kumimoji="0" lang="en-US" sz="1800" b="0" i="0" u="none" strike="noStrike" cap="none" normalizeH="0" baseline="0">
                <a:ln>
                  <a:noFill/>
                </a:ln>
                <a:solidFill>
                  <a:srgbClr val="FFFFFF"/>
                </a:solidFill>
                <a:effectLst/>
                <a:uLnTx/>
                <a:uFillTx/>
                <a:latin typeface="Frutiger LT Com 55 Roman" pitchFamily="34" charset="0"/>
                <a:sym typeface="Wingdings" panose="05000000000000000000" pitchFamily="2" charset="2"/>
              </a:rPr>
              <a:t> Collaboration expedites transfer</a:t>
            </a:r>
          </a:p>
        </p:txBody>
      </p:sp>
      <p:sp>
        <p:nvSpPr>
          <p:cNvPr id="42" name="Ellipse 41">
            <a:extLst>
              <a:ext uri="{FF2B5EF4-FFF2-40B4-BE49-F238E27FC236}">
                <a16:creationId xmlns:a16="http://schemas.microsoft.com/office/drawing/2014/main" id="{4CB3AA7D-7900-4E5E-852E-A58D42D3C797}"/>
              </a:ext>
            </a:extLst>
          </p:cNvPr>
          <p:cNvSpPr/>
          <p:nvPr/>
        </p:nvSpPr>
        <p:spPr bwMode="auto">
          <a:xfrm>
            <a:off x="4833211" y="1184465"/>
            <a:ext cx="2520000" cy="2520000"/>
          </a:xfrm>
          <a:prstGeom prst="ellipse">
            <a:avLst/>
          </a:prstGeom>
          <a:solidFill>
            <a:srgbClr val="A6BBC8"/>
          </a:solidFill>
          <a:ln w="19050">
            <a:solidFill>
              <a:srgbClr val="FFFFFF"/>
            </a:solidFill>
            <a:miter lim="800000"/>
            <a:headEnd/>
            <a:tailEnd/>
          </a:ln>
          <a:effectLst/>
        </p:spPr>
        <p:txBody>
          <a:bodyPr wrap="none" rtlCol="0" anchor="t" anchorCtr="0"/>
          <a:lstStyle/>
          <a:p>
            <a:pPr algn="ctr"/>
            <a:r>
              <a:rPr lang="en-US" sz="1400" dirty="0">
                <a:solidFill>
                  <a:schemeClr val="bg1"/>
                </a:solidFill>
              </a:rPr>
              <a:t>Dual appointment </a:t>
            </a:r>
            <a:br>
              <a:rPr lang="en-US" sz="1400" dirty="0">
                <a:solidFill>
                  <a:schemeClr val="bg1"/>
                </a:solidFill>
              </a:rPr>
            </a:br>
            <a:r>
              <a:rPr lang="en-US" sz="1400" dirty="0">
                <a:solidFill>
                  <a:schemeClr val="bg1"/>
                </a:solidFill>
              </a:rPr>
              <a:t>by Fraunhofer </a:t>
            </a:r>
            <a:br>
              <a:rPr lang="en-US" sz="1400" dirty="0">
                <a:solidFill>
                  <a:schemeClr val="bg1"/>
                </a:solidFill>
              </a:rPr>
            </a:br>
            <a:r>
              <a:rPr lang="en-US" sz="1400" dirty="0">
                <a:solidFill>
                  <a:schemeClr val="bg1"/>
                </a:solidFill>
              </a:rPr>
              <a:t>and a university</a:t>
            </a:r>
          </a:p>
          <a:p>
            <a:pPr algn="ctr"/>
            <a:endParaRPr lang="de-DE" sz="1400" dirty="0">
              <a:solidFill>
                <a:schemeClr val="bg1"/>
              </a:solidFill>
            </a:endParaRPr>
          </a:p>
          <a:p>
            <a:pPr algn="ctr"/>
            <a:endParaRPr lang="de-DE" sz="1400" dirty="0">
              <a:solidFill>
                <a:schemeClr val="bg1"/>
              </a:solidFill>
            </a:endParaRPr>
          </a:p>
          <a:p>
            <a:pPr algn="ctr"/>
            <a:endParaRPr lang="de-DE" sz="1400" dirty="0">
              <a:solidFill>
                <a:schemeClr val="bg1"/>
              </a:solidFill>
            </a:endParaRPr>
          </a:p>
          <a:p>
            <a:pPr algn="ctr"/>
            <a:r>
              <a:rPr lang="en-US" sz="1400" dirty="0">
                <a:solidFill>
                  <a:schemeClr val="bg1"/>
                </a:solidFill>
              </a:rPr>
              <a:t>Academic AND </a:t>
            </a:r>
            <a:br>
              <a:rPr lang="en-US" sz="1400" dirty="0">
                <a:solidFill>
                  <a:schemeClr val="bg1"/>
                </a:solidFill>
              </a:rPr>
            </a:br>
            <a:r>
              <a:rPr lang="en-US" sz="1400" dirty="0">
                <a:solidFill>
                  <a:schemeClr val="bg1"/>
                </a:solidFill>
              </a:rPr>
              <a:t>entrepreneurial</a:t>
            </a:r>
            <a:br>
              <a:rPr lang="en-US" sz="1400" dirty="0">
                <a:solidFill>
                  <a:schemeClr val="bg1"/>
                </a:solidFill>
              </a:rPr>
            </a:br>
            <a:r>
              <a:rPr lang="en-US" sz="1400" dirty="0">
                <a:solidFill>
                  <a:schemeClr val="bg1"/>
                </a:solidFill>
              </a:rPr>
              <a:t>expertise</a:t>
            </a:r>
          </a:p>
        </p:txBody>
      </p:sp>
      <p:grpSp>
        <p:nvGrpSpPr>
          <p:cNvPr id="21" name="Grafik 51" descr="Benutzer Silhouette">
            <a:extLst>
              <a:ext uri="{FF2B5EF4-FFF2-40B4-BE49-F238E27FC236}">
                <a16:creationId xmlns:a16="http://schemas.microsoft.com/office/drawing/2014/main" id="{00822BA2-1C2B-C444-8C52-718542A7E89C}"/>
              </a:ext>
            </a:extLst>
          </p:cNvPr>
          <p:cNvGrpSpPr/>
          <p:nvPr/>
        </p:nvGrpSpPr>
        <p:grpSpPr>
          <a:xfrm>
            <a:off x="5637284" y="2277878"/>
            <a:ext cx="875089" cy="531295"/>
            <a:chOff x="4303646" y="5064980"/>
            <a:chExt cx="509141" cy="309116"/>
          </a:xfrm>
          <a:solidFill>
            <a:schemeClr val="bg1"/>
          </a:solidFill>
        </p:grpSpPr>
        <p:sp>
          <p:nvSpPr>
            <p:cNvPr id="22" name="Freihandform: Form 235">
              <a:extLst>
                <a:ext uri="{FF2B5EF4-FFF2-40B4-BE49-F238E27FC236}">
                  <a16:creationId xmlns:a16="http://schemas.microsoft.com/office/drawing/2014/main" id="{833C4257-1005-BB46-9610-CD2E3EFDAAF4}"/>
                </a:ext>
              </a:extLst>
            </p:cNvPr>
            <p:cNvSpPr/>
            <p:nvPr/>
          </p:nvSpPr>
          <p:spPr>
            <a:xfrm>
              <a:off x="4358153" y="5064980"/>
              <a:ext cx="109110" cy="109110"/>
            </a:xfrm>
            <a:custGeom>
              <a:avLst/>
              <a:gdLst>
                <a:gd name="connsiteX0" fmla="*/ 54555 w 109110"/>
                <a:gd name="connsiteY0" fmla="*/ 109111 h 109110"/>
                <a:gd name="connsiteX1" fmla="*/ 109111 w 109110"/>
                <a:gd name="connsiteY1" fmla="*/ 54555 h 109110"/>
                <a:gd name="connsiteX2" fmla="*/ 54555 w 109110"/>
                <a:gd name="connsiteY2" fmla="*/ 0 h 109110"/>
                <a:gd name="connsiteX3" fmla="*/ 0 w 109110"/>
                <a:gd name="connsiteY3" fmla="*/ 54555 h 109110"/>
                <a:gd name="connsiteX4" fmla="*/ 54555 w 109110"/>
                <a:gd name="connsiteY4" fmla="*/ 109111 h 109110"/>
                <a:gd name="connsiteX5" fmla="*/ 54555 w 109110"/>
                <a:gd name="connsiteY5" fmla="*/ 12093 h 109110"/>
                <a:gd name="connsiteX6" fmla="*/ 96987 w 109110"/>
                <a:gd name="connsiteY6" fmla="*/ 54525 h 109110"/>
                <a:gd name="connsiteX7" fmla="*/ 54555 w 109110"/>
                <a:gd name="connsiteY7" fmla="*/ 96957 h 109110"/>
                <a:gd name="connsiteX8" fmla="*/ 12123 w 109110"/>
                <a:gd name="connsiteY8" fmla="*/ 54525 h 109110"/>
                <a:gd name="connsiteX9" fmla="*/ 54555 w 109110"/>
                <a:gd name="connsiteY9" fmla="*/ 12093 h 109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110" h="109110">
                  <a:moveTo>
                    <a:pt x="54555" y="109111"/>
                  </a:moveTo>
                  <a:cubicBezTo>
                    <a:pt x="84686" y="109111"/>
                    <a:pt x="109111" y="84686"/>
                    <a:pt x="109111" y="54555"/>
                  </a:cubicBezTo>
                  <a:cubicBezTo>
                    <a:pt x="109111" y="24425"/>
                    <a:pt x="84686" y="0"/>
                    <a:pt x="54555" y="0"/>
                  </a:cubicBezTo>
                  <a:cubicBezTo>
                    <a:pt x="24425" y="0"/>
                    <a:pt x="0" y="24425"/>
                    <a:pt x="0" y="54555"/>
                  </a:cubicBezTo>
                  <a:cubicBezTo>
                    <a:pt x="0" y="84686"/>
                    <a:pt x="24425" y="109111"/>
                    <a:pt x="54555" y="109111"/>
                  </a:cubicBezTo>
                  <a:close/>
                  <a:moveTo>
                    <a:pt x="54555" y="12093"/>
                  </a:moveTo>
                  <a:cubicBezTo>
                    <a:pt x="77990" y="12093"/>
                    <a:pt x="96987" y="31090"/>
                    <a:pt x="96987" y="54525"/>
                  </a:cubicBezTo>
                  <a:cubicBezTo>
                    <a:pt x="96987" y="77960"/>
                    <a:pt x="77990" y="96957"/>
                    <a:pt x="54555" y="96957"/>
                  </a:cubicBezTo>
                  <a:cubicBezTo>
                    <a:pt x="31121" y="96957"/>
                    <a:pt x="12123" y="77960"/>
                    <a:pt x="12123" y="54525"/>
                  </a:cubicBezTo>
                  <a:cubicBezTo>
                    <a:pt x="12154" y="31103"/>
                    <a:pt x="31133" y="12123"/>
                    <a:pt x="54555" y="12093"/>
                  </a:cubicBezTo>
                  <a:close/>
                </a:path>
              </a:pathLst>
            </a:custGeom>
            <a:grpFill/>
            <a:ln w="6052" cap="flat">
              <a:noFill/>
              <a:prstDash val="solid"/>
              <a:miter/>
            </a:ln>
          </p:spPr>
          <p:txBody>
            <a:bodyPr rtlCol="0" anchor="ctr"/>
            <a:lstStyle/>
            <a:p>
              <a:endParaRPr lang="en-US"/>
            </a:p>
          </p:txBody>
        </p:sp>
        <p:sp>
          <p:nvSpPr>
            <p:cNvPr id="24" name="Freihandform: Form 236">
              <a:extLst>
                <a:ext uri="{FF2B5EF4-FFF2-40B4-BE49-F238E27FC236}">
                  <a16:creationId xmlns:a16="http://schemas.microsoft.com/office/drawing/2014/main" id="{BA38E39B-FF56-3E41-882B-ACA6CB498DEA}"/>
                </a:ext>
              </a:extLst>
            </p:cNvPr>
            <p:cNvSpPr/>
            <p:nvPr/>
          </p:nvSpPr>
          <p:spPr>
            <a:xfrm>
              <a:off x="4649114" y="5064980"/>
              <a:ext cx="109110" cy="109110"/>
            </a:xfrm>
            <a:custGeom>
              <a:avLst/>
              <a:gdLst>
                <a:gd name="connsiteX0" fmla="*/ 54555 w 109110"/>
                <a:gd name="connsiteY0" fmla="*/ 109111 h 109110"/>
                <a:gd name="connsiteX1" fmla="*/ 109111 w 109110"/>
                <a:gd name="connsiteY1" fmla="*/ 54555 h 109110"/>
                <a:gd name="connsiteX2" fmla="*/ 54555 w 109110"/>
                <a:gd name="connsiteY2" fmla="*/ 0 h 109110"/>
                <a:gd name="connsiteX3" fmla="*/ 0 w 109110"/>
                <a:gd name="connsiteY3" fmla="*/ 54555 h 109110"/>
                <a:gd name="connsiteX4" fmla="*/ 54555 w 109110"/>
                <a:gd name="connsiteY4" fmla="*/ 109111 h 109110"/>
                <a:gd name="connsiteX5" fmla="*/ 54555 w 109110"/>
                <a:gd name="connsiteY5" fmla="*/ 12093 h 109110"/>
                <a:gd name="connsiteX6" fmla="*/ 96987 w 109110"/>
                <a:gd name="connsiteY6" fmla="*/ 54525 h 109110"/>
                <a:gd name="connsiteX7" fmla="*/ 54555 w 109110"/>
                <a:gd name="connsiteY7" fmla="*/ 96957 h 109110"/>
                <a:gd name="connsiteX8" fmla="*/ 12123 w 109110"/>
                <a:gd name="connsiteY8" fmla="*/ 54525 h 109110"/>
                <a:gd name="connsiteX9" fmla="*/ 54555 w 109110"/>
                <a:gd name="connsiteY9" fmla="*/ 12093 h 109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110" h="109110">
                  <a:moveTo>
                    <a:pt x="54555" y="109111"/>
                  </a:moveTo>
                  <a:cubicBezTo>
                    <a:pt x="84686" y="109111"/>
                    <a:pt x="109111" y="84686"/>
                    <a:pt x="109111" y="54555"/>
                  </a:cubicBezTo>
                  <a:cubicBezTo>
                    <a:pt x="109111" y="24425"/>
                    <a:pt x="84686" y="0"/>
                    <a:pt x="54555" y="0"/>
                  </a:cubicBezTo>
                  <a:cubicBezTo>
                    <a:pt x="24425" y="0"/>
                    <a:pt x="0" y="24425"/>
                    <a:pt x="0" y="54555"/>
                  </a:cubicBezTo>
                  <a:cubicBezTo>
                    <a:pt x="0" y="84686"/>
                    <a:pt x="24425" y="109111"/>
                    <a:pt x="54555" y="109111"/>
                  </a:cubicBezTo>
                  <a:close/>
                  <a:moveTo>
                    <a:pt x="54555" y="12093"/>
                  </a:moveTo>
                  <a:cubicBezTo>
                    <a:pt x="77990" y="12093"/>
                    <a:pt x="96987" y="31090"/>
                    <a:pt x="96987" y="54525"/>
                  </a:cubicBezTo>
                  <a:cubicBezTo>
                    <a:pt x="96987" y="77960"/>
                    <a:pt x="77990" y="96957"/>
                    <a:pt x="54555" y="96957"/>
                  </a:cubicBezTo>
                  <a:cubicBezTo>
                    <a:pt x="31121" y="96957"/>
                    <a:pt x="12123" y="77960"/>
                    <a:pt x="12123" y="54525"/>
                  </a:cubicBezTo>
                  <a:cubicBezTo>
                    <a:pt x="12154" y="31103"/>
                    <a:pt x="31133" y="12123"/>
                    <a:pt x="54555" y="12093"/>
                  </a:cubicBezTo>
                  <a:close/>
                </a:path>
              </a:pathLst>
            </a:custGeom>
            <a:grpFill/>
            <a:ln w="6052" cap="flat">
              <a:noFill/>
              <a:prstDash val="solid"/>
              <a:miter/>
            </a:ln>
          </p:spPr>
          <p:txBody>
            <a:bodyPr rtlCol="0" anchor="ctr"/>
            <a:lstStyle/>
            <a:p>
              <a:endParaRPr lang="en-US"/>
            </a:p>
          </p:txBody>
        </p:sp>
        <p:sp>
          <p:nvSpPr>
            <p:cNvPr id="25" name="Freihandform: Form 237">
              <a:extLst>
                <a:ext uri="{FF2B5EF4-FFF2-40B4-BE49-F238E27FC236}">
                  <a16:creationId xmlns:a16="http://schemas.microsoft.com/office/drawing/2014/main" id="{F51A72E2-564B-D84F-8EAA-56D3E1096F57}"/>
                </a:ext>
              </a:extLst>
            </p:cNvPr>
            <p:cNvSpPr/>
            <p:nvPr/>
          </p:nvSpPr>
          <p:spPr>
            <a:xfrm>
              <a:off x="4628814" y="5187336"/>
              <a:ext cx="183973" cy="103048"/>
            </a:xfrm>
            <a:custGeom>
              <a:avLst/>
              <a:gdLst>
                <a:gd name="connsiteX0" fmla="*/ 171237 w 183973"/>
                <a:gd name="connsiteY0" fmla="*/ 32121 h 103048"/>
                <a:gd name="connsiteX1" fmla="*/ 118821 w 183973"/>
                <a:gd name="connsiteY1" fmla="*/ 7080 h 103048"/>
                <a:gd name="connsiteX2" fmla="*/ 74856 w 183973"/>
                <a:gd name="connsiteY2" fmla="*/ 0 h 103048"/>
                <a:gd name="connsiteX3" fmla="*/ 31024 w 183973"/>
                <a:gd name="connsiteY3" fmla="*/ 7050 h 103048"/>
                <a:gd name="connsiteX4" fmla="*/ 1988 w 183973"/>
                <a:gd name="connsiteY4" fmla="*/ 18112 h 103048"/>
                <a:gd name="connsiteX5" fmla="*/ 0 w 183973"/>
                <a:gd name="connsiteY5" fmla="*/ 32903 h 103048"/>
                <a:gd name="connsiteX6" fmla="*/ 34418 w 183973"/>
                <a:gd name="connsiteY6" fmla="*/ 18682 h 103048"/>
                <a:gd name="connsiteX7" fmla="*/ 74856 w 183973"/>
                <a:gd name="connsiteY7" fmla="*/ 12123 h 103048"/>
                <a:gd name="connsiteX8" fmla="*/ 115736 w 183973"/>
                <a:gd name="connsiteY8" fmla="*/ 18791 h 103048"/>
                <a:gd name="connsiteX9" fmla="*/ 163696 w 183973"/>
                <a:gd name="connsiteY9" fmla="*/ 41614 h 103048"/>
                <a:gd name="connsiteX10" fmla="*/ 164217 w 183973"/>
                <a:gd name="connsiteY10" fmla="*/ 42002 h 103048"/>
                <a:gd name="connsiteX11" fmla="*/ 171843 w 183973"/>
                <a:gd name="connsiteY11" fmla="*/ 57586 h 103048"/>
                <a:gd name="connsiteX12" fmla="*/ 171843 w 183973"/>
                <a:gd name="connsiteY12" fmla="*/ 103049 h 103048"/>
                <a:gd name="connsiteX13" fmla="*/ 183966 w 183973"/>
                <a:gd name="connsiteY13" fmla="*/ 103049 h 103048"/>
                <a:gd name="connsiteX14" fmla="*/ 183966 w 183973"/>
                <a:gd name="connsiteY14" fmla="*/ 57586 h 103048"/>
                <a:gd name="connsiteX15" fmla="*/ 171237 w 183973"/>
                <a:gd name="connsiteY15" fmla="*/ 32121 h 10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3973" h="103048">
                  <a:moveTo>
                    <a:pt x="171237" y="32121"/>
                  </a:moveTo>
                  <a:cubicBezTo>
                    <a:pt x="155787" y="20073"/>
                    <a:pt x="137902" y="11528"/>
                    <a:pt x="118821" y="7080"/>
                  </a:cubicBezTo>
                  <a:cubicBezTo>
                    <a:pt x="104538" y="2814"/>
                    <a:pt x="89757" y="434"/>
                    <a:pt x="74856" y="0"/>
                  </a:cubicBezTo>
                  <a:cubicBezTo>
                    <a:pt x="59964" y="15"/>
                    <a:pt x="45169" y="2395"/>
                    <a:pt x="31024" y="7050"/>
                  </a:cubicBezTo>
                  <a:cubicBezTo>
                    <a:pt x="20966" y="9653"/>
                    <a:pt x="11229" y="13364"/>
                    <a:pt x="1988" y="18112"/>
                  </a:cubicBezTo>
                  <a:cubicBezTo>
                    <a:pt x="1840" y="23098"/>
                    <a:pt x="1174" y="28055"/>
                    <a:pt x="0" y="32903"/>
                  </a:cubicBezTo>
                  <a:cubicBezTo>
                    <a:pt x="10780" y="26634"/>
                    <a:pt x="22357" y="21851"/>
                    <a:pt x="34418" y="18682"/>
                  </a:cubicBezTo>
                  <a:cubicBezTo>
                    <a:pt x="47471" y="14394"/>
                    <a:pt x="61116" y="12180"/>
                    <a:pt x="74856" y="12123"/>
                  </a:cubicBezTo>
                  <a:cubicBezTo>
                    <a:pt x="88714" y="12570"/>
                    <a:pt x="102455" y="14811"/>
                    <a:pt x="115736" y="18791"/>
                  </a:cubicBezTo>
                  <a:cubicBezTo>
                    <a:pt x="133197" y="22806"/>
                    <a:pt x="149567" y="30596"/>
                    <a:pt x="163696" y="41614"/>
                  </a:cubicBezTo>
                  <a:lnTo>
                    <a:pt x="164217" y="42002"/>
                  </a:lnTo>
                  <a:cubicBezTo>
                    <a:pt x="169203" y="45596"/>
                    <a:pt x="172064" y="51444"/>
                    <a:pt x="171843" y="57586"/>
                  </a:cubicBezTo>
                  <a:lnTo>
                    <a:pt x="171843" y="103049"/>
                  </a:lnTo>
                  <a:lnTo>
                    <a:pt x="183966" y="103049"/>
                  </a:lnTo>
                  <a:lnTo>
                    <a:pt x="183966" y="57586"/>
                  </a:lnTo>
                  <a:cubicBezTo>
                    <a:pt x="184188" y="47516"/>
                    <a:pt x="179424" y="37987"/>
                    <a:pt x="171237" y="32121"/>
                  </a:cubicBezTo>
                  <a:close/>
                </a:path>
              </a:pathLst>
            </a:custGeom>
            <a:grpFill/>
            <a:ln w="6052" cap="flat">
              <a:noFill/>
              <a:prstDash val="solid"/>
              <a:miter/>
            </a:ln>
          </p:spPr>
          <p:txBody>
            <a:bodyPr rtlCol="0" anchor="ctr"/>
            <a:lstStyle/>
            <a:p>
              <a:endParaRPr lang="en-US"/>
            </a:p>
          </p:txBody>
        </p:sp>
        <p:sp>
          <p:nvSpPr>
            <p:cNvPr id="26" name="Freihandform: Form 238">
              <a:extLst>
                <a:ext uri="{FF2B5EF4-FFF2-40B4-BE49-F238E27FC236}">
                  <a16:creationId xmlns:a16="http://schemas.microsoft.com/office/drawing/2014/main" id="{93752108-5B2C-184C-A92A-06239FC8FAAD}"/>
                </a:ext>
              </a:extLst>
            </p:cNvPr>
            <p:cNvSpPr/>
            <p:nvPr/>
          </p:nvSpPr>
          <p:spPr>
            <a:xfrm>
              <a:off x="4303646" y="5187336"/>
              <a:ext cx="183663" cy="103048"/>
            </a:xfrm>
            <a:custGeom>
              <a:avLst/>
              <a:gdLst>
                <a:gd name="connsiteX0" fmla="*/ 183663 w 183663"/>
                <a:gd name="connsiteY0" fmla="*/ 31963 h 103048"/>
                <a:gd name="connsiteX1" fmla="*/ 181845 w 183663"/>
                <a:gd name="connsiteY1" fmla="*/ 17367 h 103048"/>
                <a:gd name="connsiteX2" fmla="*/ 153015 w 183663"/>
                <a:gd name="connsiteY2" fmla="*/ 7062 h 103048"/>
                <a:gd name="connsiteX3" fmla="*/ 109062 w 183663"/>
                <a:gd name="connsiteY3" fmla="*/ 0 h 103048"/>
                <a:gd name="connsiteX4" fmla="*/ 65230 w 183663"/>
                <a:gd name="connsiteY4" fmla="*/ 7050 h 103048"/>
                <a:gd name="connsiteX5" fmla="*/ 12451 w 183663"/>
                <a:gd name="connsiteY5" fmla="*/ 32321 h 103048"/>
                <a:gd name="connsiteX6" fmla="*/ 0 w 183663"/>
                <a:gd name="connsiteY6" fmla="*/ 57586 h 103048"/>
                <a:gd name="connsiteX7" fmla="*/ 0 w 183663"/>
                <a:gd name="connsiteY7" fmla="*/ 103049 h 103048"/>
                <a:gd name="connsiteX8" fmla="*/ 12123 w 183663"/>
                <a:gd name="connsiteY8" fmla="*/ 103049 h 103048"/>
                <a:gd name="connsiteX9" fmla="*/ 12123 w 183663"/>
                <a:gd name="connsiteY9" fmla="*/ 57586 h 103048"/>
                <a:gd name="connsiteX10" fmla="*/ 19810 w 183663"/>
                <a:gd name="connsiteY10" fmla="*/ 41959 h 103048"/>
                <a:gd name="connsiteX11" fmla="*/ 68649 w 183663"/>
                <a:gd name="connsiteY11" fmla="*/ 18682 h 103048"/>
                <a:gd name="connsiteX12" fmla="*/ 109062 w 183663"/>
                <a:gd name="connsiteY12" fmla="*/ 12123 h 103048"/>
                <a:gd name="connsiteX13" fmla="*/ 149942 w 183663"/>
                <a:gd name="connsiteY13" fmla="*/ 18791 h 103048"/>
                <a:gd name="connsiteX14" fmla="*/ 183663 w 183663"/>
                <a:gd name="connsiteY14" fmla="*/ 31963 h 10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3663" h="103048">
                  <a:moveTo>
                    <a:pt x="183663" y="31963"/>
                  </a:moveTo>
                  <a:cubicBezTo>
                    <a:pt x="182560" y="27173"/>
                    <a:pt x="181950" y="22282"/>
                    <a:pt x="181845" y="17367"/>
                  </a:cubicBezTo>
                  <a:cubicBezTo>
                    <a:pt x="172595" y="12999"/>
                    <a:pt x="162938" y="9548"/>
                    <a:pt x="153015" y="7062"/>
                  </a:cubicBezTo>
                  <a:cubicBezTo>
                    <a:pt x="138735" y="2804"/>
                    <a:pt x="123958" y="429"/>
                    <a:pt x="109062" y="0"/>
                  </a:cubicBezTo>
                  <a:cubicBezTo>
                    <a:pt x="94170" y="15"/>
                    <a:pt x="79376" y="2395"/>
                    <a:pt x="65230" y="7050"/>
                  </a:cubicBezTo>
                  <a:cubicBezTo>
                    <a:pt x="46257" y="12223"/>
                    <a:pt x="28376" y="20784"/>
                    <a:pt x="12451" y="32321"/>
                  </a:cubicBezTo>
                  <a:cubicBezTo>
                    <a:pt x="4608" y="38357"/>
                    <a:pt x="9" y="47690"/>
                    <a:pt x="0" y="57586"/>
                  </a:cubicBezTo>
                  <a:lnTo>
                    <a:pt x="0" y="103049"/>
                  </a:lnTo>
                  <a:lnTo>
                    <a:pt x="12123" y="103049"/>
                  </a:lnTo>
                  <a:lnTo>
                    <a:pt x="12123" y="57586"/>
                  </a:lnTo>
                  <a:cubicBezTo>
                    <a:pt x="12135" y="51470"/>
                    <a:pt x="14972" y="45702"/>
                    <a:pt x="19810" y="41959"/>
                  </a:cubicBezTo>
                  <a:cubicBezTo>
                    <a:pt x="34560" y="31332"/>
                    <a:pt x="51104" y="23447"/>
                    <a:pt x="68649" y="18682"/>
                  </a:cubicBezTo>
                  <a:cubicBezTo>
                    <a:pt x="81694" y="14396"/>
                    <a:pt x="95331" y="12183"/>
                    <a:pt x="109062" y="12123"/>
                  </a:cubicBezTo>
                  <a:cubicBezTo>
                    <a:pt x="122920" y="12570"/>
                    <a:pt x="136661" y="14812"/>
                    <a:pt x="149942" y="18791"/>
                  </a:cubicBezTo>
                  <a:cubicBezTo>
                    <a:pt x="161714" y="21677"/>
                    <a:pt x="173052" y="26106"/>
                    <a:pt x="183663" y="31963"/>
                  </a:cubicBezTo>
                  <a:close/>
                </a:path>
              </a:pathLst>
            </a:custGeom>
            <a:grpFill/>
            <a:ln w="6052" cap="flat">
              <a:noFill/>
              <a:prstDash val="solid"/>
              <a:miter/>
            </a:ln>
          </p:spPr>
          <p:txBody>
            <a:bodyPr rtlCol="0" anchor="ctr"/>
            <a:lstStyle/>
            <a:p>
              <a:endParaRPr lang="en-US"/>
            </a:p>
          </p:txBody>
        </p:sp>
        <p:sp>
          <p:nvSpPr>
            <p:cNvPr id="27" name="Freihandform: Form 239">
              <a:extLst>
                <a:ext uri="{FF2B5EF4-FFF2-40B4-BE49-F238E27FC236}">
                  <a16:creationId xmlns:a16="http://schemas.microsoft.com/office/drawing/2014/main" id="{FFA37AFF-C379-274A-9BF6-31233334F3CF}"/>
                </a:ext>
              </a:extLst>
            </p:cNvPr>
            <p:cNvSpPr/>
            <p:nvPr/>
          </p:nvSpPr>
          <p:spPr>
            <a:xfrm>
              <a:off x="4449078" y="5271048"/>
              <a:ext cx="218228" cy="103048"/>
            </a:xfrm>
            <a:custGeom>
              <a:avLst/>
              <a:gdLst>
                <a:gd name="connsiteX0" fmla="*/ 205492 w 218228"/>
                <a:gd name="connsiteY0" fmla="*/ 32127 h 103048"/>
                <a:gd name="connsiteX1" fmla="*/ 153076 w 218228"/>
                <a:gd name="connsiteY1" fmla="*/ 7086 h 103048"/>
                <a:gd name="connsiteX2" fmla="*/ 109111 w 218228"/>
                <a:gd name="connsiteY2" fmla="*/ 0 h 103048"/>
                <a:gd name="connsiteX3" fmla="*/ 65291 w 218228"/>
                <a:gd name="connsiteY3" fmla="*/ 7050 h 103048"/>
                <a:gd name="connsiteX4" fmla="*/ 12511 w 218228"/>
                <a:gd name="connsiteY4" fmla="*/ 32321 h 103048"/>
                <a:gd name="connsiteX5" fmla="*/ 0 w 218228"/>
                <a:gd name="connsiteY5" fmla="*/ 57586 h 103048"/>
                <a:gd name="connsiteX6" fmla="*/ 0 w 218228"/>
                <a:gd name="connsiteY6" fmla="*/ 103049 h 103048"/>
                <a:gd name="connsiteX7" fmla="*/ 12123 w 218228"/>
                <a:gd name="connsiteY7" fmla="*/ 103049 h 103048"/>
                <a:gd name="connsiteX8" fmla="*/ 12123 w 218228"/>
                <a:gd name="connsiteY8" fmla="*/ 57586 h 103048"/>
                <a:gd name="connsiteX9" fmla="*/ 19816 w 218228"/>
                <a:gd name="connsiteY9" fmla="*/ 41959 h 103048"/>
                <a:gd name="connsiteX10" fmla="*/ 68649 w 218228"/>
                <a:gd name="connsiteY10" fmla="*/ 18682 h 103048"/>
                <a:gd name="connsiteX11" fmla="*/ 109111 w 218228"/>
                <a:gd name="connsiteY11" fmla="*/ 12123 h 103048"/>
                <a:gd name="connsiteX12" fmla="*/ 149997 w 218228"/>
                <a:gd name="connsiteY12" fmla="*/ 18791 h 103048"/>
                <a:gd name="connsiteX13" fmla="*/ 197951 w 218228"/>
                <a:gd name="connsiteY13" fmla="*/ 41607 h 103048"/>
                <a:gd name="connsiteX14" fmla="*/ 198472 w 218228"/>
                <a:gd name="connsiteY14" fmla="*/ 41995 h 103048"/>
                <a:gd name="connsiteX15" fmla="*/ 206098 w 218228"/>
                <a:gd name="connsiteY15" fmla="*/ 57586 h 103048"/>
                <a:gd name="connsiteX16" fmla="*/ 206098 w 218228"/>
                <a:gd name="connsiteY16" fmla="*/ 103049 h 103048"/>
                <a:gd name="connsiteX17" fmla="*/ 218221 w 218228"/>
                <a:gd name="connsiteY17" fmla="*/ 103049 h 103048"/>
                <a:gd name="connsiteX18" fmla="*/ 218221 w 218228"/>
                <a:gd name="connsiteY18" fmla="*/ 57586 h 103048"/>
                <a:gd name="connsiteX19" fmla="*/ 205492 w 218228"/>
                <a:gd name="connsiteY19" fmla="*/ 32127 h 10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8228" h="103048">
                  <a:moveTo>
                    <a:pt x="205492" y="32127"/>
                  </a:moveTo>
                  <a:cubicBezTo>
                    <a:pt x="190043" y="20077"/>
                    <a:pt x="172157" y="11532"/>
                    <a:pt x="153076" y="7086"/>
                  </a:cubicBezTo>
                  <a:cubicBezTo>
                    <a:pt x="138792" y="2821"/>
                    <a:pt x="124011" y="439"/>
                    <a:pt x="109111" y="0"/>
                  </a:cubicBezTo>
                  <a:cubicBezTo>
                    <a:pt x="94223" y="15"/>
                    <a:pt x="79432" y="2394"/>
                    <a:pt x="65291" y="7050"/>
                  </a:cubicBezTo>
                  <a:cubicBezTo>
                    <a:pt x="46316" y="12219"/>
                    <a:pt x="28435" y="20781"/>
                    <a:pt x="12511" y="32321"/>
                  </a:cubicBezTo>
                  <a:cubicBezTo>
                    <a:pt x="4644" y="38343"/>
                    <a:pt x="21" y="47678"/>
                    <a:pt x="0" y="57586"/>
                  </a:cubicBezTo>
                  <a:lnTo>
                    <a:pt x="0" y="103049"/>
                  </a:lnTo>
                  <a:lnTo>
                    <a:pt x="12123" y="103049"/>
                  </a:lnTo>
                  <a:lnTo>
                    <a:pt x="12123" y="57586"/>
                  </a:lnTo>
                  <a:cubicBezTo>
                    <a:pt x="12134" y="51468"/>
                    <a:pt x="14974" y="45699"/>
                    <a:pt x="19816" y="41959"/>
                  </a:cubicBezTo>
                  <a:cubicBezTo>
                    <a:pt x="34563" y="31329"/>
                    <a:pt x="51105" y="23444"/>
                    <a:pt x="68649" y="18682"/>
                  </a:cubicBezTo>
                  <a:cubicBezTo>
                    <a:pt x="81709" y="14391"/>
                    <a:pt x="95363" y="12178"/>
                    <a:pt x="109111" y="12123"/>
                  </a:cubicBezTo>
                  <a:cubicBezTo>
                    <a:pt x="122971" y="12568"/>
                    <a:pt x="136714" y="14809"/>
                    <a:pt x="149997" y="18791"/>
                  </a:cubicBezTo>
                  <a:cubicBezTo>
                    <a:pt x="167457" y="22800"/>
                    <a:pt x="183826" y="30589"/>
                    <a:pt x="197951" y="41607"/>
                  </a:cubicBezTo>
                  <a:lnTo>
                    <a:pt x="198472" y="41995"/>
                  </a:lnTo>
                  <a:cubicBezTo>
                    <a:pt x="203459" y="45592"/>
                    <a:pt x="206320" y="51442"/>
                    <a:pt x="206098" y="57586"/>
                  </a:cubicBezTo>
                  <a:lnTo>
                    <a:pt x="206098" y="103049"/>
                  </a:lnTo>
                  <a:lnTo>
                    <a:pt x="218221" y="103049"/>
                  </a:lnTo>
                  <a:lnTo>
                    <a:pt x="218221" y="57586"/>
                  </a:lnTo>
                  <a:cubicBezTo>
                    <a:pt x="218441" y="47519"/>
                    <a:pt x="213677" y="37992"/>
                    <a:pt x="205492" y="32127"/>
                  </a:cubicBezTo>
                  <a:close/>
                </a:path>
              </a:pathLst>
            </a:custGeom>
            <a:grpFill/>
            <a:ln w="6052" cap="flat">
              <a:noFill/>
              <a:prstDash val="solid"/>
              <a:miter/>
            </a:ln>
          </p:spPr>
          <p:txBody>
            <a:bodyPr rtlCol="0" anchor="ctr"/>
            <a:lstStyle/>
            <a:p>
              <a:endParaRPr lang="en-US"/>
            </a:p>
          </p:txBody>
        </p:sp>
        <p:sp>
          <p:nvSpPr>
            <p:cNvPr id="28" name="Freihandform: Form 240">
              <a:extLst>
                <a:ext uri="{FF2B5EF4-FFF2-40B4-BE49-F238E27FC236}">
                  <a16:creationId xmlns:a16="http://schemas.microsoft.com/office/drawing/2014/main" id="{82C325D3-C1E0-354B-BBE4-6F5591AF06FD}"/>
                </a:ext>
              </a:extLst>
            </p:cNvPr>
            <p:cNvSpPr/>
            <p:nvPr/>
          </p:nvSpPr>
          <p:spPr>
            <a:xfrm>
              <a:off x="4503634" y="5148692"/>
              <a:ext cx="109110" cy="109110"/>
            </a:xfrm>
            <a:custGeom>
              <a:avLst/>
              <a:gdLst>
                <a:gd name="connsiteX0" fmla="*/ 54555 w 109110"/>
                <a:gd name="connsiteY0" fmla="*/ 109111 h 109110"/>
                <a:gd name="connsiteX1" fmla="*/ 109111 w 109110"/>
                <a:gd name="connsiteY1" fmla="*/ 54555 h 109110"/>
                <a:gd name="connsiteX2" fmla="*/ 54555 w 109110"/>
                <a:gd name="connsiteY2" fmla="*/ 0 h 109110"/>
                <a:gd name="connsiteX3" fmla="*/ 0 w 109110"/>
                <a:gd name="connsiteY3" fmla="*/ 54555 h 109110"/>
                <a:gd name="connsiteX4" fmla="*/ 54555 w 109110"/>
                <a:gd name="connsiteY4" fmla="*/ 109111 h 109110"/>
                <a:gd name="connsiteX5" fmla="*/ 54555 w 109110"/>
                <a:gd name="connsiteY5" fmla="*/ 12123 h 109110"/>
                <a:gd name="connsiteX6" fmla="*/ 96987 w 109110"/>
                <a:gd name="connsiteY6" fmla="*/ 54555 h 109110"/>
                <a:gd name="connsiteX7" fmla="*/ 54555 w 109110"/>
                <a:gd name="connsiteY7" fmla="*/ 96987 h 109110"/>
                <a:gd name="connsiteX8" fmla="*/ 12123 w 109110"/>
                <a:gd name="connsiteY8" fmla="*/ 54555 h 109110"/>
                <a:gd name="connsiteX9" fmla="*/ 54555 w 109110"/>
                <a:gd name="connsiteY9" fmla="*/ 12093 h 109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110" h="109110">
                  <a:moveTo>
                    <a:pt x="54555" y="109111"/>
                  </a:moveTo>
                  <a:cubicBezTo>
                    <a:pt x="84686" y="109111"/>
                    <a:pt x="109111" y="84686"/>
                    <a:pt x="109111" y="54555"/>
                  </a:cubicBezTo>
                  <a:cubicBezTo>
                    <a:pt x="109111" y="24425"/>
                    <a:pt x="84686" y="0"/>
                    <a:pt x="54555" y="0"/>
                  </a:cubicBezTo>
                  <a:cubicBezTo>
                    <a:pt x="24425" y="0"/>
                    <a:pt x="0" y="24425"/>
                    <a:pt x="0" y="54555"/>
                  </a:cubicBezTo>
                  <a:cubicBezTo>
                    <a:pt x="0" y="84686"/>
                    <a:pt x="24425" y="109111"/>
                    <a:pt x="54555" y="109111"/>
                  </a:cubicBezTo>
                  <a:close/>
                  <a:moveTo>
                    <a:pt x="54555" y="12123"/>
                  </a:moveTo>
                  <a:cubicBezTo>
                    <a:pt x="77990" y="12123"/>
                    <a:pt x="96987" y="31121"/>
                    <a:pt x="96987" y="54555"/>
                  </a:cubicBezTo>
                  <a:cubicBezTo>
                    <a:pt x="96987" y="77990"/>
                    <a:pt x="77990" y="96987"/>
                    <a:pt x="54555" y="96987"/>
                  </a:cubicBezTo>
                  <a:cubicBezTo>
                    <a:pt x="31121" y="96987"/>
                    <a:pt x="12123" y="77990"/>
                    <a:pt x="12123" y="54555"/>
                  </a:cubicBezTo>
                  <a:cubicBezTo>
                    <a:pt x="12140" y="31123"/>
                    <a:pt x="31123" y="12126"/>
                    <a:pt x="54555" y="12093"/>
                  </a:cubicBezTo>
                  <a:close/>
                </a:path>
              </a:pathLst>
            </a:custGeom>
            <a:grpFill/>
            <a:ln w="6052" cap="flat">
              <a:noFill/>
              <a:prstDash val="solid"/>
              <a:miter/>
            </a:ln>
          </p:spPr>
          <p:txBody>
            <a:bodyPr rtlCol="0" anchor="ctr"/>
            <a:lstStyle/>
            <a:p>
              <a:endParaRPr lang="en-US"/>
            </a:p>
          </p:txBody>
        </p:sp>
      </p:grpSp>
      <p:sp>
        <p:nvSpPr>
          <p:cNvPr id="2" name="Foliennummernplatzhalter 1">
            <a:extLst>
              <a:ext uri="{FF2B5EF4-FFF2-40B4-BE49-F238E27FC236}">
                <a16:creationId xmlns:a16="http://schemas.microsoft.com/office/drawing/2014/main" id="{136DE00B-B578-BD6C-1B59-7C29DBCAFEAF}"/>
              </a:ext>
            </a:extLst>
          </p:cNvPr>
          <p:cNvSpPr txBox="1">
            <a:spLocks/>
          </p:cNvSpPr>
          <p:nvPr/>
        </p:nvSpPr>
        <p:spPr bwMode="gray">
          <a:xfrm>
            <a:off x="711843" y="6455835"/>
            <a:ext cx="408932" cy="127727"/>
          </a:xfrm>
          <a:prstGeom prst="rect">
            <a:avLst/>
          </a:prstGeom>
        </p:spPr>
        <p:txBody>
          <a:bodyPr vert="horz" lIns="0" tIns="0" rIns="0" bIns="0" rtlCol="0">
            <a:spAutoFit/>
          </a:bodyPr>
          <a:lstStyle>
            <a:lvl1pPr marL="0" indent="0" algn="l" defTabSz="914400" rtl="0" eaLnBrk="1" latinLnBrk="0" hangingPunct="1">
              <a:lnSpc>
                <a:spcPct val="11000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ct val="11000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ct val="11000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ct val="11000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ct val="11000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9pPr>
          </a:lstStyle>
          <a:p>
            <a:pPr>
              <a:lnSpc>
                <a:spcPct val="100000"/>
              </a:lnSpc>
              <a:spcAft>
                <a:spcPts val="0"/>
              </a:spcAft>
            </a:pPr>
            <a:fld id="{3D81EE41-304C-41C3-8185-350F2275D756}" type="slidenum">
              <a:rPr lang="de-DE" sz="800" smtClean="0">
                <a:solidFill>
                  <a:schemeClr val="tx1"/>
                </a:solidFill>
                <a:latin typeface="+mn-lt"/>
              </a:rPr>
              <a:pPr>
                <a:lnSpc>
                  <a:spcPct val="100000"/>
                </a:lnSpc>
                <a:spcAft>
                  <a:spcPts val="0"/>
                </a:spcAft>
              </a:pPr>
              <a:t>6</a:t>
            </a:fld>
            <a:endParaRPr lang="de-DE" sz="800">
              <a:solidFill>
                <a:schemeClr val="tx1"/>
              </a:solidFill>
              <a:latin typeface="+mn-lt"/>
            </a:endParaRPr>
          </a:p>
        </p:txBody>
      </p:sp>
      <p:sp>
        <p:nvSpPr>
          <p:cNvPr id="5" name="Datumsplatzhalter 15">
            <a:extLst>
              <a:ext uri="{FF2B5EF4-FFF2-40B4-BE49-F238E27FC236}">
                <a16:creationId xmlns:a16="http://schemas.microsoft.com/office/drawing/2014/main" id="{28EF9609-833A-DB2C-9097-8C264FAF3165}"/>
              </a:ext>
            </a:extLst>
          </p:cNvPr>
          <p:cNvSpPr txBox="1">
            <a:spLocks/>
          </p:cNvSpPr>
          <p:nvPr/>
        </p:nvSpPr>
        <p:spPr bwMode="gray">
          <a:xfrm>
            <a:off x="1120775" y="6462712"/>
            <a:ext cx="864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34D497-6D11-4F98-9F50-121B40070398}" type="datetime4">
              <a:rPr lang="en-US" smtClean="0"/>
              <a:pPr/>
              <a:t>May 13, 2026</a:t>
            </a:fld>
            <a:endParaRPr lang="de-DE" dirty="0"/>
          </a:p>
        </p:txBody>
      </p:sp>
    </p:spTree>
    <p:extLst>
      <p:ext uri="{BB962C8B-B14F-4D97-AF65-F5344CB8AC3E}">
        <p14:creationId xmlns:p14="http://schemas.microsoft.com/office/powerpoint/2010/main" val="421165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2B9619-0F15-AA0B-635D-975BF84B1A2D}"/>
              </a:ext>
            </a:extLst>
          </p:cNvPr>
          <p:cNvSpPr>
            <a:spLocks noGrp="1"/>
          </p:cNvSpPr>
          <p:nvPr>
            <p:ph type="title"/>
          </p:nvPr>
        </p:nvSpPr>
        <p:spPr/>
        <p:txBody>
          <a:bodyPr/>
          <a:lstStyle/>
          <a:p>
            <a:r>
              <a:rPr lang="en-US"/>
              <a:t>Fraunhofer-Gesellschaft</a:t>
            </a:r>
          </a:p>
        </p:txBody>
      </p:sp>
      <p:sp>
        <p:nvSpPr>
          <p:cNvPr id="3" name="Textplatzhalter 2">
            <a:extLst>
              <a:ext uri="{FF2B5EF4-FFF2-40B4-BE49-F238E27FC236}">
                <a16:creationId xmlns:a16="http://schemas.microsoft.com/office/drawing/2014/main" id="{87885141-F7A5-A2CE-3312-D2163B73F612}"/>
              </a:ext>
            </a:extLst>
          </p:cNvPr>
          <p:cNvSpPr>
            <a:spLocks noGrp="1"/>
          </p:cNvSpPr>
          <p:nvPr>
            <p:ph type="body" sz="quarter" idx="13"/>
          </p:nvPr>
        </p:nvSpPr>
        <p:spPr/>
        <p:txBody>
          <a:bodyPr/>
          <a:lstStyle/>
          <a:p>
            <a:r>
              <a:rPr lang="en-US"/>
              <a:t>The Fraunhofer-Gesellschaft's global network</a:t>
            </a:r>
          </a:p>
        </p:txBody>
      </p:sp>
      <p:sp>
        <p:nvSpPr>
          <p:cNvPr id="6" name="Fußzeilenplatzhalter 5">
            <a:extLst>
              <a:ext uri="{FF2B5EF4-FFF2-40B4-BE49-F238E27FC236}">
                <a16:creationId xmlns:a16="http://schemas.microsoft.com/office/drawing/2014/main" id="{55CF22DC-5942-1BD2-D8EE-B1F21139B18B}"/>
              </a:ext>
            </a:extLst>
          </p:cNvPr>
          <p:cNvSpPr>
            <a:spLocks noGrp="1"/>
          </p:cNvSpPr>
          <p:nvPr>
            <p:ph type="ftr" sz="quarter" idx="16"/>
          </p:nvPr>
        </p:nvSpPr>
        <p:spPr bwMode="gray">
          <a:xfrm>
            <a:off x="2297897" y="6455836"/>
            <a:ext cx="2952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 Fraunhofer </a:t>
            </a:r>
            <a:endParaRPr lang="en-US" noProof="0"/>
          </a:p>
        </p:txBody>
      </p:sp>
      <p:sp>
        <p:nvSpPr>
          <p:cNvPr id="7" name="Foliennummernplatzhalter 6">
            <a:extLst>
              <a:ext uri="{FF2B5EF4-FFF2-40B4-BE49-F238E27FC236}">
                <a16:creationId xmlns:a16="http://schemas.microsoft.com/office/drawing/2014/main" id="{2A71DFD7-911E-37A0-20D7-A47B1D6BAE15}"/>
              </a:ext>
            </a:extLst>
          </p:cNvPr>
          <p:cNvSpPr>
            <a:spLocks noGrp="1"/>
          </p:cNvSpPr>
          <p:nvPr>
            <p:ph type="sldNum" sz="quarter" idx="17"/>
          </p:nvPr>
        </p:nvSpPr>
        <p:spPr>
          <a:xfrm>
            <a:off x="711843" y="6455835"/>
            <a:ext cx="408932" cy="123112"/>
          </a:xfrm>
          <a:prstGeom prst="rect">
            <a:avLst/>
          </a:prstGeom>
        </p:spPr>
        <p:txBody>
          <a:bodyPr vert="horz" lIns="0" tIns="0" rIns="0" bIns="0" rtlCol="0" anchor="ct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D81EE41-304C-41C3-8185-350F2275D756}" type="slidenum">
              <a:rPr lang="de-DE" smtClean="0"/>
              <a:pPr/>
              <a:t>7</a:t>
            </a:fld>
            <a:endParaRPr lang="de-DE"/>
          </a:p>
        </p:txBody>
      </p:sp>
      <p:sp>
        <p:nvSpPr>
          <p:cNvPr id="145" name="Rectangle 1">
            <a:extLst>
              <a:ext uri="{FF2B5EF4-FFF2-40B4-BE49-F238E27FC236}">
                <a16:creationId xmlns:a16="http://schemas.microsoft.com/office/drawing/2014/main" id="{96871FAC-6869-BB93-9DB3-B5E777644E59}"/>
              </a:ext>
            </a:extLst>
          </p:cNvPr>
          <p:cNvSpPr/>
          <p:nvPr/>
        </p:nvSpPr>
        <p:spPr bwMode="auto">
          <a:xfrm>
            <a:off x="441914" y="1705752"/>
            <a:ext cx="11233150" cy="4282844"/>
          </a:xfrm>
          <a:prstGeom prst="rect">
            <a:avLst/>
          </a:prstGeom>
          <a:solidFill>
            <a:srgbClr val="F3F5F7"/>
          </a:solidFill>
          <a:ln w="19050">
            <a:noFill/>
            <a:miter lim="800000"/>
            <a:headEnd/>
            <a:tailEnd/>
          </a:ln>
          <a:effectLst/>
        </p:spPr>
        <p:txBody>
          <a:bodyPr wrap="non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noProof="0">
                <a:ln>
                  <a:noFill/>
                </a:ln>
                <a:solidFill>
                  <a:prstClr val="black"/>
                </a:solidFill>
                <a:effectLst/>
                <a:uLnTx/>
                <a:uFillTx/>
                <a:latin typeface="Frutiger LT Com 45 Light"/>
                <a:ea typeface="+mn-ea"/>
                <a:cs typeface="+mn-cs"/>
              </a:rPr>
              <a:t> </a:t>
            </a:r>
          </a:p>
        </p:txBody>
      </p:sp>
      <p:grpSp>
        <p:nvGrpSpPr>
          <p:cNvPr id="146" name="Gruppieren 145">
            <a:extLst>
              <a:ext uri="{FF2B5EF4-FFF2-40B4-BE49-F238E27FC236}">
                <a16:creationId xmlns:a16="http://schemas.microsoft.com/office/drawing/2014/main" id="{F375F481-08FA-3149-9023-F4662E592F7F}"/>
              </a:ext>
            </a:extLst>
          </p:cNvPr>
          <p:cNvGrpSpPr/>
          <p:nvPr/>
        </p:nvGrpSpPr>
        <p:grpSpPr>
          <a:xfrm>
            <a:off x="465853" y="1914221"/>
            <a:ext cx="2785980" cy="934865"/>
            <a:chOff x="612630" y="1805933"/>
            <a:chExt cx="2812986" cy="1026786"/>
          </a:xfrm>
        </p:grpSpPr>
        <p:sp>
          <p:nvSpPr>
            <p:cNvPr id="147" name="Rectangle 4">
              <a:extLst>
                <a:ext uri="{FF2B5EF4-FFF2-40B4-BE49-F238E27FC236}">
                  <a16:creationId xmlns:a16="http://schemas.microsoft.com/office/drawing/2014/main" id="{E7E32BB0-03A7-A9B0-0D9F-8368E2918B6F}"/>
                </a:ext>
              </a:extLst>
            </p:cNvPr>
            <p:cNvSpPr/>
            <p:nvPr/>
          </p:nvSpPr>
          <p:spPr bwMode="auto">
            <a:xfrm>
              <a:off x="612630" y="1805933"/>
              <a:ext cx="2756573" cy="1026786"/>
            </a:xfrm>
            <a:prstGeom prst="rect">
              <a:avLst/>
            </a:prstGeom>
            <a:noFill/>
            <a:ln w="12700">
              <a:solidFill>
                <a:srgbClr val="92ABBC"/>
              </a:solidFill>
              <a:prstDash val="solid"/>
              <a:miter lim="800000"/>
              <a:headEnd/>
              <a:tailEnd/>
            </a:ln>
            <a:effectLst/>
          </p:spPr>
          <p:txBody>
            <a:bodyPr wrap="non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48" name="Rectangle 4">
              <a:extLst>
                <a:ext uri="{FF2B5EF4-FFF2-40B4-BE49-F238E27FC236}">
                  <a16:creationId xmlns:a16="http://schemas.microsoft.com/office/drawing/2014/main" id="{CE051918-9D00-E0B5-57FC-54F6C8E49433}"/>
                </a:ext>
              </a:extLst>
            </p:cNvPr>
            <p:cNvSpPr>
              <a:spLocks noChangeArrowheads="1"/>
            </p:cNvSpPr>
            <p:nvPr/>
          </p:nvSpPr>
          <p:spPr bwMode="auto">
            <a:xfrm>
              <a:off x="716274" y="1867066"/>
              <a:ext cx="2709342" cy="946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1588" marR="0" lvl="1" indent="0" algn="l" defTabSz="914400" rtl="0" eaLnBrk="1" fontAlgn="auto" latinLnBrk="0" hangingPunct="1">
                <a:lnSpc>
                  <a:spcPct val="100000"/>
                </a:lnSpc>
                <a:spcBef>
                  <a:spcPts val="0"/>
                </a:spcBef>
                <a:spcAft>
                  <a:spcPts val="0"/>
                </a:spcAft>
                <a:buClr>
                  <a:srgbClr val="179C7D"/>
                </a:buClr>
                <a:buSzTx/>
                <a:buFontTx/>
                <a:buNone/>
                <a:tabLst/>
                <a:defRPr/>
              </a:pPr>
              <a:r>
                <a:rPr kumimoji="0" lang="en-US" sz="2000" b="1" i="0" u="none" strike="noStrike" cap="none" normalizeH="0" baseline="0" noProof="0" dirty="0">
                  <a:ln>
                    <a:noFill/>
                  </a:ln>
                  <a:solidFill>
                    <a:srgbClr val="005B7F"/>
                  </a:solidFill>
                  <a:effectLst/>
                  <a:uLnTx/>
                  <a:uFillTx/>
                  <a:latin typeface="Frutiger LT Com 45 Light" panose="020B0303030504020204" pitchFamily="34" charset="0"/>
                  <a:ea typeface="+mn-ea"/>
                  <a:cs typeface="+mn-cs"/>
                </a:rPr>
                <a:t>8</a:t>
              </a:r>
              <a:r>
                <a:rPr kumimoji="0" lang="en-US" sz="2000" b="0" i="0" u="none" strike="noStrike" cap="none" normalizeH="0" baseline="0" noProof="0" dirty="0">
                  <a:ln>
                    <a:noFill/>
                  </a:ln>
                  <a:solidFill>
                    <a:srgbClr val="000000"/>
                  </a:solidFill>
                  <a:effectLst/>
                  <a:uLnTx/>
                  <a:uFillTx/>
                  <a:latin typeface="Frutiger LT Com 55 Roman" panose="020B0503030504020204" pitchFamily="34" charset="0"/>
                  <a:ea typeface="+mn-ea"/>
                  <a:cs typeface="+mn-cs"/>
                </a:rPr>
                <a:t> </a:t>
              </a:r>
              <a:r>
                <a:rPr kumimoji="0" lang="en-US" sz="1600" b="0" i="0" u="none" strike="noStrike" cap="none" normalizeH="0" baseline="0" noProof="0" dirty="0">
                  <a:ln>
                    <a:noFill/>
                  </a:ln>
                  <a:solidFill>
                    <a:srgbClr val="000000"/>
                  </a:solidFill>
                  <a:effectLst/>
                  <a:uLnTx/>
                  <a:uFillTx/>
                  <a:latin typeface="Frutiger LT Com 45 Light"/>
                  <a:ea typeface="+mn-ea"/>
                  <a:cs typeface="+mn-cs"/>
                </a:rPr>
                <a:t>legally independent foreign affiliates </a:t>
              </a:r>
            </a:p>
            <a:p>
              <a:pPr marL="1588" marR="0" lvl="1" indent="0" algn="l" defTabSz="914400" rtl="0" eaLnBrk="1" fontAlgn="auto" latinLnBrk="0" hangingPunct="1">
                <a:lnSpc>
                  <a:spcPct val="100000"/>
                </a:lnSpc>
                <a:spcBef>
                  <a:spcPts val="0"/>
                </a:spcBef>
                <a:spcAft>
                  <a:spcPts val="0"/>
                </a:spcAft>
                <a:buClr>
                  <a:srgbClr val="179C7D"/>
                </a:buClr>
                <a:buSzTx/>
                <a:buFontTx/>
                <a:buNone/>
                <a:tabLst/>
                <a:defRPr/>
              </a:pPr>
              <a:r>
                <a:rPr kumimoji="0" lang="en-US" sz="2000" b="1" i="0" u="none" strike="noStrike" cap="none" normalizeH="0" baseline="0" noProof="0" dirty="0">
                  <a:ln>
                    <a:noFill/>
                  </a:ln>
                  <a:solidFill>
                    <a:srgbClr val="005B7F"/>
                  </a:solidFill>
                  <a:effectLst/>
                  <a:uLnTx/>
                  <a:uFillTx/>
                  <a:latin typeface="Frutiger LT Com 45 Light" panose="020B0303030504020204" pitchFamily="34" charset="0"/>
                  <a:ea typeface="+mn-ea"/>
                  <a:cs typeface="+mn-cs"/>
                </a:rPr>
                <a:t>1</a:t>
              </a:r>
              <a:r>
                <a:rPr kumimoji="0" lang="en-US" sz="1600" b="0" i="0" u="none" strike="noStrike" cap="none" normalizeH="0" baseline="0" noProof="0" dirty="0">
                  <a:ln>
                    <a:noFill/>
                  </a:ln>
                  <a:solidFill>
                    <a:srgbClr val="000000"/>
                  </a:solidFill>
                  <a:effectLst/>
                  <a:uLnTx/>
                  <a:uFillTx/>
                  <a:latin typeface="Frutiger LT Com 45 Light"/>
                  <a:ea typeface="+mn-ea"/>
                  <a:cs typeface="+mn-cs"/>
                </a:rPr>
                <a:t> </a:t>
              </a:r>
              <a:r>
                <a:rPr kumimoji="0" lang="en-US" sz="1600" b="0" i="1" u="none" strike="noStrike" cap="none" normalizeH="0" baseline="0" noProof="0" dirty="0">
                  <a:ln>
                    <a:noFill/>
                  </a:ln>
                  <a:solidFill>
                    <a:srgbClr val="000000"/>
                  </a:solidFill>
                  <a:effectLst/>
                  <a:uLnTx/>
                  <a:uFillTx/>
                  <a:latin typeface="Frutiger LT Com 45 Light"/>
                  <a:ea typeface="+mn-ea"/>
                  <a:cs typeface="+mn-cs"/>
                </a:rPr>
                <a:t>opening soon</a:t>
              </a:r>
            </a:p>
          </p:txBody>
        </p:sp>
      </p:grpSp>
      <p:grpSp>
        <p:nvGrpSpPr>
          <p:cNvPr id="149" name="Gruppieren 148">
            <a:extLst>
              <a:ext uri="{FF2B5EF4-FFF2-40B4-BE49-F238E27FC236}">
                <a16:creationId xmlns:a16="http://schemas.microsoft.com/office/drawing/2014/main" id="{EBD6B505-F31A-FE11-3A1D-29DC83E76E45}"/>
              </a:ext>
            </a:extLst>
          </p:cNvPr>
          <p:cNvGrpSpPr/>
          <p:nvPr/>
        </p:nvGrpSpPr>
        <p:grpSpPr>
          <a:xfrm>
            <a:off x="3370854" y="1465573"/>
            <a:ext cx="8211090" cy="4638897"/>
            <a:chOff x="3370854" y="1466340"/>
            <a:chExt cx="8211090" cy="4638897"/>
          </a:xfrm>
        </p:grpSpPr>
        <p:grpSp>
          <p:nvGrpSpPr>
            <p:cNvPr id="150" name="Group 8">
              <a:extLst>
                <a:ext uri="{FF2B5EF4-FFF2-40B4-BE49-F238E27FC236}">
                  <a16:creationId xmlns:a16="http://schemas.microsoft.com/office/drawing/2014/main" id="{9BA8B645-BA2D-6748-DF42-2BB9AD85E284}"/>
                </a:ext>
              </a:extLst>
            </p:cNvPr>
            <p:cNvGrpSpPr>
              <a:grpSpLocks noChangeAspect="1"/>
            </p:cNvGrpSpPr>
            <p:nvPr/>
          </p:nvGrpSpPr>
          <p:grpSpPr bwMode="auto">
            <a:xfrm>
              <a:off x="3370854" y="1466340"/>
              <a:ext cx="8211090" cy="4638897"/>
              <a:chOff x="1354" y="734"/>
              <a:chExt cx="4971" cy="2854"/>
            </a:xfrm>
          </p:grpSpPr>
          <p:sp>
            <p:nvSpPr>
              <p:cNvPr id="179" name="Freeform 10">
                <a:extLst>
                  <a:ext uri="{FF2B5EF4-FFF2-40B4-BE49-F238E27FC236}">
                    <a16:creationId xmlns:a16="http://schemas.microsoft.com/office/drawing/2014/main" id="{026BFD09-E590-77D5-F48E-F3BBB8F2AC6D}"/>
                  </a:ext>
                </a:extLst>
              </p:cNvPr>
              <p:cNvSpPr>
                <a:spLocks noEditPoints="1"/>
              </p:cNvSpPr>
              <p:nvPr/>
            </p:nvSpPr>
            <p:spPr bwMode="auto">
              <a:xfrm>
                <a:off x="1356" y="734"/>
                <a:ext cx="4966" cy="2854"/>
              </a:xfrm>
              <a:custGeom>
                <a:avLst/>
                <a:gdLst>
                  <a:gd name="T0" fmla="*/ 4966 w 4966"/>
                  <a:gd name="T1" fmla="*/ 2612 h 2854"/>
                  <a:gd name="T2" fmla="*/ 4477 w 4966"/>
                  <a:gd name="T3" fmla="*/ 2158 h 2854"/>
                  <a:gd name="T4" fmla="*/ 4212 w 4966"/>
                  <a:gd name="T5" fmla="*/ 2460 h 2854"/>
                  <a:gd name="T6" fmla="*/ 4542 w 4966"/>
                  <a:gd name="T7" fmla="*/ 2168 h 2854"/>
                  <a:gd name="T8" fmla="*/ 4309 w 4966"/>
                  <a:gd name="T9" fmla="*/ 1930 h 2854"/>
                  <a:gd name="T10" fmla="*/ 4580 w 4966"/>
                  <a:gd name="T11" fmla="*/ 2020 h 2854"/>
                  <a:gd name="T12" fmla="*/ 4138 w 4966"/>
                  <a:gd name="T13" fmla="*/ 1925 h 2854"/>
                  <a:gd name="T14" fmla="*/ 4086 w 4966"/>
                  <a:gd name="T15" fmla="*/ 2006 h 2854"/>
                  <a:gd name="T16" fmla="*/ 4136 w 4966"/>
                  <a:gd name="T17" fmla="*/ 1706 h 2854"/>
                  <a:gd name="T18" fmla="*/ 4235 w 4966"/>
                  <a:gd name="T19" fmla="*/ 1764 h 2854"/>
                  <a:gd name="T20" fmla="*/ 1088 w 4966"/>
                  <a:gd name="T21" fmla="*/ 1557 h 2854"/>
                  <a:gd name="T22" fmla="*/ 2476 w 4966"/>
                  <a:gd name="T23" fmla="*/ 1321 h 2854"/>
                  <a:gd name="T24" fmla="*/ 4321 w 4966"/>
                  <a:gd name="T25" fmla="*/ 1333 h 2854"/>
                  <a:gd name="T26" fmla="*/ 1496 w 4966"/>
                  <a:gd name="T27" fmla="*/ 1072 h 2854"/>
                  <a:gd name="T28" fmla="*/ 2149 w 4966"/>
                  <a:gd name="T29" fmla="*/ 1008 h 2854"/>
                  <a:gd name="T30" fmla="*/ 2248 w 4966"/>
                  <a:gd name="T31" fmla="*/ 1077 h 2854"/>
                  <a:gd name="T32" fmla="*/ 4304 w 4966"/>
                  <a:gd name="T33" fmla="*/ 849 h 2854"/>
                  <a:gd name="T34" fmla="*/ 1244 w 4966"/>
                  <a:gd name="T35" fmla="*/ 511 h 2854"/>
                  <a:gd name="T36" fmla="*/ 1515 w 4966"/>
                  <a:gd name="T37" fmla="*/ 651 h 2854"/>
                  <a:gd name="T38" fmla="*/ 2904 w 4966"/>
                  <a:gd name="T39" fmla="*/ 497 h 2854"/>
                  <a:gd name="T40" fmla="*/ 1095 w 4966"/>
                  <a:gd name="T41" fmla="*/ 1229 h 2854"/>
                  <a:gd name="T42" fmla="*/ 1028 w 4966"/>
                  <a:gd name="T43" fmla="*/ 1131 h 2854"/>
                  <a:gd name="T44" fmla="*/ 981 w 4966"/>
                  <a:gd name="T45" fmla="*/ 1098 h 2854"/>
                  <a:gd name="T46" fmla="*/ 105 w 4966"/>
                  <a:gd name="T47" fmla="*/ 637 h 2854"/>
                  <a:gd name="T48" fmla="*/ 506 w 4966"/>
                  <a:gd name="T49" fmla="*/ 1115 h 2854"/>
                  <a:gd name="T50" fmla="*/ 943 w 4966"/>
                  <a:gd name="T51" fmla="*/ 1723 h 2854"/>
                  <a:gd name="T52" fmla="*/ 1280 w 4966"/>
                  <a:gd name="T53" fmla="*/ 2650 h 2854"/>
                  <a:gd name="T54" fmla="*/ 1729 w 4966"/>
                  <a:gd name="T55" fmla="*/ 2053 h 2854"/>
                  <a:gd name="T56" fmla="*/ 978 w 4966"/>
                  <a:gd name="T57" fmla="*/ 1583 h 2854"/>
                  <a:gd name="T58" fmla="*/ 1071 w 4966"/>
                  <a:gd name="T59" fmla="*/ 1426 h 2854"/>
                  <a:gd name="T60" fmla="*/ 1339 w 4966"/>
                  <a:gd name="T61" fmla="*/ 1072 h 2854"/>
                  <a:gd name="T62" fmla="*/ 1126 w 4966"/>
                  <a:gd name="T63" fmla="*/ 951 h 2854"/>
                  <a:gd name="T64" fmla="*/ 1242 w 4966"/>
                  <a:gd name="T65" fmla="*/ 352 h 2854"/>
                  <a:gd name="T66" fmla="*/ 1023 w 4966"/>
                  <a:gd name="T67" fmla="*/ 368 h 2854"/>
                  <a:gd name="T68" fmla="*/ 1197 w 4966"/>
                  <a:gd name="T69" fmla="*/ 307 h 2854"/>
                  <a:gd name="T70" fmla="*/ 2571 w 4966"/>
                  <a:gd name="T71" fmla="*/ 207 h 2854"/>
                  <a:gd name="T72" fmla="*/ 3089 w 4966"/>
                  <a:gd name="T73" fmla="*/ 1329 h 2854"/>
                  <a:gd name="T74" fmla="*/ 3098 w 4966"/>
                  <a:gd name="T75" fmla="*/ 561 h 2854"/>
                  <a:gd name="T76" fmla="*/ 2773 w 4966"/>
                  <a:gd name="T77" fmla="*/ 623 h 2854"/>
                  <a:gd name="T78" fmla="*/ 2467 w 4966"/>
                  <a:gd name="T79" fmla="*/ 946 h 2854"/>
                  <a:gd name="T80" fmla="*/ 2652 w 4966"/>
                  <a:gd name="T81" fmla="*/ 887 h 2854"/>
                  <a:gd name="T82" fmla="*/ 2275 w 4966"/>
                  <a:gd name="T83" fmla="*/ 1122 h 2854"/>
                  <a:gd name="T84" fmla="*/ 2331 w 4966"/>
                  <a:gd name="T85" fmla="*/ 1222 h 2854"/>
                  <a:gd name="T86" fmla="*/ 2581 w 4966"/>
                  <a:gd name="T87" fmla="*/ 1257 h 2854"/>
                  <a:gd name="T88" fmla="*/ 2892 w 4966"/>
                  <a:gd name="T89" fmla="*/ 1250 h 2854"/>
                  <a:gd name="T90" fmla="*/ 2443 w 4966"/>
                  <a:gd name="T91" fmla="*/ 1419 h 2854"/>
                  <a:gd name="T92" fmla="*/ 2396 w 4966"/>
                  <a:gd name="T93" fmla="*/ 1889 h 2854"/>
                  <a:gd name="T94" fmla="*/ 2783 w 4966"/>
                  <a:gd name="T95" fmla="*/ 2370 h 2854"/>
                  <a:gd name="T96" fmla="*/ 3013 w 4966"/>
                  <a:gd name="T97" fmla="*/ 1740 h 2854"/>
                  <a:gd name="T98" fmla="*/ 3407 w 4966"/>
                  <a:gd name="T99" fmla="*/ 1614 h 2854"/>
                  <a:gd name="T100" fmla="*/ 3863 w 4966"/>
                  <a:gd name="T101" fmla="*/ 1859 h 2854"/>
                  <a:gd name="T102" fmla="*/ 3981 w 4966"/>
                  <a:gd name="T103" fmla="*/ 1590 h 2854"/>
                  <a:gd name="T104" fmla="*/ 4183 w 4966"/>
                  <a:gd name="T105" fmla="*/ 1283 h 2854"/>
                  <a:gd name="T106" fmla="*/ 4328 w 4966"/>
                  <a:gd name="T107" fmla="*/ 677 h 2854"/>
                  <a:gd name="T108" fmla="*/ 4641 w 4966"/>
                  <a:gd name="T109" fmla="*/ 468 h 2854"/>
                  <a:gd name="T110" fmla="*/ 4060 w 4966"/>
                  <a:gd name="T111" fmla="*/ 288 h 2854"/>
                  <a:gd name="T112" fmla="*/ 3499 w 4966"/>
                  <a:gd name="T113" fmla="*/ 207 h 2854"/>
                  <a:gd name="T114" fmla="*/ 1857 w 4966"/>
                  <a:gd name="T115" fmla="*/ 81 h 2854"/>
                  <a:gd name="T116" fmla="*/ 1918 w 4966"/>
                  <a:gd name="T117" fmla="*/ 630 h 2854"/>
                  <a:gd name="T118" fmla="*/ 1451 w 4966"/>
                  <a:gd name="T119" fmla="*/ 81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966" h="2854">
                    <a:moveTo>
                      <a:pt x="4439" y="2671"/>
                    </a:moveTo>
                    <a:lnTo>
                      <a:pt x="4439" y="2750"/>
                    </a:lnTo>
                    <a:lnTo>
                      <a:pt x="4499" y="2690"/>
                    </a:lnTo>
                    <a:lnTo>
                      <a:pt x="4482" y="2671"/>
                    </a:lnTo>
                    <a:lnTo>
                      <a:pt x="4439" y="2671"/>
                    </a:lnTo>
                    <a:close/>
                    <a:moveTo>
                      <a:pt x="4748" y="2766"/>
                    </a:moveTo>
                    <a:lnTo>
                      <a:pt x="4748" y="2826"/>
                    </a:lnTo>
                    <a:lnTo>
                      <a:pt x="4879" y="2695"/>
                    </a:lnTo>
                    <a:lnTo>
                      <a:pt x="4850" y="2667"/>
                    </a:lnTo>
                    <a:lnTo>
                      <a:pt x="4748" y="2766"/>
                    </a:lnTo>
                    <a:close/>
                    <a:moveTo>
                      <a:pt x="4907" y="2607"/>
                    </a:moveTo>
                    <a:lnTo>
                      <a:pt x="4888" y="2629"/>
                    </a:lnTo>
                    <a:lnTo>
                      <a:pt x="4888" y="2693"/>
                    </a:lnTo>
                    <a:lnTo>
                      <a:pt x="4966" y="2612"/>
                    </a:lnTo>
                    <a:lnTo>
                      <a:pt x="4966" y="2576"/>
                    </a:lnTo>
                    <a:lnTo>
                      <a:pt x="4907" y="2519"/>
                    </a:lnTo>
                    <a:lnTo>
                      <a:pt x="4907" y="2607"/>
                    </a:lnTo>
                    <a:close/>
                    <a:moveTo>
                      <a:pt x="2975" y="2206"/>
                    </a:moveTo>
                    <a:lnTo>
                      <a:pt x="2975" y="2267"/>
                    </a:lnTo>
                    <a:lnTo>
                      <a:pt x="2961" y="2282"/>
                    </a:lnTo>
                    <a:lnTo>
                      <a:pt x="2961" y="2367"/>
                    </a:lnTo>
                    <a:lnTo>
                      <a:pt x="2968" y="2367"/>
                    </a:lnTo>
                    <a:lnTo>
                      <a:pt x="3039" y="2296"/>
                    </a:lnTo>
                    <a:lnTo>
                      <a:pt x="3039" y="2246"/>
                    </a:lnTo>
                    <a:lnTo>
                      <a:pt x="3070" y="2215"/>
                    </a:lnTo>
                    <a:lnTo>
                      <a:pt x="3070" y="2113"/>
                    </a:lnTo>
                    <a:lnTo>
                      <a:pt x="2975" y="2206"/>
                    </a:lnTo>
                    <a:close/>
                    <a:moveTo>
                      <a:pt x="4477" y="2158"/>
                    </a:moveTo>
                    <a:lnTo>
                      <a:pt x="4442" y="2194"/>
                    </a:lnTo>
                    <a:lnTo>
                      <a:pt x="4399" y="2151"/>
                    </a:lnTo>
                    <a:lnTo>
                      <a:pt x="4399" y="2108"/>
                    </a:lnTo>
                    <a:lnTo>
                      <a:pt x="4335" y="2108"/>
                    </a:lnTo>
                    <a:lnTo>
                      <a:pt x="4288" y="2156"/>
                    </a:lnTo>
                    <a:lnTo>
                      <a:pt x="4250" y="2156"/>
                    </a:lnTo>
                    <a:lnTo>
                      <a:pt x="4166" y="2241"/>
                    </a:lnTo>
                    <a:lnTo>
                      <a:pt x="4112" y="2241"/>
                    </a:lnTo>
                    <a:lnTo>
                      <a:pt x="4031" y="2322"/>
                    </a:lnTo>
                    <a:lnTo>
                      <a:pt x="4031" y="2460"/>
                    </a:lnTo>
                    <a:lnTo>
                      <a:pt x="4093" y="2522"/>
                    </a:lnTo>
                    <a:lnTo>
                      <a:pt x="4093" y="2503"/>
                    </a:lnTo>
                    <a:lnTo>
                      <a:pt x="4169" y="2503"/>
                    </a:lnTo>
                    <a:lnTo>
                      <a:pt x="4212" y="2460"/>
                    </a:lnTo>
                    <a:lnTo>
                      <a:pt x="4285" y="2460"/>
                    </a:lnTo>
                    <a:lnTo>
                      <a:pt x="4340" y="2515"/>
                    </a:lnTo>
                    <a:lnTo>
                      <a:pt x="4378" y="2479"/>
                    </a:lnTo>
                    <a:lnTo>
                      <a:pt x="4378" y="2574"/>
                    </a:lnTo>
                    <a:lnTo>
                      <a:pt x="4428" y="2624"/>
                    </a:lnTo>
                    <a:lnTo>
                      <a:pt x="4508" y="2624"/>
                    </a:lnTo>
                    <a:lnTo>
                      <a:pt x="4653" y="2479"/>
                    </a:lnTo>
                    <a:lnTo>
                      <a:pt x="4653" y="2381"/>
                    </a:lnTo>
                    <a:lnTo>
                      <a:pt x="4637" y="2365"/>
                    </a:lnTo>
                    <a:lnTo>
                      <a:pt x="4637" y="2329"/>
                    </a:lnTo>
                    <a:lnTo>
                      <a:pt x="4591" y="2284"/>
                    </a:lnTo>
                    <a:lnTo>
                      <a:pt x="4591" y="2253"/>
                    </a:lnTo>
                    <a:lnTo>
                      <a:pt x="4542" y="2203"/>
                    </a:lnTo>
                    <a:lnTo>
                      <a:pt x="4542" y="2168"/>
                    </a:lnTo>
                    <a:lnTo>
                      <a:pt x="4477" y="2103"/>
                    </a:lnTo>
                    <a:lnTo>
                      <a:pt x="4477" y="2158"/>
                    </a:lnTo>
                    <a:close/>
                    <a:moveTo>
                      <a:pt x="3953" y="2070"/>
                    </a:moveTo>
                    <a:lnTo>
                      <a:pt x="3988" y="2070"/>
                    </a:lnTo>
                    <a:lnTo>
                      <a:pt x="4003" y="2087"/>
                    </a:lnTo>
                    <a:lnTo>
                      <a:pt x="4057" y="2087"/>
                    </a:lnTo>
                    <a:lnTo>
                      <a:pt x="4067" y="2096"/>
                    </a:lnTo>
                    <a:lnTo>
                      <a:pt x="4100" y="2096"/>
                    </a:lnTo>
                    <a:lnTo>
                      <a:pt x="4074" y="2068"/>
                    </a:lnTo>
                    <a:lnTo>
                      <a:pt x="4003" y="2068"/>
                    </a:lnTo>
                    <a:lnTo>
                      <a:pt x="3988" y="2053"/>
                    </a:lnTo>
                    <a:lnTo>
                      <a:pt x="3936" y="2053"/>
                    </a:lnTo>
                    <a:lnTo>
                      <a:pt x="3953" y="2070"/>
                    </a:lnTo>
                    <a:close/>
                    <a:moveTo>
                      <a:pt x="4309" y="1930"/>
                    </a:moveTo>
                    <a:lnTo>
                      <a:pt x="4309" y="1958"/>
                    </a:lnTo>
                    <a:lnTo>
                      <a:pt x="4340" y="1958"/>
                    </a:lnTo>
                    <a:lnTo>
                      <a:pt x="4385" y="2004"/>
                    </a:lnTo>
                    <a:lnTo>
                      <a:pt x="4425" y="2004"/>
                    </a:lnTo>
                    <a:lnTo>
                      <a:pt x="4439" y="2020"/>
                    </a:lnTo>
                    <a:lnTo>
                      <a:pt x="4439" y="2056"/>
                    </a:lnTo>
                    <a:lnTo>
                      <a:pt x="4463" y="2056"/>
                    </a:lnTo>
                    <a:lnTo>
                      <a:pt x="4487" y="2080"/>
                    </a:lnTo>
                    <a:lnTo>
                      <a:pt x="4520" y="2080"/>
                    </a:lnTo>
                    <a:lnTo>
                      <a:pt x="4549" y="2051"/>
                    </a:lnTo>
                    <a:lnTo>
                      <a:pt x="4587" y="2089"/>
                    </a:lnTo>
                    <a:lnTo>
                      <a:pt x="4637" y="2089"/>
                    </a:lnTo>
                    <a:lnTo>
                      <a:pt x="4580" y="2034"/>
                    </a:lnTo>
                    <a:lnTo>
                      <a:pt x="4580" y="2020"/>
                    </a:lnTo>
                    <a:lnTo>
                      <a:pt x="4515" y="1954"/>
                    </a:lnTo>
                    <a:lnTo>
                      <a:pt x="4399" y="1954"/>
                    </a:lnTo>
                    <a:lnTo>
                      <a:pt x="4383" y="1973"/>
                    </a:lnTo>
                    <a:lnTo>
                      <a:pt x="4371" y="1961"/>
                    </a:lnTo>
                    <a:lnTo>
                      <a:pt x="4371" y="1930"/>
                    </a:lnTo>
                    <a:lnTo>
                      <a:pt x="4309" y="1930"/>
                    </a:lnTo>
                    <a:close/>
                    <a:moveTo>
                      <a:pt x="4138" y="1925"/>
                    </a:moveTo>
                    <a:lnTo>
                      <a:pt x="4138" y="2039"/>
                    </a:lnTo>
                    <a:lnTo>
                      <a:pt x="4178" y="1999"/>
                    </a:lnTo>
                    <a:lnTo>
                      <a:pt x="4216" y="1999"/>
                    </a:lnTo>
                    <a:lnTo>
                      <a:pt x="4174" y="1958"/>
                    </a:lnTo>
                    <a:lnTo>
                      <a:pt x="4197" y="1958"/>
                    </a:lnTo>
                    <a:lnTo>
                      <a:pt x="4231" y="1925"/>
                    </a:lnTo>
                    <a:lnTo>
                      <a:pt x="4138" y="1925"/>
                    </a:lnTo>
                    <a:close/>
                    <a:moveTo>
                      <a:pt x="3746" y="1868"/>
                    </a:moveTo>
                    <a:lnTo>
                      <a:pt x="3839" y="1963"/>
                    </a:lnTo>
                    <a:lnTo>
                      <a:pt x="3839" y="2001"/>
                    </a:lnTo>
                    <a:lnTo>
                      <a:pt x="3877" y="2039"/>
                    </a:lnTo>
                    <a:lnTo>
                      <a:pt x="3910" y="2039"/>
                    </a:lnTo>
                    <a:lnTo>
                      <a:pt x="3910" y="1980"/>
                    </a:lnTo>
                    <a:lnTo>
                      <a:pt x="3799" y="1868"/>
                    </a:lnTo>
                    <a:lnTo>
                      <a:pt x="3746" y="1868"/>
                    </a:lnTo>
                    <a:close/>
                    <a:moveTo>
                      <a:pt x="4017" y="1918"/>
                    </a:moveTo>
                    <a:lnTo>
                      <a:pt x="4026" y="1928"/>
                    </a:lnTo>
                    <a:lnTo>
                      <a:pt x="3984" y="1928"/>
                    </a:lnTo>
                    <a:lnTo>
                      <a:pt x="3984" y="1975"/>
                    </a:lnTo>
                    <a:lnTo>
                      <a:pt x="4017" y="2006"/>
                    </a:lnTo>
                    <a:lnTo>
                      <a:pt x="4086" y="2006"/>
                    </a:lnTo>
                    <a:lnTo>
                      <a:pt x="4114" y="1977"/>
                    </a:lnTo>
                    <a:lnTo>
                      <a:pt x="4105" y="1968"/>
                    </a:lnTo>
                    <a:lnTo>
                      <a:pt x="4105" y="1906"/>
                    </a:lnTo>
                    <a:lnTo>
                      <a:pt x="4143" y="1868"/>
                    </a:lnTo>
                    <a:lnTo>
                      <a:pt x="4102" y="1830"/>
                    </a:lnTo>
                    <a:lnTo>
                      <a:pt x="4017" y="1918"/>
                    </a:lnTo>
                    <a:close/>
                    <a:moveTo>
                      <a:pt x="3533" y="1806"/>
                    </a:moveTo>
                    <a:lnTo>
                      <a:pt x="3533" y="1880"/>
                    </a:lnTo>
                    <a:lnTo>
                      <a:pt x="3564" y="1849"/>
                    </a:lnTo>
                    <a:lnTo>
                      <a:pt x="3564" y="1825"/>
                    </a:lnTo>
                    <a:lnTo>
                      <a:pt x="3545" y="1806"/>
                    </a:lnTo>
                    <a:lnTo>
                      <a:pt x="3533" y="1806"/>
                    </a:lnTo>
                    <a:close/>
                    <a:moveTo>
                      <a:pt x="4136" y="1640"/>
                    </a:moveTo>
                    <a:lnTo>
                      <a:pt x="4136" y="1706"/>
                    </a:lnTo>
                    <a:lnTo>
                      <a:pt x="4157" y="1728"/>
                    </a:lnTo>
                    <a:lnTo>
                      <a:pt x="4157" y="1745"/>
                    </a:lnTo>
                    <a:lnTo>
                      <a:pt x="4193" y="1778"/>
                    </a:lnTo>
                    <a:lnTo>
                      <a:pt x="4193" y="1792"/>
                    </a:lnTo>
                    <a:lnTo>
                      <a:pt x="4204" y="1792"/>
                    </a:lnTo>
                    <a:lnTo>
                      <a:pt x="4204" y="1823"/>
                    </a:lnTo>
                    <a:lnTo>
                      <a:pt x="4231" y="1849"/>
                    </a:lnTo>
                    <a:lnTo>
                      <a:pt x="4266" y="1813"/>
                    </a:lnTo>
                    <a:lnTo>
                      <a:pt x="4259" y="1806"/>
                    </a:lnTo>
                    <a:lnTo>
                      <a:pt x="4259" y="1794"/>
                    </a:lnTo>
                    <a:lnTo>
                      <a:pt x="4240" y="1775"/>
                    </a:lnTo>
                    <a:lnTo>
                      <a:pt x="4240" y="1783"/>
                    </a:lnTo>
                    <a:lnTo>
                      <a:pt x="4235" y="1778"/>
                    </a:lnTo>
                    <a:lnTo>
                      <a:pt x="4235" y="1764"/>
                    </a:lnTo>
                    <a:lnTo>
                      <a:pt x="4171" y="1697"/>
                    </a:lnTo>
                    <a:lnTo>
                      <a:pt x="4171" y="1640"/>
                    </a:lnTo>
                    <a:lnTo>
                      <a:pt x="4136" y="1640"/>
                    </a:lnTo>
                    <a:close/>
                    <a:moveTo>
                      <a:pt x="1178" y="1645"/>
                    </a:moveTo>
                    <a:lnTo>
                      <a:pt x="1232" y="1645"/>
                    </a:lnTo>
                    <a:lnTo>
                      <a:pt x="1206" y="1619"/>
                    </a:lnTo>
                    <a:lnTo>
                      <a:pt x="1152" y="1619"/>
                    </a:lnTo>
                    <a:lnTo>
                      <a:pt x="1178" y="1645"/>
                    </a:lnTo>
                    <a:close/>
                    <a:moveTo>
                      <a:pt x="1007" y="1557"/>
                    </a:moveTo>
                    <a:lnTo>
                      <a:pt x="1007" y="1576"/>
                    </a:lnTo>
                    <a:lnTo>
                      <a:pt x="1064" y="1576"/>
                    </a:lnTo>
                    <a:lnTo>
                      <a:pt x="1102" y="1611"/>
                    </a:lnTo>
                    <a:lnTo>
                      <a:pt x="1145" y="1611"/>
                    </a:lnTo>
                    <a:lnTo>
                      <a:pt x="1088" y="1557"/>
                    </a:lnTo>
                    <a:lnTo>
                      <a:pt x="1007" y="1557"/>
                    </a:lnTo>
                    <a:close/>
                    <a:moveTo>
                      <a:pt x="4133" y="1523"/>
                    </a:moveTo>
                    <a:lnTo>
                      <a:pt x="4133" y="1557"/>
                    </a:lnTo>
                    <a:lnTo>
                      <a:pt x="4159" y="1581"/>
                    </a:lnTo>
                    <a:lnTo>
                      <a:pt x="4159" y="1523"/>
                    </a:lnTo>
                    <a:lnTo>
                      <a:pt x="4133" y="1523"/>
                    </a:lnTo>
                    <a:close/>
                    <a:moveTo>
                      <a:pt x="4264" y="1348"/>
                    </a:moveTo>
                    <a:lnTo>
                      <a:pt x="4252" y="1357"/>
                    </a:lnTo>
                    <a:lnTo>
                      <a:pt x="4283" y="1388"/>
                    </a:lnTo>
                    <a:lnTo>
                      <a:pt x="4283" y="1405"/>
                    </a:lnTo>
                    <a:lnTo>
                      <a:pt x="4311" y="1374"/>
                    </a:lnTo>
                    <a:lnTo>
                      <a:pt x="4283" y="1348"/>
                    </a:lnTo>
                    <a:lnTo>
                      <a:pt x="4264" y="1348"/>
                    </a:lnTo>
                    <a:close/>
                    <a:moveTo>
                      <a:pt x="2476" y="1321"/>
                    </a:moveTo>
                    <a:lnTo>
                      <a:pt x="2510" y="1355"/>
                    </a:lnTo>
                    <a:lnTo>
                      <a:pt x="2510" y="1321"/>
                    </a:lnTo>
                    <a:lnTo>
                      <a:pt x="2476" y="1321"/>
                    </a:lnTo>
                    <a:close/>
                    <a:moveTo>
                      <a:pt x="4337" y="1157"/>
                    </a:moveTo>
                    <a:lnTo>
                      <a:pt x="4373" y="1193"/>
                    </a:lnTo>
                    <a:lnTo>
                      <a:pt x="4373" y="1219"/>
                    </a:lnTo>
                    <a:lnTo>
                      <a:pt x="4326" y="1269"/>
                    </a:lnTo>
                    <a:lnTo>
                      <a:pt x="4326" y="1293"/>
                    </a:lnTo>
                    <a:lnTo>
                      <a:pt x="4295" y="1293"/>
                    </a:lnTo>
                    <a:lnTo>
                      <a:pt x="4264" y="1324"/>
                    </a:lnTo>
                    <a:lnTo>
                      <a:pt x="4276" y="1336"/>
                    </a:lnTo>
                    <a:lnTo>
                      <a:pt x="4299" y="1336"/>
                    </a:lnTo>
                    <a:lnTo>
                      <a:pt x="4321" y="1314"/>
                    </a:lnTo>
                    <a:lnTo>
                      <a:pt x="4321" y="1333"/>
                    </a:lnTo>
                    <a:lnTo>
                      <a:pt x="4302" y="1352"/>
                    </a:lnTo>
                    <a:lnTo>
                      <a:pt x="4321" y="1352"/>
                    </a:lnTo>
                    <a:lnTo>
                      <a:pt x="4349" y="1324"/>
                    </a:lnTo>
                    <a:lnTo>
                      <a:pt x="4368" y="1324"/>
                    </a:lnTo>
                    <a:lnTo>
                      <a:pt x="4406" y="1288"/>
                    </a:lnTo>
                    <a:lnTo>
                      <a:pt x="4406" y="1203"/>
                    </a:lnTo>
                    <a:lnTo>
                      <a:pt x="4375" y="1172"/>
                    </a:lnTo>
                    <a:lnTo>
                      <a:pt x="4375" y="1157"/>
                    </a:lnTo>
                    <a:lnTo>
                      <a:pt x="4337" y="1157"/>
                    </a:lnTo>
                    <a:close/>
                    <a:moveTo>
                      <a:pt x="1439" y="1129"/>
                    </a:moveTo>
                    <a:lnTo>
                      <a:pt x="1439" y="1148"/>
                    </a:lnTo>
                    <a:lnTo>
                      <a:pt x="1522" y="1148"/>
                    </a:lnTo>
                    <a:lnTo>
                      <a:pt x="1522" y="1100"/>
                    </a:lnTo>
                    <a:lnTo>
                      <a:pt x="1496" y="1072"/>
                    </a:lnTo>
                    <a:lnTo>
                      <a:pt x="1439" y="1129"/>
                    </a:lnTo>
                    <a:close/>
                    <a:moveTo>
                      <a:pt x="4347" y="1086"/>
                    </a:moveTo>
                    <a:lnTo>
                      <a:pt x="4375" y="1115"/>
                    </a:lnTo>
                    <a:lnTo>
                      <a:pt x="4347" y="1143"/>
                    </a:lnTo>
                    <a:lnTo>
                      <a:pt x="4392" y="1143"/>
                    </a:lnTo>
                    <a:lnTo>
                      <a:pt x="4430" y="1105"/>
                    </a:lnTo>
                    <a:lnTo>
                      <a:pt x="4413" y="1086"/>
                    </a:lnTo>
                    <a:lnTo>
                      <a:pt x="4397" y="1086"/>
                    </a:lnTo>
                    <a:lnTo>
                      <a:pt x="4373" y="1062"/>
                    </a:lnTo>
                    <a:lnTo>
                      <a:pt x="4347" y="1086"/>
                    </a:lnTo>
                    <a:close/>
                    <a:moveTo>
                      <a:pt x="2149" y="946"/>
                    </a:moveTo>
                    <a:lnTo>
                      <a:pt x="2130" y="970"/>
                    </a:lnTo>
                    <a:lnTo>
                      <a:pt x="2149" y="991"/>
                    </a:lnTo>
                    <a:lnTo>
                      <a:pt x="2149" y="1008"/>
                    </a:lnTo>
                    <a:lnTo>
                      <a:pt x="2149" y="1070"/>
                    </a:lnTo>
                    <a:lnTo>
                      <a:pt x="2189" y="1029"/>
                    </a:lnTo>
                    <a:lnTo>
                      <a:pt x="2201" y="1020"/>
                    </a:lnTo>
                    <a:lnTo>
                      <a:pt x="2201" y="974"/>
                    </a:lnTo>
                    <a:lnTo>
                      <a:pt x="2149" y="946"/>
                    </a:lnTo>
                    <a:close/>
                    <a:moveTo>
                      <a:pt x="2199" y="917"/>
                    </a:moveTo>
                    <a:lnTo>
                      <a:pt x="2213" y="934"/>
                    </a:lnTo>
                    <a:lnTo>
                      <a:pt x="2213" y="984"/>
                    </a:lnTo>
                    <a:lnTo>
                      <a:pt x="2229" y="1001"/>
                    </a:lnTo>
                    <a:lnTo>
                      <a:pt x="2229" y="1024"/>
                    </a:lnTo>
                    <a:lnTo>
                      <a:pt x="2206" y="1048"/>
                    </a:lnTo>
                    <a:lnTo>
                      <a:pt x="2206" y="1091"/>
                    </a:lnTo>
                    <a:lnTo>
                      <a:pt x="2234" y="1091"/>
                    </a:lnTo>
                    <a:lnTo>
                      <a:pt x="2248" y="1077"/>
                    </a:lnTo>
                    <a:lnTo>
                      <a:pt x="2298" y="1077"/>
                    </a:lnTo>
                    <a:lnTo>
                      <a:pt x="2298" y="1010"/>
                    </a:lnTo>
                    <a:lnTo>
                      <a:pt x="2286" y="1010"/>
                    </a:lnTo>
                    <a:lnTo>
                      <a:pt x="2263" y="984"/>
                    </a:lnTo>
                    <a:lnTo>
                      <a:pt x="2263" y="927"/>
                    </a:lnTo>
                    <a:lnTo>
                      <a:pt x="2227" y="891"/>
                    </a:lnTo>
                    <a:lnTo>
                      <a:pt x="2199" y="917"/>
                    </a:lnTo>
                    <a:close/>
                    <a:moveTo>
                      <a:pt x="4292" y="827"/>
                    </a:moveTo>
                    <a:lnTo>
                      <a:pt x="4292" y="889"/>
                    </a:lnTo>
                    <a:lnTo>
                      <a:pt x="4330" y="927"/>
                    </a:lnTo>
                    <a:lnTo>
                      <a:pt x="4330" y="1046"/>
                    </a:lnTo>
                    <a:lnTo>
                      <a:pt x="4361" y="1015"/>
                    </a:lnTo>
                    <a:lnTo>
                      <a:pt x="4361" y="903"/>
                    </a:lnTo>
                    <a:lnTo>
                      <a:pt x="4304" y="849"/>
                    </a:lnTo>
                    <a:lnTo>
                      <a:pt x="4304" y="827"/>
                    </a:lnTo>
                    <a:lnTo>
                      <a:pt x="4292" y="827"/>
                    </a:lnTo>
                    <a:close/>
                    <a:moveTo>
                      <a:pt x="1971" y="732"/>
                    </a:moveTo>
                    <a:lnTo>
                      <a:pt x="2021" y="782"/>
                    </a:lnTo>
                    <a:lnTo>
                      <a:pt x="2066" y="782"/>
                    </a:lnTo>
                    <a:lnTo>
                      <a:pt x="2111" y="737"/>
                    </a:lnTo>
                    <a:lnTo>
                      <a:pt x="2089" y="718"/>
                    </a:lnTo>
                    <a:lnTo>
                      <a:pt x="2021" y="718"/>
                    </a:lnTo>
                    <a:lnTo>
                      <a:pt x="1999" y="704"/>
                    </a:lnTo>
                    <a:lnTo>
                      <a:pt x="1971" y="732"/>
                    </a:lnTo>
                    <a:close/>
                    <a:moveTo>
                      <a:pt x="1277" y="399"/>
                    </a:moveTo>
                    <a:lnTo>
                      <a:pt x="1221" y="456"/>
                    </a:lnTo>
                    <a:lnTo>
                      <a:pt x="1221" y="487"/>
                    </a:lnTo>
                    <a:lnTo>
                      <a:pt x="1244" y="511"/>
                    </a:lnTo>
                    <a:lnTo>
                      <a:pt x="1308" y="511"/>
                    </a:lnTo>
                    <a:lnTo>
                      <a:pt x="1363" y="566"/>
                    </a:lnTo>
                    <a:lnTo>
                      <a:pt x="1330" y="599"/>
                    </a:lnTo>
                    <a:lnTo>
                      <a:pt x="1391" y="599"/>
                    </a:lnTo>
                    <a:lnTo>
                      <a:pt x="1330" y="663"/>
                    </a:lnTo>
                    <a:lnTo>
                      <a:pt x="1296" y="663"/>
                    </a:lnTo>
                    <a:lnTo>
                      <a:pt x="1296" y="696"/>
                    </a:lnTo>
                    <a:lnTo>
                      <a:pt x="1356" y="696"/>
                    </a:lnTo>
                    <a:lnTo>
                      <a:pt x="1356" y="725"/>
                    </a:lnTo>
                    <a:lnTo>
                      <a:pt x="1415" y="787"/>
                    </a:lnTo>
                    <a:lnTo>
                      <a:pt x="1448" y="753"/>
                    </a:lnTo>
                    <a:lnTo>
                      <a:pt x="1448" y="689"/>
                    </a:lnTo>
                    <a:lnTo>
                      <a:pt x="1477" y="689"/>
                    </a:lnTo>
                    <a:lnTo>
                      <a:pt x="1515" y="651"/>
                    </a:lnTo>
                    <a:lnTo>
                      <a:pt x="1467" y="604"/>
                    </a:lnTo>
                    <a:lnTo>
                      <a:pt x="1467" y="523"/>
                    </a:lnTo>
                    <a:lnTo>
                      <a:pt x="1406" y="461"/>
                    </a:lnTo>
                    <a:lnTo>
                      <a:pt x="1406" y="399"/>
                    </a:lnTo>
                    <a:lnTo>
                      <a:pt x="1277" y="399"/>
                    </a:lnTo>
                    <a:close/>
                    <a:moveTo>
                      <a:pt x="1266" y="340"/>
                    </a:moveTo>
                    <a:lnTo>
                      <a:pt x="1299" y="373"/>
                    </a:lnTo>
                    <a:lnTo>
                      <a:pt x="1401" y="373"/>
                    </a:lnTo>
                    <a:lnTo>
                      <a:pt x="1401" y="340"/>
                    </a:lnTo>
                    <a:lnTo>
                      <a:pt x="1334" y="340"/>
                    </a:lnTo>
                    <a:lnTo>
                      <a:pt x="1299" y="307"/>
                    </a:lnTo>
                    <a:lnTo>
                      <a:pt x="1266" y="340"/>
                    </a:lnTo>
                    <a:close/>
                    <a:moveTo>
                      <a:pt x="2904" y="404"/>
                    </a:moveTo>
                    <a:lnTo>
                      <a:pt x="2904" y="497"/>
                    </a:lnTo>
                    <a:lnTo>
                      <a:pt x="2951" y="544"/>
                    </a:lnTo>
                    <a:lnTo>
                      <a:pt x="2984" y="544"/>
                    </a:lnTo>
                    <a:lnTo>
                      <a:pt x="2932" y="492"/>
                    </a:lnTo>
                    <a:lnTo>
                      <a:pt x="2932" y="423"/>
                    </a:lnTo>
                    <a:lnTo>
                      <a:pt x="3025" y="328"/>
                    </a:lnTo>
                    <a:lnTo>
                      <a:pt x="3001" y="304"/>
                    </a:lnTo>
                    <a:lnTo>
                      <a:pt x="2904" y="404"/>
                    </a:lnTo>
                    <a:close/>
                    <a:moveTo>
                      <a:pt x="1064" y="1219"/>
                    </a:moveTo>
                    <a:lnTo>
                      <a:pt x="1085" y="1219"/>
                    </a:lnTo>
                    <a:lnTo>
                      <a:pt x="1104" y="1203"/>
                    </a:lnTo>
                    <a:lnTo>
                      <a:pt x="1118" y="1203"/>
                    </a:lnTo>
                    <a:lnTo>
                      <a:pt x="1128" y="1210"/>
                    </a:lnTo>
                    <a:lnTo>
                      <a:pt x="1111" y="1229"/>
                    </a:lnTo>
                    <a:lnTo>
                      <a:pt x="1095" y="1229"/>
                    </a:lnTo>
                    <a:lnTo>
                      <a:pt x="1090" y="1234"/>
                    </a:lnTo>
                    <a:lnTo>
                      <a:pt x="1064" y="1234"/>
                    </a:lnTo>
                    <a:lnTo>
                      <a:pt x="1064" y="1219"/>
                    </a:lnTo>
                    <a:close/>
                    <a:moveTo>
                      <a:pt x="1126" y="1196"/>
                    </a:moveTo>
                    <a:lnTo>
                      <a:pt x="1126" y="1184"/>
                    </a:lnTo>
                    <a:lnTo>
                      <a:pt x="1135" y="1174"/>
                    </a:lnTo>
                    <a:lnTo>
                      <a:pt x="1152" y="1174"/>
                    </a:lnTo>
                    <a:lnTo>
                      <a:pt x="1159" y="1181"/>
                    </a:lnTo>
                    <a:lnTo>
                      <a:pt x="1173" y="1181"/>
                    </a:lnTo>
                    <a:lnTo>
                      <a:pt x="1173" y="1196"/>
                    </a:lnTo>
                    <a:lnTo>
                      <a:pt x="1126" y="1196"/>
                    </a:lnTo>
                    <a:close/>
                    <a:moveTo>
                      <a:pt x="1002" y="1217"/>
                    </a:moveTo>
                    <a:lnTo>
                      <a:pt x="1002" y="1157"/>
                    </a:lnTo>
                    <a:lnTo>
                      <a:pt x="1028" y="1131"/>
                    </a:lnTo>
                    <a:lnTo>
                      <a:pt x="1090" y="1131"/>
                    </a:lnTo>
                    <a:lnTo>
                      <a:pt x="1121" y="1162"/>
                    </a:lnTo>
                    <a:lnTo>
                      <a:pt x="1080" y="1203"/>
                    </a:lnTo>
                    <a:lnTo>
                      <a:pt x="1080" y="1155"/>
                    </a:lnTo>
                    <a:lnTo>
                      <a:pt x="1045" y="1155"/>
                    </a:lnTo>
                    <a:lnTo>
                      <a:pt x="1021" y="1179"/>
                    </a:lnTo>
                    <a:lnTo>
                      <a:pt x="1021" y="1217"/>
                    </a:lnTo>
                    <a:lnTo>
                      <a:pt x="1002" y="1217"/>
                    </a:lnTo>
                    <a:close/>
                    <a:moveTo>
                      <a:pt x="1016" y="1062"/>
                    </a:moveTo>
                    <a:lnTo>
                      <a:pt x="1038" y="1062"/>
                    </a:lnTo>
                    <a:lnTo>
                      <a:pt x="1085" y="1110"/>
                    </a:lnTo>
                    <a:lnTo>
                      <a:pt x="1038" y="1110"/>
                    </a:lnTo>
                    <a:lnTo>
                      <a:pt x="1038" y="1096"/>
                    </a:lnTo>
                    <a:lnTo>
                      <a:pt x="981" y="1098"/>
                    </a:lnTo>
                    <a:lnTo>
                      <a:pt x="1016" y="1062"/>
                    </a:lnTo>
                    <a:close/>
                    <a:moveTo>
                      <a:pt x="337" y="250"/>
                    </a:moveTo>
                    <a:lnTo>
                      <a:pt x="238" y="349"/>
                    </a:lnTo>
                    <a:lnTo>
                      <a:pt x="238" y="385"/>
                    </a:lnTo>
                    <a:lnTo>
                      <a:pt x="183" y="385"/>
                    </a:lnTo>
                    <a:lnTo>
                      <a:pt x="150" y="421"/>
                    </a:lnTo>
                    <a:lnTo>
                      <a:pt x="150" y="447"/>
                    </a:lnTo>
                    <a:lnTo>
                      <a:pt x="200" y="447"/>
                    </a:lnTo>
                    <a:lnTo>
                      <a:pt x="200" y="485"/>
                    </a:lnTo>
                    <a:lnTo>
                      <a:pt x="143" y="485"/>
                    </a:lnTo>
                    <a:lnTo>
                      <a:pt x="86" y="542"/>
                    </a:lnTo>
                    <a:lnTo>
                      <a:pt x="86" y="597"/>
                    </a:lnTo>
                    <a:lnTo>
                      <a:pt x="105" y="597"/>
                    </a:lnTo>
                    <a:lnTo>
                      <a:pt x="105" y="637"/>
                    </a:lnTo>
                    <a:lnTo>
                      <a:pt x="133" y="666"/>
                    </a:lnTo>
                    <a:lnTo>
                      <a:pt x="72" y="727"/>
                    </a:lnTo>
                    <a:lnTo>
                      <a:pt x="0" y="727"/>
                    </a:lnTo>
                    <a:lnTo>
                      <a:pt x="0" y="753"/>
                    </a:lnTo>
                    <a:lnTo>
                      <a:pt x="95" y="753"/>
                    </a:lnTo>
                    <a:lnTo>
                      <a:pt x="204" y="644"/>
                    </a:lnTo>
                    <a:lnTo>
                      <a:pt x="288" y="644"/>
                    </a:lnTo>
                    <a:lnTo>
                      <a:pt x="316" y="616"/>
                    </a:lnTo>
                    <a:lnTo>
                      <a:pt x="442" y="744"/>
                    </a:lnTo>
                    <a:lnTo>
                      <a:pt x="442" y="832"/>
                    </a:lnTo>
                    <a:lnTo>
                      <a:pt x="482" y="872"/>
                    </a:lnTo>
                    <a:lnTo>
                      <a:pt x="482" y="984"/>
                    </a:lnTo>
                    <a:lnTo>
                      <a:pt x="506" y="1008"/>
                    </a:lnTo>
                    <a:lnTo>
                      <a:pt x="506" y="1115"/>
                    </a:lnTo>
                    <a:lnTo>
                      <a:pt x="449" y="1172"/>
                    </a:lnTo>
                    <a:lnTo>
                      <a:pt x="449" y="1300"/>
                    </a:lnTo>
                    <a:lnTo>
                      <a:pt x="518" y="1371"/>
                    </a:lnTo>
                    <a:lnTo>
                      <a:pt x="518" y="1450"/>
                    </a:lnTo>
                    <a:lnTo>
                      <a:pt x="594" y="1526"/>
                    </a:lnTo>
                    <a:lnTo>
                      <a:pt x="594" y="1500"/>
                    </a:lnTo>
                    <a:lnTo>
                      <a:pt x="542" y="1447"/>
                    </a:lnTo>
                    <a:lnTo>
                      <a:pt x="542" y="1402"/>
                    </a:lnTo>
                    <a:lnTo>
                      <a:pt x="675" y="1535"/>
                    </a:lnTo>
                    <a:lnTo>
                      <a:pt x="675" y="1581"/>
                    </a:lnTo>
                    <a:lnTo>
                      <a:pt x="755" y="1661"/>
                    </a:lnTo>
                    <a:lnTo>
                      <a:pt x="822" y="1661"/>
                    </a:lnTo>
                    <a:lnTo>
                      <a:pt x="883" y="1723"/>
                    </a:lnTo>
                    <a:lnTo>
                      <a:pt x="943" y="1723"/>
                    </a:lnTo>
                    <a:lnTo>
                      <a:pt x="995" y="1778"/>
                    </a:lnTo>
                    <a:lnTo>
                      <a:pt x="1059" y="1778"/>
                    </a:lnTo>
                    <a:lnTo>
                      <a:pt x="1059" y="1849"/>
                    </a:lnTo>
                    <a:lnTo>
                      <a:pt x="1007" y="1901"/>
                    </a:lnTo>
                    <a:lnTo>
                      <a:pt x="1007" y="2044"/>
                    </a:lnTo>
                    <a:lnTo>
                      <a:pt x="1173" y="2210"/>
                    </a:lnTo>
                    <a:lnTo>
                      <a:pt x="1173" y="2564"/>
                    </a:lnTo>
                    <a:lnTo>
                      <a:pt x="1197" y="2586"/>
                    </a:lnTo>
                    <a:lnTo>
                      <a:pt x="1197" y="2757"/>
                    </a:lnTo>
                    <a:lnTo>
                      <a:pt x="1294" y="2854"/>
                    </a:lnTo>
                    <a:lnTo>
                      <a:pt x="1356" y="2854"/>
                    </a:lnTo>
                    <a:lnTo>
                      <a:pt x="1266" y="2762"/>
                    </a:lnTo>
                    <a:lnTo>
                      <a:pt x="1327" y="2700"/>
                    </a:lnTo>
                    <a:lnTo>
                      <a:pt x="1280" y="2650"/>
                    </a:lnTo>
                    <a:lnTo>
                      <a:pt x="1320" y="2650"/>
                    </a:lnTo>
                    <a:lnTo>
                      <a:pt x="1320" y="2562"/>
                    </a:lnTo>
                    <a:lnTo>
                      <a:pt x="1339" y="2562"/>
                    </a:lnTo>
                    <a:lnTo>
                      <a:pt x="1339" y="2515"/>
                    </a:lnTo>
                    <a:lnTo>
                      <a:pt x="1413" y="2515"/>
                    </a:lnTo>
                    <a:lnTo>
                      <a:pt x="1413" y="2479"/>
                    </a:lnTo>
                    <a:lnTo>
                      <a:pt x="1508" y="2384"/>
                    </a:lnTo>
                    <a:lnTo>
                      <a:pt x="1550" y="2389"/>
                    </a:lnTo>
                    <a:lnTo>
                      <a:pt x="1548" y="2348"/>
                    </a:lnTo>
                    <a:lnTo>
                      <a:pt x="1581" y="2322"/>
                    </a:lnTo>
                    <a:lnTo>
                      <a:pt x="1574" y="2270"/>
                    </a:lnTo>
                    <a:lnTo>
                      <a:pt x="1653" y="2189"/>
                    </a:lnTo>
                    <a:lnTo>
                      <a:pt x="1653" y="2127"/>
                    </a:lnTo>
                    <a:lnTo>
                      <a:pt x="1729" y="2053"/>
                    </a:lnTo>
                    <a:lnTo>
                      <a:pt x="1729" y="2011"/>
                    </a:lnTo>
                    <a:lnTo>
                      <a:pt x="1657" y="1942"/>
                    </a:lnTo>
                    <a:lnTo>
                      <a:pt x="1550" y="1942"/>
                    </a:lnTo>
                    <a:lnTo>
                      <a:pt x="1420" y="1809"/>
                    </a:lnTo>
                    <a:lnTo>
                      <a:pt x="1372" y="1809"/>
                    </a:lnTo>
                    <a:lnTo>
                      <a:pt x="1301" y="1740"/>
                    </a:lnTo>
                    <a:lnTo>
                      <a:pt x="1221" y="1740"/>
                    </a:lnTo>
                    <a:lnTo>
                      <a:pt x="1194" y="1711"/>
                    </a:lnTo>
                    <a:lnTo>
                      <a:pt x="1128" y="1711"/>
                    </a:lnTo>
                    <a:lnTo>
                      <a:pt x="1092" y="1749"/>
                    </a:lnTo>
                    <a:lnTo>
                      <a:pt x="1012" y="1749"/>
                    </a:lnTo>
                    <a:lnTo>
                      <a:pt x="1012" y="1664"/>
                    </a:lnTo>
                    <a:lnTo>
                      <a:pt x="900" y="1664"/>
                    </a:lnTo>
                    <a:lnTo>
                      <a:pt x="978" y="1583"/>
                    </a:lnTo>
                    <a:lnTo>
                      <a:pt x="924" y="1583"/>
                    </a:lnTo>
                    <a:lnTo>
                      <a:pt x="888" y="1621"/>
                    </a:lnTo>
                    <a:lnTo>
                      <a:pt x="843" y="1621"/>
                    </a:lnTo>
                    <a:lnTo>
                      <a:pt x="805" y="1581"/>
                    </a:lnTo>
                    <a:lnTo>
                      <a:pt x="805" y="1497"/>
                    </a:lnTo>
                    <a:lnTo>
                      <a:pt x="857" y="1443"/>
                    </a:lnTo>
                    <a:lnTo>
                      <a:pt x="883" y="1469"/>
                    </a:lnTo>
                    <a:lnTo>
                      <a:pt x="931" y="1469"/>
                    </a:lnTo>
                    <a:lnTo>
                      <a:pt x="931" y="1433"/>
                    </a:lnTo>
                    <a:lnTo>
                      <a:pt x="1028" y="1433"/>
                    </a:lnTo>
                    <a:lnTo>
                      <a:pt x="1028" y="1500"/>
                    </a:lnTo>
                    <a:lnTo>
                      <a:pt x="1047" y="1521"/>
                    </a:lnTo>
                    <a:lnTo>
                      <a:pt x="1071" y="1521"/>
                    </a:lnTo>
                    <a:lnTo>
                      <a:pt x="1071" y="1426"/>
                    </a:lnTo>
                    <a:lnTo>
                      <a:pt x="1171" y="1329"/>
                    </a:lnTo>
                    <a:lnTo>
                      <a:pt x="1171" y="1305"/>
                    </a:lnTo>
                    <a:lnTo>
                      <a:pt x="1223" y="1253"/>
                    </a:lnTo>
                    <a:lnTo>
                      <a:pt x="1256" y="1253"/>
                    </a:lnTo>
                    <a:lnTo>
                      <a:pt x="1256" y="1234"/>
                    </a:lnTo>
                    <a:lnTo>
                      <a:pt x="1289" y="1207"/>
                    </a:lnTo>
                    <a:lnTo>
                      <a:pt x="1311" y="1186"/>
                    </a:lnTo>
                    <a:lnTo>
                      <a:pt x="1344" y="1174"/>
                    </a:lnTo>
                    <a:lnTo>
                      <a:pt x="1344" y="1203"/>
                    </a:lnTo>
                    <a:lnTo>
                      <a:pt x="1399" y="1150"/>
                    </a:lnTo>
                    <a:lnTo>
                      <a:pt x="1368" y="1119"/>
                    </a:lnTo>
                    <a:lnTo>
                      <a:pt x="1368" y="1093"/>
                    </a:lnTo>
                    <a:lnTo>
                      <a:pt x="1339" y="1093"/>
                    </a:lnTo>
                    <a:lnTo>
                      <a:pt x="1339" y="1072"/>
                    </a:lnTo>
                    <a:lnTo>
                      <a:pt x="1458" y="1072"/>
                    </a:lnTo>
                    <a:lnTo>
                      <a:pt x="1503" y="1027"/>
                    </a:lnTo>
                    <a:lnTo>
                      <a:pt x="1503" y="1010"/>
                    </a:lnTo>
                    <a:lnTo>
                      <a:pt x="1429" y="934"/>
                    </a:lnTo>
                    <a:lnTo>
                      <a:pt x="1429" y="799"/>
                    </a:lnTo>
                    <a:lnTo>
                      <a:pt x="1361" y="865"/>
                    </a:lnTo>
                    <a:lnTo>
                      <a:pt x="1361" y="803"/>
                    </a:lnTo>
                    <a:lnTo>
                      <a:pt x="1308" y="751"/>
                    </a:lnTo>
                    <a:lnTo>
                      <a:pt x="1242" y="751"/>
                    </a:lnTo>
                    <a:lnTo>
                      <a:pt x="1242" y="872"/>
                    </a:lnTo>
                    <a:lnTo>
                      <a:pt x="1171" y="948"/>
                    </a:lnTo>
                    <a:lnTo>
                      <a:pt x="1171" y="1020"/>
                    </a:lnTo>
                    <a:lnTo>
                      <a:pt x="1126" y="1020"/>
                    </a:lnTo>
                    <a:lnTo>
                      <a:pt x="1126" y="951"/>
                    </a:lnTo>
                    <a:lnTo>
                      <a:pt x="1026" y="853"/>
                    </a:lnTo>
                    <a:lnTo>
                      <a:pt x="1026" y="799"/>
                    </a:lnTo>
                    <a:lnTo>
                      <a:pt x="1173" y="651"/>
                    </a:lnTo>
                    <a:lnTo>
                      <a:pt x="1173" y="706"/>
                    </a:lnTo>
                    <a:lnTo>
                      <a:pt x="1261" y="706"/>
                    </a:lnTo>
                    <a:lnTo>
                      <a:pt x="1209" y="649"/>
                    </a:lnTo>
                    <a:lnTo>
                      <a:pt x="1209" y="623"/>
                    </a:lnTo>
                    <a:lnTo>
                      <a:pt x="1277" y="623"/>
                    </a:lnTo>
                    <a:lnTo>
                      <a:pt x="1277" y="559"/>
                    </a:lnTo>
                    <a:lnTo>
                      <a:pt x="1247" y="530"/>
                    </a:lnTo>
                    <a:lnTo>
                      <a:pt x="1213" y="561"/>
                    </a:lnTo>
                    <a:lnTo>
                      <a:pt x="1171" y="518"/>
                    </a:lnTo>
                    <a:lnTo>
                      <a:pt x="1171" y="425"/>
                    </a:lnTo>
                    <a:lnTo>
                      <a:pt x="1242" y="352"/>
                    </a:lnTo>
                    <a:lnTo>
                      <a:pt x="1209" y="319"/>
                    </a:lnTo>
                    <a:lnTo>
                      <a:pt x="1142" y="319"/>
                    </a:lnTo>
                    <a:lnTo>
                      <a:pt x="1102" y="359"/>
                    </a:lnTo>
                    <a:lnTo>
                      <a:pt x="1102" y="411"/>
                    </a:lnTo>
                    <a:lnTo>
                      <a:pt x="1149" y="459"/>
                    </a:lnTo>
                    <a:lnTo>
                      <a:pt x="1061" y="547"/>
                    </a:lnTo>
                    <a:lnTo>
                      <a:pt x="1028" y="547"/>
                    </a:lnTo>
                    <a:lnTo>
                      <a:pt x="986" y="504"/>
                    </a:lnTo>
                    <a:lnTo>
                      <a:pt x="1007" y="504"/>
                    </a:lnTo>
                    <a:lnTo>
                      <a:pt x="1052" y="459"/>
                    </a:lnTo>
                    <a:lnTo>
                      <a:pt x="1052" y="380"/>
                    </a:lnTo>
                    <a:lnTo>
                      <a:pt x="1092" y="338"/>
                    </a:lnTo>
                    <a:lnTo>
                      <a:pt x="1092" y="297"/>
                    </a:lnTo>
                    <a:lnTo>
                      <a:pt x="1023" y="368"/>
                    </a:lnTo>
                    <a:lnTo>
                      <a:pt x="962" y="307"/>
                    </a:lnTo>
                    <a:lnTo>
                      <a:pt x="962" y="271"/>
                    </a:lnTo>
                    <a:lnTo>
                      <a:pt x="881" y="271"/>
                    </a:lnTo>
                    <a:lnTo>
                      <a:pt x="815" y="338"/>
                    </a:lnTo>
                    <a:lnTo>
                      <a:pt x="862" y="385"/>
                    </a:lnTo>
                    <a:lnTo>
                      <a:pt x="862" y="509"/>
                    </a:lnTo>
                    <a:lnTo>
                      <a:pt x="741" y="387"/>
                    </a:lnTo>
                    <a:lnTo>
                      <a:pt x="594" y="387"/>
                    </a:lnTo>
                    <a:lnTo>
                      <a:pt x="456" y="250"/>
                    </a:lnTo>
                    <a:lnTo>
                      <a:pt x="337" y="250"/>
                    </a:lnTo>
                    <a:close/>
                    <a:moveTo>
                      <a:pt x="1185" y="231"/>
                    </a:moveTo>
                    <a:lnTo>
                      <a:pt x="1185" y="278"/>
                    </a:lnTo>
                    <a:lnTo>
                      <a:pt x="1156" y="307"/>
                    </a:lnTo>
                    <a:lnTo>
                      <a:pt x="1197" y="307"/>
                    </a:lnTo>
                    <a:lnTo>
                      <a:pt x="1244" y="259"/>
                    </a:lnTo>
                    <a:lnTo>
                      <a:pt x="1216" y="231"/>
                    </a:lnTo>
                    <a:lnTo>
                      <a:pt x="1185" y="231"/>
                    </a:lnTo>
                    <a:close/>
                    <a:moveTo>
                      <a:pt x="2403" y="252"/>
                    </a:moveTo>
                    <a:lnTo>
                      <a:pt x="2403" y="302"/>
                    </a:lnTo>
                    <a:lnTo>
                      <a:pt x="2472" y="371"/>
                    </a:lnTo>
                    <a:lnTo>
                      <a:pt x="2495" y="371"/>
                    </a:lnTo>
                    <a:lnTo>
                      <a:pt x="2495" y="266"/>
                    </a:lnTo>
                    <a:lnTo>
                      <a:pt x="2443" y="214"/>
                    </a:lnTo>
                    <a:lnTo>
                      <a:pt x="2403" y="252"/>
                    </a:lnTo>
                    <a:close/>
                    <a:moveTo>
                      <a:pt x="2464" y="207"/>
                    </a:moveTo>
                    <a:lnTo>
                      <a:pt x="2510" y="254"/>
                    </a:lnTo>
                    <a:lnTo>
                      <a:pt x="2524" y="254"/>
                    </a:lnTo>
                    <a:lnTo>
                      <a:pt x="2571" y="207"/>
                    </a:lnTo>
                    <a:lnTo>
                      <a:pt x="2464" y="207"/>
                    </a:lnTo>
                    <a:close/>
                    <a:moveTo>
                      <a:pt x="3018" y="1326"/>
                    </a:moveTo>
                    <a:lnTo>
                      <a:pt x="3018" y="1272"/>
                    </a:lnTo>
                    <a:lnTo>
                      <a:pt x="3025" y="1264"/>
                    </a:lnTo>
                    <a:lnTo>
                      <a:pt x="2977" y="1217"/>
                    </a:lnTo>
                    <a:lnTo>
                      <a:pt x="2977" y="1176"/>
                    </a:lnTo>
                    <a:lnTo>
                      <a:pt x="3018" y="1136"/>
                    </a:lnTo>
                    <a:lnTo>
                      <a:pt x="3048" y="1136"/>
                    </a:lnTo>
                    <a:lnTo>
                      <a:pt x="3048" y="1160"/>
                    </a:lnTo>
                    <a:lnTo>
                      <a:pt x="3022" y="1188"/>
                    </a:lnTo>
                    <a:lnTo>
                      <a:pt x="3072" y="1238"/>
                    </a:lnTo>
                    <a:lnTo>
                      <a:pt x="3072" y="1283"/>
                    </a:lnTo>
                    <a:lnTo>
                      <a:pt x="3089" y="1300"/>
                    </a:lnTo>
                    <a:lnTo>
                      <a:pt x="3089" y="1329"/>
                    </a:lnTo>
                    <a:lnTo>
                      <a:pt x="3067" y="1348"/>
                    </a:lnTo>
                    <a:lnTo>
                      <a:pt x="3060" y="1340"/>
                    </a:lnTo>
                    <a:lnTo>
                      <a:pt x="3032" y="1340"/>
                    </a:lnTo>
                    <a:lnTo>
                      <a:pt x="3018" y="1326"/>
                    </a:lnTo>
                    <a:close/>
                    <a:moveTo>
                      <a:pt x="3362" y="190"/>
                    </a:moveTo>
                    <a:lnTo>
                      <a:pt x="3362" y="235"/>
                    </a:lnTo>
                    <a:lnTo>
                      <a:pt x="3262" y="335"/>
                    </a:lnTo>
                    <a:lnTo>
                      <a:pt x="3262" y="361"/>
                    </a:lnTo>
                    <a:lnTo>
                      <a:pt x="3210" y="414"/>
                    </a:lnTo>
                    <a:lnTo>
                      <a:pt x="3210" y="437"/>
                    </a:lnTo>
                    <a:lnTo>
                      <a:pt x="3158" y="492"/>
                    </a:lnTo>
                    <a:lnTo>
                      <a:pt x="3139" y="473"/>
                    </a:lnTo>
                    <a:lnTo>
                      <a:pt x="3098" y="473"/>
                    </a:lnTo>
                    <a:lnTo>
                      <a:pt x="3098" y="561"/>
                    </a:lnTo>
                    <a:lnTo>
                      <a:pt x="3015" y="561"/>
                    </a:lnTo>
                    <a:lnTo>
                      <a:pt x="3015" y="578"/>
                    </a:lnTo>
                    <a:lnTo>
                      <a:pt x="2946" y="644"/>
                    </a:lnTo>
                    <a:lnTo>
                      <a:pt x="2946" y="589"/>
                    </a:lnTo>
                    <a:lnTo>
                      <a:pt x="2866" y="668"/>
                    </a:lnTo>
                    <a:lnTo>
                      <a:pt x="2866" y="637"/>
                    </a:lnTo>
                    <a:lnTo>
                      <a:pt x="2837" y="608"/>
                    </a:lnTo>
                    <a:lnTo>
                      <a:pt x="2837" y="675"/>
                    </a:lnTo>
                    <a:lnTo>
                      <a:pt x="2787" y="727"/>
                    </a:lnTo>
                    <a:lnTo>
                      <a:pt x="2749" y="727"/>
                    </a:lnTo>
                    <a:lnTo>
                      <a:pt x="2704" y="680"/>
                    </a:lnTo>
                    <a:lnTo>
                      <a:pt x="2804" y="680"/>
                    </a:lnTo>
                    <a:lnTo>
                      <a:pt x="2804" y="651"/>
                    </a:lnTo>
                    <a:lnTo>
                      <a:pt x="2773" y="623"/>
                    </a:lnTo>
                    <a:lnTo>
                      <a:pt x="2737" y="623"/>
                    </a:lnTo>
                    <a:lnTo>
                      <a:pt x="2716" y="601"/>
                    </a:lnTo>
                    <a:lnTo>
                      <a:pt x="2661" y="601"/>
                    </a:lnTo>
                    <a:lnTo>
                      <a:pt x="2661" y="561"/>
                    </a:lnTo>
                    <a:lnTo>
                      <a:pt x="2602" y="561"/>
                    </a:lnTo>
                    <a:lnTo>
                      <a:pt x="2583" y="582"/>
                    </a:lnTo>
                    <a:lnTo>
                      <a:pt x="2550" y="582"/>
                    </a:lnTo>
                    <a:lnTo>
                      <a:pt x="2429" y="701"/>
                    </a:lnTo>
                    <a:lnTo>
                      <a:pt x="2429" y="756"/>
                    </a:lnTo>
                    <a:lnTo>
                      <a:pt x="2362" y="825"/>
                    </a:lnTo>
                    <a:lnTo>
                      <a:pt x="2362" y="889"/>
                    </a:lnTo>
                    <a:lnTo>
                      <a:pt x="2398" y="927"/>
                    </a:lnTo>
                    <a:lnTo>
                      <a:pt x="2422" y="901"/>
                    </a:lnTo>
                    <a:lnTo>
                      <a:pt x="2467" y="946"/>
                    </a:lnTo>
                    <a:lnTo>
                      <a:pt x="2467" y="972"/>
                    </a:lnTo>
                    <a:lnTo>
                      <a:pt x="2493" y="972"/>
                    </a:lnTo>
                    <a:lnTo>
                      <a:pt x="2521" y="944"/>
                    </a:lnTo>
                    <a:lnTo>
                      <a:pt x="2521" y="903"/>
                    </a:lnTo>
                    <a:lnTo>
                      <a:pt x="2543" y="882"/>
                    </a:lnTo>
                    <a:lnTo>
                      <a:pt x="2514" y="853"/>
                    </a:lnTo>
                    <a:lnTo>
                      <a:pt x="2514" y="813"/>
                    </a:lnTo>
                    <a:lnTo>
                      <a:pt x="2602" y="725"/>
                    </a:lnTo>
                    <a:lnTo>
                      <a:pt x="2645" y="725"/>
                    </a:lnTo>
                    <a:lnTo>
                      <a:pt x="2571" y="799"/>
                    </a:lnTo>
                    <a:lnTo>
                      <a:pt x="2571" y="839"/>
                    </a:lnTo>
                    <a:lnTo>
                      <a:pt x="2661" y="839"/>
                    </a:lnTo>
                    <a:lnTo>
                      <a:pt x="2683" y="858"/>
                    </a:lnTo>
                    <a:lnTo>
                      <a:pt x="2652" y="887"/>
                    </a:lnTo>
                    <a:lnTo>
                      <a:pt x="2619" y="887"/>
                    </a:lnTo>
                    <a:lnTo>
                      <a:pt x="2619" y="929"/>
                    </a:lnTo>
                    <a:lnTo>
                      <a:pt x="2588" y="929"/>
                    </a:lnTo>
                    <a:lnTo>
                      <a:pt x="2588" y="953"/>
                    </a:lnTo>
                    <a:lnTo>
                      <a:pt x="2540" y="998"/>
                    </a:lnTo>
                    <a:lnTo>
                      <a:pt x="2424" y="998"/>
                    </a:lnTo>
                    <a:lnTo>
                      <a:pt x="2424" y="936"/>
                    </a:lnTo>
                    <a:lnTo>
                      <a:pt x="2405" y="955"/>
                    </a:lnTo>
                    <a:lnTo>
                      <a:pt x="2405" y="993"/>
                    </a:lnTo>
                    <a:lnTo>
                      <a:pt x="2377" y="1022"/>
                    </a:lnTo>
                    <a:lnTo>
                      <a:pt x="2362" y="1008"/>
                    </a:lnTo>
                    <a:lnTo>
                      <a:pt x="2327" y="1034"/>
                    </a:lnTo>
                    <a:lnTo>
                      <a:pt x="2327" y="1072"/>
                    </a:lnTo>
                    <a:lnTo>
                      <a:pt x="2275" y="1122"/>
                    </a:lnTo>
                    <a:lnTo>
                      <a:pt x="2218" y="1122"/>
                    </a:lnTo>
                    <a:lnTo>
                      <a:pt x="2265" y="1169"/>
                    </a:lnTo>
                    <a:lnTo>
                      <a:pt x="2265" y="1224"/>
                    </a:lnTo>
                    <a:lnTo>
                      <a:pt x="2172" y="1224"/>
                    </a:lnTo>
                    <a:lnTo>
                      <a:pt x="2149" y="1248"/>
                    </a:lnTo>
                    <a:lnTo>
                      <a:pt x="2149" y="1338"/>
                    </a:lnTo>
                    <a:lnTo>
                      <a:pt x="2177" y="1338"/>
                    </a:lnTo>
                    <a:lnTo>
                      <a:pt x="2196" y="1357"/>
                    </a:lnTo>
                    <a:lnTo>
                      <a:pt x="2206" y="1348"/>
                    </a:lnTo>
                    <a:lnTo>
                      <a:pt x="2256" y="1348"/>
                    </a:lnTo>
                    <a:lnTo>
                      <a:pt x="2286" y="1314"/>
                    </a:lnTo>
                    <a:lnTo>
                      <a:pt x="2286" y="1293"/>
                    </a:lnTo>
                    <a:lnTo>
                      <a:pt x="2331" y="1248"/>
                    </a:lnTo>
                    <a:lnTo>
                      <a:pt x="2331" y="1222"/>
                    </a:lnTo>
                    <a:lnTo>
                      <a:pt x="2386" y="1222"/>
                    </a:lnTo>
                    <a:lnTo>
                      <a:pt x="2419" y="1188"/>
                    </a:lnTo>
                    <a:lnTo>
                      <a:pt x="2462" y="1231"/>
                    </a:lnTo>
                    <a:lnTo>
                      <a:pt x="2462" y="1241"/>
                    </a:lnTo>
                    <a:lnTo>
                      <a:pt x="2517" y="1295"/>
                    </a:lnTo>
                    <a:lnTo>
                      <a:pt x="2517" y="1321"/>
                    </a:lnTo>
                    <a:lnTo>
                      <a:pt x="2540" y="1298"/>
                    </a:lnTo>
                    <a:lnTo>
                      <a:pt x="2540" y="1286"/>
                    </a:lnTo>
                    <a:lnTo>
                      <a:pt x="2559" y="1286"/>
                    </a:lnTo>
                    <a:lnTo>
                      <a:pt x="2469" y="1198"/>
                    </a:lnTo>
                    <a:lnTo>
                      <a:pt x="2469" y="1184"/>
                    </a:lnTo>
                    <a:lnTo>
                      <a:pt x="2481" y="1184"/>
                    </a:lnTo>
                    <a:lnTo>
                      <a:pt x="2552" y="1257"/>
                    </a:lnTo>
                    <a:lnTo>
                      <a:pt x="2581" y="1257"/>
                    </a:lnTo>
                    <a:lnTo>
                      <a:pt x="2581" y="1281"/>
                    </a:lnTo>
                    <a:lnTo>
                      <a:pt x="2621" y="1321"/>
                    </a:lnTo>
                    <a:lnTo>
                      <a:pt x="2621" y="1362"/>
                    </a:lnTo>
                    <a:lnTo>
                      <a:pt x="2666" y="1314"/>
                    </a:lnTo>
                    <a:lnTo>
                      <a:pt x="2638" y="1286"/>
                    </a:lnTo>
                    <a:lnTo>
                      <a:pt x="2654" y="1269"/>
                    </a:lnTo>
                    <a:lnTo>
                      <a:pt x="2678" y="1269"/>
                    </a:lnTo>
                    <a:lnTo>
                      <a:pt x="2711" y="1234"/>
                    </a:lnTo>
                    <a:lnTo>
                      <a:pt x="2711" y="1184"/>
                    </a:lnTo>
                    <a:lnTo>
                      <a:pt x="2747" y="1148"/>
                    </a:lnTo>
                    <a:lnTo>
                      <a:pt x="2783" y="1186"/>
                    </a:lnTo>
                    <a:lnTo>
                      <a:pt x="2863" y="1186"/>
                    </a:lnTo>
                    <a:lnTo>
                      <a:pt x="2892" y="1215"/>
                    </a:lnTo>
                    <a:lnTo>
                      <a:pt x="2892" y="1250"/>
                    </a:lnTo>
                    <a:lnTo>
                      <a:pt x="2721" y="1250"/>
                    </a:lnTo>
                    <a:lnTo>
                      <a:pt x="2685" y="1286"/>
                    </a:lnTo>
                    <a:lnTo>
                      <a:pt x="2685" y="1314"/>
                    </a:lnTo>
                    <a:lnTo>
                      <a:pt x="2716" y="1348"/>
                    </a:lnTo>
                    <a:lnTo>
                      <a:pt x="2828" y="1348"/>
                    </a:lnTo>
                    <a:lnTo>
                      <a:pt x="2828" y="1388"/>
                    </a:lnTo>
                    <a:lnTo>
                      <a:pt x="2778" y="1438"/>
                    </a:lnTo>
                    <a:lnTo>
                      <a:pt x="2664" y="1438"/>
                    </a:lnTo>
                    <a:lnTo>
                      <a:pt x="2645" y="1419"/>
                    </a:lnTo>
                    <a:lnTo>
                      <a:pt x="2593" y="1419"/>
                    </a:lnTo>
                    <a:lnTo>
                      <a:pt x="2593" y="1452"/>
                    </a:lnTo>
                    <a:lnTo>
                      <a:pt x="2559" y="1452"/>
                    </a:lnTo>
                    <a:lnTo>
                      <a:pt x="2524" y="1419"/>
                    </a:lnTo>
                    <a:lnTo>
                      <a:pt x="2443" y="1419"/>
                    </a:lnTo>
                    <a:lnTo>
                      <a:pt x="2443" y="1336"/>
                    </a:lnTo>
                    <a:lnTo>
                      <a:pt x="2312" y="1336"/>
                    </a:lnTo>
                    <a:lnTo>
                      <a:pt x="2265" y="1383"/>
                    </a:lnTo>
                    <a:lnTo>
                      <a:pt x="2215" y="1383"/>
                    </a:lnTo>
                    <a:lnTo>
                      <a:pt x="2201" y="1369"/>
                    </a:lnTo>
                    <a:lnTo>
                      <a:pt x="2139" y="1431"/>
                    </a:lnTo>
                    <a:lnTo>
                      <a:pt x="2139" y="1469"/>
                    </a:lnTo>
                    <a:lnTo>
                      <a:pt x="2028" y="1578"/>
                    </a:lnTo>
                    <a:lnTo>
                      <a:pt x="2028" y="1759"/>
                    </a:lnTo>
                    <a:lnTo>
                      <a:pt x="2153" y="1882"/>
                    </a:lnTo>
                    <a:lnTo>
                      <a:pt x="2270" y="1882"/>
                    </a:lnTo>
                    <a:lnTo>
                      <a:pt x="2301" y="1851"/>
                    </a:lnTo>
                    <a:lnTo>
                      <a:pt x="2355" y="1851"/>
                    </a:lnTo>
                    <a:lnTo>
                      <a:pt x="2396" y="1889"/>
                    </a:lnTo>
                    <a:lnTo>
                      <a:pt x="2429" y="1889"/>
                    </a:lnTo>
                    <a:lnTo>
                      <a:pt x="2429" y="1980"/>
                    </a:lnTo>
                    <a:lnTo>
                      <a:pt x="2491" y="2042"/>
                    </a:lnTo>
                    <a:lnTo>
                      <a:pt x="2491" y="2134"/>
                    </a:lnTo>
                    <a:lnTo>
                      <a:pt x="2467" y="2158"/>
                    </a:lnTo>
                    <a:lnTo>
                      <a:pt x="2467" y="2241"/>
                    </a:lnTo>
                    <a:lnTo>
                      <a:pt x="2507" y="2284"/>
                    </a:lnTo>
                    <a:lnTo>
                      <a:pt x="2507" y="2381"/>
                    </a:lnTo>
                    <a:lnTo>
                      <a:pt x="2548" y="2422"/>
                    </a:lnTo>
                    <a:lnTo>
                      <a:pt x="2548" y="2491"/>
                    </a:lnTo>
                    <a:lnTo>
                      <a:pt x="2581" y="2524"/>
                    </a:lnTo>
                    <a:lnTo>
                      <a:pt x="2657" y="2524"/>
                    </a:lnTo>
                    <a:lnTo>
                      <a:pt x="2783" y="2403"/>
                    </a:lnTo>
                    <a:lnTo>
                      <a:pt x="2783" y="2370"/>
                    </a:lnTo>
                    <a:lnTo>
                      <a:pt x="2825" y="2327"/>
                    </a:lnTo>
                    <a:lnTo>
                      <a:pt x="2825" y="2256"/>
                    </a:lnTo>
                    <a:lnTo>
                      <a:pt x="2901" y="2179"/>
                    </a:lnTo>
                    <a:lnTo>
                      <a:pt x="2901" y="2025"/>
                    </a:lnTo>
                    <a:lnTo>
                      <a:pt x="3091" y="1837"/>
                    </a:lnTo>
                    <a:lnTo>
                      <a:pt x="3091" y="1766"/>
                    </a:lnTo>
                    <a:lnTo>
                      <a:pt x="2987" y="1766"/>
                    </a:lnTo>
                    <a:lnTo>
                      <a:pt x="2870" y="1649"/>
                    </a:lnTo>
                    <a:lnTo>
                      <a:pt x="2870" y="1604"/>
                    </a:lnTo>
                    <a:lnTo>
                      <a:pt x="2787" y="1519"/>
                    </a:lnTo>
                    <a:lnTo>
                      <a:pt x="2787" y="1478"/>
                    </a:lnTo>
                    <a:lnTo>
                      <a:pt x="2920" y="1611"/>
                    </a:lnTo>
                    <a:lnTo>
                      <a:pt x="2920" y="1647"/>
                    </a:lnTo>
                    <a:lnTo>
                      <a:pt x="3013" y="1740"/>
                    </a:lnTo>
                    <a:lnTo>
                      <a:pt x="3063" y="1740"/>
                    </a:lnTo>
                    <a:lnTo>
                      <a:pt x="3193" y="1609"/>
                    </a:lnTo>
                    <a:lnTo>
                      <a:pt x="3193" y="1583"/>
                    </a:lnTo>
                    <a:lnTo>
                      <a:pt x="3148" y="1535"/>
                    </a:lnTo>
                    <a:lnTo>
                      <a:pt x="3117" y="1566"/>
                    </a:lnTo>
                    <a:lnTo>
                      <a:pt x="3084" y="1566"/>
                    </a:lnTo>
                    <a:lnTo>
                      <a:pt x="2987" y="1469"/>
                    </a:lnTo>
                    <a:lnTo>
                      <a:pt x="3046" y="1469"/>
                    </a:lnTo>
                    <a:lnTo>
                      <a:pt x="3091" y="1512"/>
                    </a:lnTo>
                    <a:lnTo>
                      <a:pt x="3169" y="1512"/>
                    </a:lnTo>
                    <a:lnTo>
                      <a:pt x="3193" y="1535"/>
                    </a:lnTo>
                    <a:lnTo>
                      <a:pt x="3295" y="1535"/>
                    </a:lnTo>
                    <a:lnTo>
                      <a:pt x="3374" y="1614"/>
                    </a:lnTo>
                    <a:lnTo>
                      <a:pt x="3407" y="1614"/>
                    </a:lnTo>
                    <a:lnTo>
                      <a:pt x="3388" y="1633"/>
                    </a:lnTo>
                    <a:lnTo>
                      <a:pt x="3461" y="1706"/>
                    </a:lnTo>
                    <a:lnTo>
                      <a:pt x="3461" y="1773"/>
                    </a:lnTo>
                    <a:lnTo>
                      <a:pt x="3502" y="1816"/>
                    </a:lnTo>
                    <a:lnTo>
                      <a:pt x="3537" y="1780"/>
                    </a:lnTo>
                    <a:lnTo>
                      <a:pt x="3537" y="1718"/>
                    </a:lnTo>
                    <a:lnTo>
                      <a:pt x="3661" y="1592"/>
                    </a:lnTo>
                    <a:lnTo>
                      <a:pt x="3699" y="1592"/>
                    </a:lnTo>
                    <a:lnTo>
                      <a:pt x="3751" y="1645"/>
                    </a:lnTo>
                    <a:lnTo>
                      <a:pt x="3751" y="1702"/>
                    </a:lnTo>
                    <a:lnTo>
                      <a:pt x="3765" y="1687"/>
                    </a:lnTo>
                    <a:lnTo>
                      <a:pt x="3815" y="1737"/>
                    </a:lnTo>
                    <a:lnTo>
                      <a:pt x="3815" y="1811"/>
                    </a:lnTo>
                    <a:lnTo>
                      <a:pt x="3863" y="1859"/>
                    </a:lnTo>
                    <a:lnTo>
                      <a:pt x="3863" y="1878"/>
                    </a:lnTo>
                    <a:lnTo>
                      <a:pt x="3910" y="1928"/>
                    </a:lnTo>
                    <a:lnTo>
                      <a:pt x="3910" y="1873"/>
                    </a:lnTo>
                    <a:lnTo>
                      <a:pt x="3839" y="1799"/>
                    </a:lnTo>
                    <a:lnTo>
                      <a:pt x="3839" y="1737"/>
                    </a:lnTo>
                    <a:lnTo>
                      <a:pt x="3870" y="1737"/>
                    </a:lnTo>
                    <a:lnTo>
                      <a:pt x="3922" y="1790"/>
                    </a:lnTo>
                    <a:lnTo>
                      <a:pt x="3922" y="1816"/>
                    </a:lnTo>
                    <a:lnTo>
                      <a:pt x="3984" y="1756"/>
                    </a:lnTo>
                    <a:lnTo>
                      <a:pt x="3984" y="1702"/>
                    </a:lnTo>
                    <a:lnTo>
                      <a:pt x="3931" y="1652"/>
                    </a:lnTo>
                    <a:lnTo>
                      <a:pt x="3931" y="1626"/>
                    </a:lnTo>
                    <a:lnTo>
                      <a:pt x="3967" y="1590"/>
                    </a:lnTo>
                    <a:lnTo>
                      <a:pt x="3981" y="1590"/>
                    </a:lnTo>
                    <a:lnTo>
                      <a:pt x="3981" y="1649"/>
                    </a:lnTo>
                    <a:lnTo>
                      <a:pt x="4003" y="1628"/>
                    </a:lnTo>
                    <a:lnTo>
                      <a:pt x="4003" y="1597"/>
                    </a:lnTo>
                    <a:lnTo>
                      <a:pt x="4031" y="1597"/>
                    </a:lnTo>
                    <a:lnTo>
                      <a:pt x="4145" y="1483"/>
                    </a:lnTo>
                    <a:lnTo>
                      <a:pt x="4145" y="1383"/>
                    </a:lnTo>
                    <a:lnTo>
                      <a:pt x="4098" y="1333"/>
                    </a:lnTo>
                    <a:lnTo>
                      <a:pt x="4098" y="1283"/>
                    </a:lnTo>
                    <a:lnTo>
                      <a:pt x="4045" y="1283"/>
                    </a:lnTo>
                    <a:lnTo>
                      <a:pt x="4024" y="1262"/>
                    </a:lnTo>
                    <a:lnTo>
                      <a:pt x="4076" y="1210"/>
                    </a:lnTo>
                    <a:lnTo>
                      <a:pt x="4105" y="1241"/>
                    </a:lnTo>
                    <a:lnTo>
                      <a:pt x="4138" y="1241"/>
                    </a:lnTo>
                    <a:lnTo>
                      <a:pt x="4183" y="1283"/>
                    </a:lnTo>
                    <a:lnTo>
                      <a:pt x="4183" y="1336"/>
                    </a:lnTo>
                    <a:lnTo>
                      <a:pt x="4202" y="1355"/>
                    </a:lnTo>
                    <a:lnTo>
                      <a:pt x="4240" y="1319"/>
                    </a:lnTo>
                    <a:lnTo>
                      <a:pt x="4240" y="1260"/>
                    </a:lnTo>
                    <a:lnTo>
                      <a:pt x="4193" y="1212"/>
                    </a:lnTo>
                    <a:lnTo>
                      <a:pt x="4212" y="1193"/>
                    </a:lnTo>
                    <a:lnTo>
                      <a:pt x="4212" y="1143"/>
                    </a:lnTo>
                    <a:lnTo>
                      <a:pt x="4235" y="1143"/>
                    </a:lnTo>
                    <a:lnTo>
                      <a:pt x="4299" y="1077"/>
                    </a:lnTo>
                    <a:lnTo>
                      <a:pt x="4299" y="934"/>
                    </a:lnTo>
                    <a:lnTo>
                      <a:pt x="4204" y="839"/>
                    </a:lnTo>
                    <a:lnTo>
                      <a:pt x="4204" y="727"/>
                    </a:lnTo>
                    <a:lnTo>
                      <a:pt x="4257" y="677"/>
                    </a:lnTo>
                    <a:lnTo>
                      <a:pt x="4328" y="677"/>
                    </a:lnTo>
                    <a:lnTo>
                      <a:pt x="4354" y="649"/>
                    </a:lnTo>
                    <a:lnTo>
                      <a:pt x="4354" y="578"/>
                    </a:lnTo>
                    <a:lnTo>
                      <a:pt x="4371" y="561"/>
                    </a:lnTo>
                    <a:lnTo>
                      <a:pt x="4406" y="597"/>
                    </a:lnTo>
                    <a:lnTo>
                      <a:pt x="4444" y="556"/>
                    </a:lnTo>
                    <a:lnTo>
                      <a:pt x="4444" y="791"/>
                    </a:lnTo>
                    <a:lnTo>
                      <a:pt x="4546" y="894"/>
                    </a:lnTo>
                    <a:lnTo>
                      <a:pt x="4546" y="713"/>
                    </a:lnTo>
                    <a:lnTo>
                      <a:pt x="4504" y="670"/>
                    </a:lnTo>
                    <a:lnTo>
                      <a:pt x="4504" y="604"/>
                    </a:lnTo>
                    <a:lnTo>
                      <a:pt x="4539" y="566"/>
                    </a:lnTo>
                    <a:lnTo>
                      <a:pt x="4584" y="566"/>
                    </a:lnTo>
                    <a:lnTo>
                      <a:pt x="4584" y="525"/>
                    </a:lnTo>
                    <a:lnTo>
                      <a:pt x="4641" y="468"/>
                    </a:lnTo>
                    <a:lnTo>
                      <a:pt x="4591" y="418"/>
                    </a:lnTo>
                    <a:lnTo>
                      <a:pt x="4591" y="359"/>
                    </a:lnTo>
                    <a:lnTo>
                      <a:pt x="4741" y="359"/>
                    </a:lnTo>
                    <a:lnTo>
                      <a:pt x="4663" y="280"/>
                    </a:lnTo>
                    <a:lnTo>
                      <a:pt x="4572" y="280"/>
                    </a:lnTo>
                    <a:lnTo>
                      <a:pt x="4508" y="219"/>
                    </a:lnTo>
                    <a:lnTo>
                      <a:pt x="4330" y="219"/>
                    </a:lnTo>
                    <a:lnTo>
                      <a:pt x="4264" y="283"/>
                    </a:lnTo>
                    <a:lnTo>
                      <a:pt x="4221" y="283"/>
                    </a:lnTo>
                    <a:lnTo>
                      <a:pt x="4181" y="242"/>
                    </a:lnTo>
                    <a:lnTo>
                      <a:pt x="4138" y="242"/>
                    </a:lnTo>
                    <a:lnTo>
                      <a:pt x="4117" y="264"/>
                    </a:lnTo>
                    <a:lnTo>
                      <a:pt x="4086" y="264"/>
                    </a:lnTo>
                    <a:lnTo>
                      <a:pt x="4060" y="288"/>
                    </a:lnTo>
                    <a:lnTo>
                      <a:pt x="4024" y="252"/>
                    </a:lnTo>
                    <a:lnTo>
                      <a:pt x="3922" y="252"/>
                    </a:lnTo>
                    <a:lnTo>
                      <a:pt x="3922" y="321"/>
                    </a:lnTo>
                    <a:lnTo>
                      <a:pt x="3846" y="321"/>
                    </a:lnTo>
                    <a:lnTo>
                      <a:pt x="3846" y="359"/>
                    </a:lnTo>
                    <a:lnTo>
                      <a:pt x="3758" y="271"/>
                    </a:lnTo>
                    <a:lnTo>
                      <a:pt x="3701" y="271"/>
                    </a:lnTo>
                    <a:lnTo>
                      <a:pt x="3701" y="307"/>
                    </a:lnTo>
                    <a:lnTo>
                      <a:pt x="3644" y="307"/>
                    </a:lnTo>
                    <a:lnTo>
                      <a:pt x="3644" y="290"/>
                    </a:lnTo>
                    <a:lnTo>
                      <a:pt x="3580" y="290"/>
                    </a:lnTo>
                    <a:lnTo>
                      <a:pt x="3545" y="328"/>
                    </a:lnTo>
                    <a:lnTo>
                      <a:pt x="3545" y="254"/>
                    </a:lnTo>
                    <a:lnTo>
                      <a:pt x="3499" y="207"/>
                    </a:lnTo>
                    <a:lnTo>
                      <a:pt x="3435" y="207"/>
                    </a:lnTo>
                    <a:lnTo>
                      <a:pt x="3416" y="190"/>
                    </a:lnTo>
                    <a:lnTo>
                      <a:pt x="3362" y="190"/>
                    </a:lnTo>
                    <a:close/>
                    <a:moveTo>
                      <a:pt x="976" y="204"/>
                    </a:moveTo>
                    <a:lnTo>
                      <a:pt x="976" y="231"/>
                    </a:lnTo>
                    <a:lnTo>
                      <a:pt x="1033" y="288"/>
                    </a:lnTo>
                    <a:lnTo>
                      <a:pt x="1116" y="288"/>
                    </a:lnTo>
                    <a:lnTo>
                      <a:pt x="1145" y="257"/>
                    </a:lnTo>
                    <a:lnTo>
                      <a:pt x="1083" y="257"/>
                    </a:lnTo>
                    <a:lnTo>
                      <a:pt x="1052" y="223"/>
                    </a:lnTo>
                    <a:lnTo>
                      <a:pt x="1052" y="131"/>
                    </a:lnTo>
                    <a:lnTo>
                      <a:pt x="976" y="204"/>
                    </a:lnTo>
                    <a:close/>
                    <a:moveTo>
                      <a:pt x="1897" y="40"/>
                    </a:moveTo>
                    <a:lnTo>
                      <a:pt x="1857" y="81"/>
                    </a:lnTo>
                    <a:lnTo>
                      <a:pt x="1757" y="81"/>
                    </a:lnTo>
                    <a:lnTo>
                      <a:pt x="1636" y="200"/>
                    </a:lnTo>
                    <a:lnTo>
                      <a:pt x="1636" y="233"/>
                    </a:lnTo>
                    <a:lnTo>
                      <a:pt x="1543" y="233"/>
                    </a:lnTo>
                    <a:lnTo>
                      <a:pt x="1543" y="328"/>
                    </a:lnTo>
                    <a:lnTo>
                      <a:pt x="1615" y="328"/>
                    </a:lnTo>
                    <a:lnTo>
                      <a:pt x="1660" y="373"/>
                    </a:lnTo>
                    <a:lnTo>
                      <a:pt x="1660" y="582"/>
                    </a:lnTo>
                    <a:lnTo>
                      <a:pt x="1615" y="625"/>
                    </a:lnTo>
                    <a:lnTo>
                      <a:pt x="1615" y="825"/>
                    </a:lnTo>
                    <a:lnTo>
                      <a:pt x="1648" y="856"/>
                    </a:lnTo>
                    <a:lnTo>
                      <a:pt x="1778" y="725"/>
                    </a:lnTo>
                    <a:lnTo>
                      <a:pt x="1823" y="725"/>
                    </a:lnTo>
                    <a:lnTo>
                      <a:pt x="1918" y="630"/>
                    </a:lnTo>
                    <a:lnTo>
                      <a:pt x="1952" y="630"/>
                    </a:lnTo>
                    <a:lnTo>
                      <a:pt x="2009" y="573"/>
                    </a:lnTo>
                    <a:lnTo>
                      <a:pt x="2009" y="494"/>
                    </a:lnTo>
                    <a:lnTo>
                      <a:pt x="2073" y="430"/>
                    </a:lnTo>
                    <a:lnTo>
                      <a:pt x="2073" y="304"/>
                    </a:lnTo>
                    <a:lnTo>
                      <a:pt x="2194" y="181"/>
                    </a:lnTo>
                    <a:lnTo>
                      <a:pt x="2096" y="181"/>
                    </a:lnTo>
                    <a:lnTo>
                      <a:pt x="2096" y="112"/>
                    </a:lnTo>
                    <a:lnTo>
                      <a:pt x="2023" y="40"/>
                    </a:lnTo>
                    <a:lnTo>
                      <a:pt x="1897" y="40"/>
                    </a:lnTo>
                    <a:close/>
                    <a:moveTo>
                      <a:pt x="1553" y="0"/>
                    </a:moveTo>
                    <a:lnTo>
                      <a:pt x="1529" y="24"/>
                    </a:lnTo>
                    <a:lnTo>
                      <a:pt x="1451" y="24"/>
                    </a:lnTo>
                    <a:lnTo>
                      <a:pt x="1451" y="81"/>
                    </a:lnTo>
                    <a:lnTo>
                      <a:pt x="1415" y="43"/>
                    </a:lnTo>
                    <a:lnTo>
                      <a:pt x="1344" y="114"/>
                    </a:lnTo>
                    <a:lnTo>
                      <a:pt x="1344" y="185"/>
                    </a:lnTo>
                    <a:lnTo>
                      <a:pt x="1375" y="214"/>
                    </a:lnTo>
                    <a:lnTo>
                      <a:pt x="1315" y="276"/>
                    </a:lnTo>
                    <a:lnTo>
                      <a:pt x="1353" y="314"/>
                    </a:lnTo>
                    <a:lnTo>
                      <a:pt x="1422" y="314"/>
                    </a:lnTo>
                    <a:lnTo>
                      <a:pt x="1550" y="188"/>
                    </a:lnTo>
                    <a:lnTo>
                      <a:pt x="1603" y="188"/>
                    </a:lnTo>
                    <a:lnTo>
                      <a:pt x="1729" y="67"/>
                    </a:lnTo>
                    <a:lnTo>
                      <a:pt x="1729" y="33"/>
                    </a:lnTo>
                    <a:lnTo>
                      <a:pt x="1693" y="0"/>
                    </a:lnTo>
                    <a:lnTo>
                      <a:pt x="1553" y="0"/>
                    </a:lnTo>
                    <a:close/>
                  </a:path>
                </a:pathLst>
              </a:custGeom>
              <a:solidFill>
                <a:schemeClr val="accent1">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80" name="AutoShape 7">
                <a:extLst>
                  <a:ext uri="{FF2B5EF4-FFF2-40B4-BE49-F238E27FC236}">
                    <a16:creationId xmlns:a16="http://schemas.microsoft.com/office/drawing/2014/main" id="{F83F9503-3F0A-1A3B-925F-BFAA48C0882A}"/>
                  </a:ext>
                </a:extLst>
              </p:cNvPr>
              <p:cNvSpPr>
                <a:spLocks noChangeAspect="1" noChangeArrowheads="1" noTextEdit="1"/>
              </p:cNvSpPr>
              <p:nvPr/>
            </p:nvSpPr>
            <p:spPr bwMode="auto">
              <a:xfrm>
                <a:off x="1354" y="734"/>
                <a:ext cx="4971" cy="2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Frutiger LT Com 45 Light"/>
                  <a:ea typeface="+mn-ea"/>
                  <a:cs typeface="+mn-cs"/>
                </a:endParaRPr>
              </a:p>
            </p:txBody>
          </p:sp>
          <p:sp>
            <p:nvSpPr>
              <p:cNvPr id="181" name="Freeform 9">
                <a:extLst>
                  <a:ext uri="{FF2B5EF4-FFF2-40B4-BE49-F238E27FC236}">
                    <a16:creationId xmlns:a16="http://schemas.microsoft.com/office/drawing/2014/main" id="{65687462-7BFB-E163-4634-9DF394C18ADB}"/>
                  </a:ext>
                </a:extLst>
              </p:cNvPr>
              <p:cNvSpPr>
                <a:spLocks noEditPoints="1"/>
              </p:cNvSpPr>
              <p:nvPr/>
            </p:nvSpPr>
            <p:spPr bwMode="auto">
              <a:xfrm>
                <a:off x="1356" y="734"/>
                <a:ext cx="4966" cy="2854"/>
              </a:xfrm>
              <a:custGeom>
                <a:avLst/>
                <a:gdLst>
                  <a:gd name="T0" fmla="*/ 4966 w 4966"/>
                  <a:gd name="T1" fmla="*/ 2612 h 2854"/>
                  <a:gd name="T2" fmla="*/ 4477 w 4966"/>
                  <a:gd name="T3" fmla="*/ 2158 h 2854"/>
                  <a:gd name="T4" fmla="*/ 4212 w 4966"/>
                  <a:gd name="T5" fmla="*/ 2460 h 2854"/>
                  <a:gd name="T6" fmla="*/ 4542 w 4966"/>
                  <a:gd name="T7" fmla="*/ 2168 h 2854"/>
                  <a:gd name="T8" fmla="*/ 4309 w 4966"/>
                  <a:gd name="T9" fmla="*/ 1930 h 2854"/>
                  <a:gd name="T10" fmla="*/ 4580 w 4966"/>
                  <a:gd name="T11" fmla="*/ 2020 h 2854"/>
                  <a:gd name="T12" fmla="*/ 4138 w 4966"/>
                  <a:gd name="T13" fmla="*/ 1925 h 2854"/>
                  <a:gd name="T14" fmla="*/ 4086 w 4966"/>
                  <a:gd name="T15" fmla="*/ 2006 h 2854"/>
                  <a:gd name="T16" fmla="*/ 4136 w 4966"/>
                  <a:gd name="T17" fmla="*/ 1706 h 2854"/>
                  <a:gd name="T18" fmla="*/ 4235 w 4966"/>
                  <a:gd name="T19" fmla="*/ 1764 h 2854"/>
                  <a:gd name="T20" fmla="*/ 1088 w 4966"/>
                  <a:gd name="T21" fmla="*/ 1557 h 2854"/>
                  <a:gd name="T22" fmla="*/ 2476 w 4966"/>
                  <a:gd name="T23" fmla="*/ 1321 h 2854"/>
                  <a:gd name="T24" fmla="*/ 4321 w 4966"/>
                  <a:gd name="T25" fmla="*/ 1333 h 2854"/>
                  <a:gd name="T26" fmla="*/ 1496 w 4966"/>
                  <a:gd name="T27" fmla="*/ 1072 h 2854"/>
                  <a:gd name="T28" fmla="*/ 2149 w 4966"/>
                  <a:gd name="T29" fmla="*/ 1008 h 2854"/>
                  <a:gd name="T30" fmla="*/ 2248 w 4966"/>
                  <a:gd name="T31" fmla="*/ 1077 h 2854"/>
                  <a:gd name="T32" fmla="*/ 4304 w 4966"/>
                  <a:gd name="T33" fmla="*/ 849 h 2854"/>
                  <a:gd name="T34" fmla="*/ 1244 w 4966"/>
                  <a:gd name="T35" fmla="*/ 511 h 2854"/>
                  <a:gd name="T36" fmla="*/ 1515 w 4966"/>
                  <a:gd name="T37" fmla="*/ 651 h 2854"/>
                  <a:gd name="T38" fmla="*/ 2904 w 4966"/>
                  <a:gd name="T39" fmla="*/ 497 h 2854"/>
                  <a:gd name="T40" fmla="*/ 1095 w 4966"/>
                  <a:gd name="T41" fmla="*/ 1229 h 2854"/>
                  <a:gd name="T42" fmla="*/ 1028 w 4966"/>
                  <a:gd name="T43" fmla="*/ 1131 h 2854"/>
                  <a:gd name="T44" fmla="*/ 981 w 4966"/>
                  <a:gd name="T45" fmla="*/ 1098 h 2854"/>
                  <a:gd name="T46" fmla="*/ 105 w 4966"/>
                  <a:gd name="T47" fmla="*/ 637 h 2854"/>
                  <a:gd name="T48" fmla="*/ 506 w 4966"/>
                  <a:gd name="T49" fmla="*/ 1115 h 2854"/>
                  <a:gd name="T50" fmla="*/ 943 w 4966"/>
                  <a:gd name="T51" fmla="*/ 1723 h 2854"/>
                  <a:gd name="T52" fmla="*/ 1280 w 4966"/>
                  <a:gd name="T53" fmla="*/ 2650 h 2854"/>
                  <a:gd name="T54" fmla="*/ 1729 w 4966"/>
                  <a:gd name="T55" fmla="*/ 2053 h 2854"/>
                  <a:gd name="T56" fmla="*/ 978 w 4966"/>
                  <a:gd name="T57" fmla="*/ 1583 h 2854"/>
                  <a:gd name="T58" fmla="*/ 1071 w 4966"/>
                  <a:gd name="T59" fmla="*/ 1426 h 2854"/>
                  <a:gd name="T60" fmla="*/ 1339 w 4966"/>
                  <a:gd name="T61" fmla="*/ 1072 h 2854"/>
                  <a:gd name="T62" fmla="*/ 1126 w 4966"/>
                  <a:gd name="T63" fmla="*/ 951 h 2854"/>
                  <a:gd name="T64" fmla="*/ 1242 w 4966"/>
                  <a:gd name="T65" fmla="*/ 352 h 2854"/>
                  <a:gd name="T66" fmla="*/ 1023 w 4966"/>
                  <a:gd name="T67" fmla="*/ 368 h 2854"/>
                  <a:gd name="T68" fmla="*/ 1197 w 4966"/>
                  <a:gd name="T69" fmla="*/ 307 h 2854"/>
                  <a:gd name="T70" fmla="*/ 2571 w 4966"/>
                  <a:gd name="T71" fmla="*/ 207 h 2854"/>
                  <a:gd name="T72" fmla="*/ 3089 w 4966"/>
                  <a:gd name="T73" fmla="*/ 1329 h 2854"/>
                  <a:gd name="T74" fmla="*/ 3098 w 4966"/>
                  <a:gd name="T75" fmla="*/ 561 h 2854"/>
                  <a:gd name="T76" fmla="*/ 2773 w 4966"/>
                  <a:gd name="T77" fmla="*/ 623 h 2854"/>
                  <a:gd name="T78" fmla="*/ 2467 w 4966"/>
                  <a:gd name="T79" fmla="*/ 946 h 2854"/>
                  <a:gd name="T80" fmla="*/ 2652 w 4966"/>
                  <a:gd name="T81" fmla="*/ 887 h 2854"/>
                  <a:gd name="T82" fmla="*/ 2275 w 4966"/>
                  <a:gd name="T83" fmla="*/ 1122 h 2854"/>
                  <a:gd name="T84" fmla="*/ 2331 w 4966"/>
                  <a:gd name="T85" fmla="*/ 1222 h 2854"/>
                  <a:gd name="T86" fmla="*/ 2581 w 4966"/>
                  <a:gd name="T87" fmla="*/ 1257 h 2854"/>
                  <a:gd name="T88" fmla="*/ 2892 w 4966"/>
                  <a:gd name="T89" fmla="*/ 1250 h 2854"/>
                  <a:gd name="T90" fmla="*/ 2443 w 4966"/>
                  <a:gd name="T91" fmla="*/ 1419 h 2854"/>
                  <a:gd name="T92" fmla="*/ 2396 w 4966"/>
                  <a:gd name="T93" fmla="*/ 1889 h 2854"/>
                  <a:gd name="T94" fmla="*/ 2783 w 4966"/>
                  <a:gd name="T95" fmla="*/ 2370 h 2854"/>
                  <a:gd name="T96" fmla="*/ 3013 w 4966"/>
                  <a:gd name="T97" fmla="*/ 1740 h 2854"/>
                  <a:gd name="T98" fmla="*/ 3407 w 4966"/>
                  <a:gd name="T99" fmla="*/ 1614 h 2854"/>
                  <a:gd name="T100" fmla="*/ 3863 w 4966"/>
                  <a:gd name="T101" fmla="*/ 1859 h 2854"/>
                  <a:gd name="T102" fmla="*/ 3981 w 4966"/>
                  <a:gd name="T103" fmla="*/ 1590 h 2854"/>
                  <a:gd name="T104" fmla="*/ 4183 w 4966"/>
                  <a:gd name="T105" fmla="*/ 1283 h 2854"/>
                  <a:gd name="T106" fmla="*/ 4328 w 4966"/>
                  <a:gd name="T107" fmla="*/ 677 h 2854"/>
                  <a:gd name="T108" fmla="*/ 4641 w 4966"/>
                  <a:gd name="T109" fmla="*/ 468 h 2854"/>
                  <a:gd name="T110" fmla="*/ 4060 w 4966"/>
                  <a:gd name="T111" fmla="*/ 288 h 2854"/>
                  <a:gd name="T112" fmla="*/ 3499 w 4966"/>
                  <a:gd name="T113" fmla="*/ 207 h 2854"/>
                  <a:gd name="T114" fmla="*/ 1857 w 4966"/>
                  <a:gd name="T115" fmla="*/ 81 h 2854"/>
                  <a:gd name="T116" fmla="*/ 1918 w 4966"/>
                  <a:gd name="T117" fmla="*/ 630 h 2854"/>
                  <a:gd name="T118" fmla="*/ 1451 w 4966"/>
                  <a:gd name="T119" fmla="*/ 81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966" h="2854">
                    <a:moveTo>
                      <a:pt x="4439" y="2671"/>
                    </a:moveTo>
                    <a:lnTo>
                      <a:pt x="4439" y="2750"/>
                    </a:lnTo>
                    <a:lnTo>
                      <a:pt x="4499" y="2690"/>
                    </a:lnTo>
                    <a:lnTo>
                      <a:pt x="4482" y="2671"/>
                    </a:lnTo>
                    <a:lnTo>
                      <a:pt x="4439" y="2671"/>
                    </a:lnTo>
                    <a:close/>
                    <a:moveTo>
                      <a:pt x="4748" y="2766"/>
                    </a:moveTo>
                    <a:lnTo>
                      <a:pt x="4748" y="2826"/>
                    </a:lnTo>
                    <a:lnTo>
                      <a:pt x="4879" y="2695"/>
                    </a:lnTo>
                    <a:lnTo>
                      <a:pt x="4850" y="2667"/>
                    </a:lnTo>
                    <a:lnTo>
                      <a:pt x="4748" y="2766"/>
                    </a:lnTo>
                    <a:close/>
                    <a:moveTo>
                      <a:pt x="4907" y="2607"/>
                    </a:moveTo>
                    <a:lnTo>
                      <a:pt x="4888" y="2629"/>
                    </a:lnTo>
                    <a:lnTo>
                      <a:pt x="4888" y="2693"/>
                    </a:lnTo>
                    <a:lnTo>
                      <a:pt x="4966" y="2612"/>
                    </a:lnTo>
                    <a:lnTo>
                      <a:pt x="4966" y="2576"/>
                    </a:lnTo>
                    <a:lnTo>
                      <a:pt x="4907" y="2519"/>
                    </a:lnTo>
                    <a:lnTo>
                      <a:pt x="4907" y="2607"/>
                    </a:lnTo>
                    <a:close/>
                    <a:moveTo>
                      <a:pt x="2975" y="2206"/>
                    </a:moveTo>
                    <a:lnTo>
                      <a:pt x="2975" y="2267"/>
                    </a:lnTo>
                    <a:lnTo>
                      <a:pt x="2961" y="2282"/>
                    </a:lnTo>
                    <a:lnTo>
                      <a:pt x="2961" y="2367"/>
                    </a:lnTo>
                    <a:lnTo>
                      <a:pt x="2968" y="2367"/>
                    </a:lnTo>
                    <a:lnTo>
                      <a:pt x="3039" y="2296"/>
                    </a:lnTo>
                    <a:lnTo>
                      <a:pt x="3039" y="2246"/>
                    </a:lnTo>
                    <a:lnTo>
                      <a:pt x="3070" y="2215"/>
                    </a:lnTo>
                    <a:lnTo>
                      <a:pt x="3070" y="2113"/>
                    </a:lnTo>
                    <a:lnTo>
                      <a:pt x="2975" y="2206"/>
                    </a:lnTo>
                    <a:close/>
                    <a:moveTo>
                      <a:pt x="4477" y="2158"/>
                    </a:moveTo>
                    <a:lnTo>
                      <a:pt x="4442" y="2194"/>
                    </a:lnTo>
                    <a:lnTo>
                      <a:pt x="4399" y="2151"/>
                    </a:lnTo>
                    <a:lnTo>
                      <a:pt x="4399" y="2108"/>
                    </a:lnTo>
                    <a:lnTo>
                      <a:pt x="4335" y="2108"/>
                    </a:lnTo>
                    <a:lnTo>
                      <a:pt x="4288" y="2156"/>
                    </a:lnTo>
                    <a:lnTo>
                      <a:pt x="4250" y="2156"/>
                    </a:lnTo>
                    <a:lnTo>
                      <a:pt x="4166" y="2241"/>
                    </a:lnTo>
                    <a:lnTo>
                      <a:pt x="4112" y="2241"/>
                    </a:lnTo>
                    <a:lnTo>
                      <a:pt x="4031" y="2322"/>
                    </a:lnTo>
                    <a:lnTo>
                      <a:pt x="4031" y="2460"/>
                    </a:lnTo>
                    <a:lnTo>
                      <a:pt x="4093" y="2522"/>
                    </a:lnTo>
                    <a:lnTo>
                      <a:pt x="4093" y="2503"/>
                    </a:lnTo>
                    <a:lnTo>
                      <a:pt x="4169" y="2503"/>
                    </a:lnTo>
                    <a:lnTo>
                      <a:pt x="4212" y="2460"/>
                    </a:lnTo>
                    <a:lnTo>
                      <a:pt x="4285" y="2460"/>
                    </a:lnTo>
                    <a:lnTo>
                      <a:pt x="4340" y="2515"/>
                    </a:lnTo>
                    <a:lnTo>
                      <a:pt x="4378" y="2479"/>
                    </a:lnTo>
                    <a:lnTo>
                      <a:pt x="4378" y="2574"/>
                    </a:lnTo>
                    <a:lnTo>
                      <a:pt x="4428" y="2624"/>
                    </a:lnTo>
                    <a:lnTo>
                      <a:pt x="4508" y="2624"/>
                    </a:lnTo>
                    <a:lnTo>
                      <a:pt x="4653" y="2479"/>
                    </a:lnTo>
                    <a:lnTo>
                      <a:pt x="4653" y="2381"/>
                    </a:lnTo>
                    <a:lnTo>
                      <a:pt x="4637" y="2365"/>
                    </a:lnTo>
                    <a:lnTo>
                      <a:pt x="4637" y="2329"/>
                    </a:lnTo>
                    <a:lnTo>
                      <a:pt x="4591" y="2284"/>
                    </a:lnTo>
                    <a:lnTo>
                      <a:pt x="4591" y="2253"/>
                    </a:lnTo>
                    <a:lnTo>
                      <a:pt x="4542" y="2203"/>
                    </a:lnTo>
                    <a:lnTo>
                      <a:pt x="4542" y="2168"/>
                    </a:lnTo>
                    <a:lnTo>
                      <a:pt x="4477" y="2103"/>
                    </a:lnTo>
                    <a:lnTo>
                      <a:pt x="4477" y="2158"/>
                    </a:lnTo>
                    <a:close/>
                    <a:moveTo>
                      <a:pt x="3953" y="2070"/>
                    </a:moveTo>
                    <a:lnTo>
                      <a:pt x="3988" y="2070"/>
                    </a:lnTo>
                    <a:lnTo>
                      <a:pt x="4003" y="2087"/>
                    </a:lnTo>
                    <a:lnTo>
                      <a:pt x="4057" y="2087"/>
                    </a:lnTo>
                    <a:lnTo>
                      <a:pt x="4067" y="2096"/>
                    </a:lnTo>
                    <a:lnTo>
                      <a:pt x="4100" y="2096"/>
                    </a:lnTo>
                    <a:lnTo>
                      <a:pt x="4074" y="2068"/>
                    </a:lnTo>
                    <a:lnTo>
                      <a:pt x="4003" y="2068"/>
                    </a:lnTo>
                    <a:lnTo>
                      <a:pt x="3988" y="2053"/>
                    </a:lnTo>
                    <a:lnTo>
                      <a:pt x="3936" y="2053"/>
                    </a:lnTo>
                    <a:lnTo>
                      <a:pt x="3953" y="2070"/>
                    </a:lnTo>
                    <a:close/>
                    <a:moveTo>
                      <a:pt x="4309" y="1930"/>
                    </a:moveTo>
                    <a:lnTo>
                      <a:pt x="4309" y="1958"/>
                    </a:lnTo>
                    <a:lnTo>
                      <a:pt x="4340" y="1958"/>
                    </a:lnTo>
                    <a:lnTo>
                      <a:pt x="4385" y="2004"/>
                    </a:lnTo>
                    <a:lnTo>
                      <a:pt x="4425" y="2004"/>
                    </a:lnTo>
                    <a:lnTo>
                      <a:pt x="4439" y="2020"/>
                    </a:lnTo>
                    <a:lnTo>
                      <a:pt x="4439" y="2056"/>
                    </a:lnTo>
                    <a:lnTo>
                      <a:pt x="4463" y="2056"/>
                    </a:lnTo>
                    <a:lnTo>
                      <a:pt x="4487" y="2080"/>
                    </a:lnTo>
                    <a:lnTo>
                      <a:pt x="4520" y="2080"/>
                    </a:lnTo>
                    <a:lnTo>
                      <a:pt x="4549" y="2051"/>
                    </a:lnTo>
                    <a:lnTo>
                      <a:pt x="4587" y="2089"/>
                    </a:lnTo>
                    <a:lnTo>
                      <a:pt x="4637" y="2089"/>
                    </a:lnTo>
                    <a:lnTo>
                      <a:pt x="4580" y="2034"/>
                    </a:lnTo>
                    <a:lnTo>
                      <a:pt x="4580" y="2020"/>
                    </a:lnTo>
                    <a:lnTo>
                      <a:pt x="4515" y="1954"/>
                    </a:lnTo>
                    <a:lnTo>
                      <a:pt x="4399" y="1954"/>
                    </a:lnTo>
                    <a:lnTo>
                      <a:pt x="4383" y="1973"/>
                    </a:lnTo>
                    <a:lnTo>
                      <a:pt x="4371" y="1961"/>
                    </a:lnTo>
                    <a:lnTo>
                      <a:pt x="4371" y="1930"/>
                    </a:lnTo>
                    <a:lnTo>
                      <a:pt x="4309" y="1930"/>
                    </a:lnTo>
                    <a:close/>
                    <a:moveTo>
                      <a:pt x="4138" y="1925"/>
                    </a:moveTo>
                    <a:lnTo>
                      <a:pt x="4138" y="2039"/>
                    </a:lnTo>
                    <a:lnTo>
                      <a:pt x="4178" y="1999"/>
                    </a:lnTo>
                    <a:lnTo>
                      <a:pt x="4216" y="1999"/>
                    </a:lnTo>
                    <a:lnTo>
                      <a:pt x="4174" y="1958"/>
                    </a:lnTo>
                    <a:lnTo>
                      <a:pt x="4197" y="1958"/>
                    </a:lnTo>
                    <a:lnTo>
                      <a:pt x="4231" y="1925"/>
                    </a:lnTo>
                    <a:lnTo>
                      <a:pt x="4138" y="1925"/>
                    </a:lnTo>
                    <a:close/>
                    <a:moveTo>
                      <a:pt x="3746" y="1868"/>
                    </a:moveTo>
                    <a:lnTo>
                      <a:pt x="3839" y="1963"/>
                    </a:lnTo>
                    <a:lnTo>
                      <a:pt x="3839" y="2001"/>
                    </a:lnTo>
                    <a:lnTo>
                      <a:pt x="3877" y="2039"/>
                    </a:lnTo>
                    <a:lnTo>
                      <a:pt x="3910" y="2039"/>
                    </a:lnTo>
                    <a:lnTo>
                      <a:pt x="3910" y="1980"/>
                    </a:lnTo>
                    <a:lnTo>
                      <a:pt x="3799" y="1868"/>
                    </a:lnTo>
                    <a:lnTo>
                      <a:pt x="3746" y="1868"/>
                    </a:lnTo>
                    <a:close/>
                    <a:moveTo>
                      <a:pt x="4017" y="1918"/>
                    </a:moveTo>
                    <a:lnTo>
                      <a:pt x="4026" y="1928"/>
                    </a:lnTo>
                    <a:lnTo>
                      <a:pt x="3984" y="1928"/>
                    </a:lnTo>
                    <a:lnTo>
                      <a:pt x="3984" y="1975"/>
                    </a:lnTo>
                    <a:lnTo>
                      <a:pt x="4017" y="2006"/>
                    </a:lnTo>
                    <a:lnTo>
                      <a:pt x="4086" y="2006"/>
                    </a:lnTo>
                    <a:lnTo>
                      <a:pt x="4114" y="1977"/>
                    </a:lnTo>
                    <a:lnTo>
                      <a:pt x="4105" y="1968"/>
                    </a:lnTo>
                    <a:lnTo>
                      <a:pt x="4105" y="1906"/>
                    </a:lnTo>
                    <a:lnTo>
                      <a:pt x="4143" y="1868"/>
                    </a:lnTo>
                    <a:lnTo>
                      <a:pt x="4102" y="1830"/>
                    </a:lnTo>
                    <a:lnTo>
                      <a:pt x="4017" y="1918"/>
                    </a:lnTo>
                    <a:close/>
                    <a:moveTo>
                      <a:pt x="3533" y="1806"/>
                    </a:moveTo>
                    <a:lnTo>
                      <a:pt x="3533" y="1880"/>
                    </a:lnTo>
                    <a:lnTo>
                      <a:pt x="3564" y="1849"/>
                    </a:lnTo>
                    <a:lnTo>
                      <a:pt x="3564" y="1825"/>
                    </a:lnTo>
                    <a:lnTo>
                      <a:pt x="3545" y="1806"/>
                    </a:lnTo>
                    <a:lnTo>
                      <a:pt x="3533" y="1806"/>
                    </a:lnTo>
                    <a:close/>
                    <a:moveTo>
                      <a:pt x="4136" y="1640"/>
                    </a:moveTo>
                    <a:lnTo>
                      <a:pt x="4136" y="1706"/>
                    </a:lnTo>
                    <a:lnTo>
                      <a:pt x="4157" y="1728"/>
                    </a:lnTo>
                    <a:lnTo>
                      <a:pt x="4157" y="1745"/>
                    </a:lnTo>
                    <a:lnTo>
                      <a:pt x="4193" y="1778"/>
                    </a:lnTo>
                    <a:lnTo>
                      <a:pt x="4193" y="1792"/>
                    </a:lnTo>
                    <a:lnTo>
                      <a:pt x="4204" y="1792"/>
                    </a:lnTo>
                    <a:lnTo>
                      <a:pt x="4204" y="1823"/>
                    </a:lnTo>
                    <a:lnTo>
                      <a:pt x="4231" y="1849"/>
                    </a:lnTo>
                    <a:lnTo>
                      <a:pt x="4266" y="1813"/>
                    </a:lnTo>
                    <a:lnTo>
                      <a:pt x="4259" y="1806"/>
                    </a:lnTo>
                    <a:lnTo>
                      <a:pt x="4259" y="1794"/>
                    </a:lnTo>
                    <a:lnTo>
                      <a:pt x="4240" y="1775"/>
                    </a:lnTo>
                    <a:lnTo>
                      <a:pt x="4240" y="1783"/>
                    </a:lnTo>
                    <a:lnTo>
                      <a:pt x="4235" y="1778"/>
                    </a:lnTo>
                    <a:lnTo>
                      <a:pt x="4235" y="1764"/>
                    </a:lnTo>
                    <a:lnTo>
                      <a:pt x="4171" y="1697"/>
                    </a:lnTo>
                    <a:lnTo>
                      <a:pt x="4171" y="1640"/>
                    </a:lnTo>
                    <a:lnTo>
                      <a:pt x="4136" y="1640"/>
                    </a:lnTo>
                    <a:close/>
                    <a:moveTo>
                      <a:pt x="1178" y="1645"/>
                    </a:moveTo>
                    <a:lnTo>
                      <a:pt x="1232" y="1645"/>
                    </a:lnTo>
                    <a:lnTo>
                      <a:pt x="1206" y="1619"/>
                    </a:lnTo>
                    <a:lnTo>
                      <a:pt x="1152" y="1619"/>
                    </a:lnTo>
                    <a:lnTo>
                      <a:pt x="1178" y="1645"/>
                    </a:lnTo>
                    <a:close/>
                    <a:moveTo>
                      <a:pt x="1007" y="1557"/>
                    </a:moveTo>
                    <a:lnTo>
                      <a:pt x="1007" y="1576"/>
                    </a:lnTo>
                    <a:lnTo>
                      <a:pt x="1064" y="1576"/>
                    </a:lnTo>
                    <a:lnTo>
                      <a:pt x="1102" y="1611"/>
                    </a:lnTo>
                    <a:lnTo>
                      <a:pt x="1145" y="1611"/>
                    </a:lnTo>
                    <a:lnTo>
                      <a:pt x="1088" y="1557"/>
                    </a:lnTo>
                    <a:lnTo>
                      <a:pt x="1007" y="1557"/>
                    </a:lnTo>
                    <a:close/>
                    <a:moveTo>
                      <a:pt x="4133" y="1523"/>
                    </a:moveTo>
                    <a:lnTo>
                      <a:pt x="4133" y="1557"/>
                    </a:lnTo>
                    <a:lnTo>
                      <a:pt x="4159" y="1581"/>
                    </a:lnTo>
                    <a:lnTo>
                      <a:pt x="4159" y="1523"/>
                    </a:lnTo>
                    <a:lnTo>
                      <a:pt x="4133" y="1523"/>
                    </a:lnTo>
                    <a:close/>
                    <a:moveTo>
                      <a:pt x="4264" y="1348"/>
                    </a:moveTo>
                    <a:lnTo>
                      <a:pt x="4252" y="1357"/>
                    </a:lnTo>
                    <a:lnTo>
                      <a:pt x="4283" y="1388"/>
                    </a:lnTo>
                    <a:lnTo>
                      <a:pt x="4283" y="1405"/>
                    </a:lnTo>
                    <a:lnTo>
                      <a:pt x="4311" y="1374"/>
                    </a:lnTo>
                    <a:lnTo>
                      <a:pt x="4283" y="1348"/>
                    </a:lnTo>
                    <a:lnTo>
                      <a:pt x="4264" y="1348"/>
                    </a:lnTo>
                    <a:close/>
                    <a:moveTo>
                      <a:pt x="2476" y="1321"/>
                    </a:moveTo>
                    <a:lnTo>
                      <a:pt x="2510" y="1355"/>
                    </a:lnTo>
                    <a:lnTo>
                      <a:pt x="2510" y="1321"/>
                    </a:lnTo>
                    <a:lnTo>
                      <a:pt x="2476" y="1321"/>
                    </a:lnTo>
                    <a:close/>
                    <a:moveTo>
                      <a:pt x="4337" y="1157"/>
                    </a:moveTo>
                    <a:lnTo>
                      <a:pt x="4373" y="1193"/>
                    </a:lnTo>
                    <a:lnTo>
                      <a:pt x="4373" y="1219"/>
                    </a:lnTo>
                    <a:lnTo>
                      <a:pt x="4326" y="1269"/>
                    </a:lnTo>
                    <a:lnTo>
                      <a:pt x="4326" y="1293"/>
                    </a:lnTo>
                    <a:lnTo>
                      <a:pt x="4295" y="1293"/>
                    </a:lnTo>
                    <a:lnTo>
                      <a:pt x="4264" y="1324"/>
                    </a:lnTo>
                    <a:lnTo>
                      <a:pt x="4276" y="1336"/>
                    </a:lnTo>
                    <a:lnTo>
                      <a:pt x="4299" y="1336"/>
                    </a:lnTo>
                    <a:lnTo>
                      <a:pt x="4321" y="1314"/>
                    </a:lnTo>
                    <a:lnTo>
                      <a:pt x="4321" y="1333"/>
                    </a:lnTo>
                    <a:lnTo>
                      <a:pt x="4302" y="1352"/>
                    </a:lnTo>
                    <a:lnTo>
                      <a:pt x="4321" y="1352"/>
                    </a:lnTo>
                    <a:lnTo>
                      <a:pt x="4349" y="1324"/>
                    </a:lnTo>
                    <a:lnTo>
                      <a:pt x="4368" y="1324"/>
                    </a:lnTo>
                    <a:lnTo>
                      <a:pt x="4406" y="1288"/>
                    </a:lnTo>
                    <a:lnTo>
                      <a:pt x="4406" y="1203"/>
                    </a:lnTo>
                    <a:lnTo>
                      <a:pt x="4375" y="1172"/>
                    </a:lnTo>
                    <a:lnTo>
                      <a:pt x="4375" y="1157"/>
                    </a:lnTo>
                    <a:lnTo>
                      <a:pt x="4337" y="1157"/>
                    </a:lnTo>
                    <a:close/>
                    <a:moveTo>
                      <a:pt x="1439" y="1129"/>
                    </a:moveTo>
                    <a:lnTo>
                      <a:pt x="1439" y="1148"/>
                    </a:lnTo>
                    <a:lnTo>
                      <a:pt x="1522" y="1148"/>
                    </a:lnTo>
                    <a:lnTo>
                      <a:pt x="1522" y="1100"/>
                    </a:lnTo>
                    <a:lnTo>
                      <a:pt x="1496" y="1072"/>
                    </a:lnTo>
                    <a:lnTo>
                      <a:pt x="1439" y="1129"/>
                    </a:lnTo>
                    <a:close/>
                    <a:moveTo>
                      <a:pt x="4347" y="1086"/>
                    </a:moveTo>
                    <a:lnTo>
                      <a:pt x="4375" y="1115"/>
                    </a:lnTo>
                    <a:lnTo>
                      <a:pt x="4347" y="1143"/>
                    </a:lnTo>
                    <a:lnTo>
                      <a:pt x="4392" y="1143"/>
                    </a:lnTo>
                    <a:lnTo>
                      <a:pt x="4430" y="1105"/>
                    </a:lnTo>
                    <a:lnTo>
                      <a:pt x="4413" y="1086"/>
                    </a:lnTo>
                    <a:lnTo>
                      <a:pt x="4397" y="1086"/>
                    </a:lnTo>
                    <a:lnTo>
                      <a:pt x="4373" y="1062"/>
                    </a:lnTo>
                    <a:lnTo>
                      <a:pt x="4347" y="1086"/>
                    </a:lnTo>
                    <a:close/>
                    <a:moveTo>
                      <a:pt x="2149" y="946"/>
                    </a:moveTo>
                    <a:lnTo>
                      <a:pt x="2130" y="970"/>
                    </a:lnTo>
                    <a:lnTo>
                      <a:pt x="2149" y="991"/>
                    </a:lnTo>
                    <a:lnTo>
                      <a:pt x="2149" y="1008"/>
                    </a:lnTo>
                    <a:lnTo>
                      <a:pt x="2149" y="1070"/>
                    </a:lnTo>
                    <a:lnTo>
                      <a:pt x="2189" y="1029"/>
                    </a:lnTo>
                    <a:lnTo>
                      <a:pt x="2201" y="1020"/>
                    </a:lnTo>
                    <a:lnTo>
                      <a:pt x="2201" y="974"/>
                    </a:lnTo>
                    <a:lnTo>
                      <a:pt x="2149" y="946"/>
                    </a:lnTo>
                    <a:close/>
                    <a:moveTo>
                      <a:pt x="2199" y="917"/>
                    </a:moveTo>
                    <a:lnTo>
                      <a:pt x="2213" y="934"/>
                    </a:lnTo>
                    <a:lnTo>
                      <a:pt x="2213" y="984"/>
                    </a:lnTo>
                    <a:lnTo>
                      <a:pt x="2229" y="1001"/>
                    </a:lnTo>
                    <a:lnTo>
                      <a:pt x="2229" y="1024"/>
                    </a:lnTo>
                    <a:lnTo>
                      <a:pt x="2206" y="1048"/>
                    </a:lnTo>
                    <a:lnTo>
                      <a:pt x="2206" y="1091"/>
                    </a:lnTo>
                    <a:lnTo>
                      <a:pt x="2234" y="1091"/>
                    </a:lnTo>
                    <a:lnTo>
                      <a:pt x="2248" y="1077"/>
                    </a:lnTo>
                    <a:lnTo>
                      <a:pt x="2298" y="1077"/>
                    </a:lnTo>
                    <a:lnTo>
                      <a:pt x="2298" y="1010"/>
                    </a:lnTo>
                    <a:lnTo>
                      <a:pt x="2286" y="1010"/>
                    </a:lnTo>
                    <a:lnTo>
                      <a:pt x="2263" y="984"/>
                    </a:lnTo>
                    <a:lnTo>
                      <a:pt x="2263" y="927"/>
                    </a:lnTo>
                    <a:lnTo>
                      <a:pt x="2227" y="891"/>
                    </a:lnTo>
                    <a:lnTo>
                      <a:pt x="2199" y="917"/>
                    </a:lnTo>
                    <a:close/>
                    <a:moveTo>
                      <a:pt x="4292" y="827"/>
                    </a:moveTo>
                    <a:lnTo>
                      <a:pt x="4292" y="889"/>
                    </a:lnTo>
                    <a:lnTo>
                      <a:pt x="4330" y="927"/>
                    </a:lnTo>
                    <a:lnTo>
                      <a:pt x="4330" y="1046"/>
                    </a:lnTo>
                    <a:lnTo>
                      <a:pt x="4361" y="1015"/>
                    </a:lnTo>
                    <a:lnTo>
                      <a:pt x="4361" y="903"/>
                    </a:lnTo>
                    <a:lnTo>
                      <a:pt x="4304" y="849"/>
                    </a:lnTo>
                    <a:lnTo>
                      <a:pt x="4304" y="827"/>
                    </a:lnTo>
                    <a:lnTo>
                      <a:pt x="4292" y="827"/>
                    </a:lnTo>
                    <a:close/>
                    <a:moveTo>
                      <a:pt x="1971" y="732"/>
                    </a:moveTo>
                    <a:lnTo>
                      <a:pt x="2021" y="782"/>
                    </a:lnTo>
                    <a:lnTo>
                      <a:pt x="2066" y="782"/>
                    </a:lnTo>
                    <a:lnTo>
                      <a:pt x="2111" y="737"/>
                    </a:lnTo>
                    <a:lnTo>
                      <a:pt x="2089" y="718"/>
                    </a:lnTo>
                    <a:lnTo>
                      <a:pt x="2021" y="718"/>
                    </a:lnTo>
                    <a:lnTo>
                      <a:pt x="1999" y="704"/>
                    </a:lnTo>
                    <a:lnTo>
                      <a:pt x="1971" y="732"/>
                    </a:lnTo>
                    <a:close/>
                    <a:moveTo>
                      <a:pt x="1277" y="399"/>
                    </a:moveTo>
                    <a:lnTo>
                      <a:pt x="1221" y="456"/>
                    </a:lnTo>
                    <a:lnTo>
                      <a:pt x="1221" y="487"/>
                    </a:lnTo>
                    <a:lnTo>
                      <a:pt x="1244" y="511"/>
                    </a:lnTo>
                    <a:lnTo>
                      <a:pt x="1308" y="511"/>
                    </a:lnTo>
                    <a:lnTo>
                      <a:pt x="1363" y="566"/>
                    </a:lnTo>
                    <a:lnTo>
                      <a:pt x="1330" y="599"/>
                    </a:lnTo>
                    <a:lnTo>
                      <a:pt x="1391" y="599"/>
                    </a:lnTo>
                    <a:lnTo>
                      <a:pt x="1330" y="663"/>
                    </a:lnTo>
                    <a:lnTo>
                      <a:pt x="1296" y="663"/>
                    </a:lnTo>
                    <a:lnTo>
                      <a:pt x="1296" y="696"/>
                    </a:lnTo>
                    <a:lnTo>
                      <a:pt x="1356" y="696"/>
                    </a:lnTo>
                    <a:lnTo>
                      <a:pt x="1356" y="725"/>
                    </a:lnTo>
                    <a:lnTo>
                      <a:pt x="1415" y="787"/>
                    </a:lnTo>
                    <a:lnTo>
                      <a:pt x="1448" y="753"/>
                    </a:lnTo>
                    <a:lnTo>
                      <a:pt x="1448" y="689"/>
                    </a:lnTo>
                    <a:lnTo>
                      <a:pt x="1477" y="689"/>
                    </a:lnTo>
                    <a:lnTo>
                      <a:pt x="1515" y="651"/>
                    </a:lnTo>
                    <a:lnTo>
                      <a:pt x="1467" y="604"/>
                    </a:lnTo>
                    <a:lnTo>
                      <a:pt x="1467" y="523"/>
                    </a:lnTo>
                    <a:lnTo>
                      <a:pt x="1406" y="461"/>
                    </a:lnTo>
                    <a:lnTo>
                      <a:pt x="1406" y="399"/>
                    </a:lnTo>
                    <a:lnTo>
                      <a:pt x="1277" y="399"/>
                    </a:lnTo>
                    <a:close/>
                    <a:moveTo>
                      <a:pt x="1266" y="340"/>
                    </a:moveTo>
                    <a:lnTo>
                      <a:pt x="1299" y="373"/>
                    </a:lnTo>
                    <a:lnTo>
                      <a:pt x="1401" y="373"/>
                    </a:lnTo>
                    <a:lnTo>
                      <a:pt x="1401" y="340"/>
                    </a:lnTo>
                    <a:lnTo>
                      <a:pt x="1334" y="340"/>
                    </a:lnTo>
                    <a:lnTo>
                      <a:pt x="1299" y="307"/>
                    </a:lnTo>
                    <a:lnTo>
                      <a:pt x="1266" y="340"/>
                    </a:lnTo>
                    <a:close/>
                    <a:moveTo>
                      <a:pt x="2904" y="404"/>
                    </a:moveTo>
                    <a:lnTo>
                      <a:pt x="2904" y="497"/>
                    </a:lnTo>
                    <a:lnTo>
                      <a:pt x="2951" y="544"/>
                    </a:lnTo>
                    <a:lnTo>
                      <a:pt x="2984" y="544"/>
                    </a:lnTo>
                    <a:lnTo>
                      <a:pt x="2932" y="492"/>
                    </a:lnTo>
                    <a:lnTo>
                      <a:pt x="2932" y="423"/>
                    </a:lnTo>
                    <a:lnTo>
                      <a:pt x="3025" y="328"/>
                    </a:lnTo>
                    <a:lnTo>
                      <a:pt x="3001" y="304"/>
                    </a:lnTo>
                    <a:lnTo>
                      <a:pt x="2904" y="404"/>
                    </a:lnTo>
                    <a:close/>
                    <a:moveTo>
                      <a:pt x="1064" y="1219"/>
                    </a:moveTo>
                    <a:lnTo>
                      <a:pt x="1085" y="1219"/>
                    </a:lnTo>
                    <a:lnTo>
                      <a:pt x="1104" y="1203"/>
                    </a:lnTo>
                    <a:lnTo>
                      <a:pt x="1118" y="1203"/>
                    </a:lnTo>
                    <a:lnTo>
                      <a:pt x="1128" y="1210"/>
                    </a:lnTo>
                    <a:lnTo>
                      <a:pt x="1111" y="1229"/>
                    </a:lnTo>
                    <a:lnTo>
                      <a:pt x="1095" y="1229"/>
                    </a:lnTo>
                    <a:lnTo>
                      <a:pt x="1090" y="1234"/>
                    </a:lnTo>
                    <a:lnTo>
                      <a:pt x="1064" y="1234"/>
                    </a:lnTo>
                    <a:lnTo>
                      <a:pt x="1064" y="1219"/>
                    </a:lnTo>
                    <a:close/>
                    <a:moveTo>
                      <a:pt x="1126" y="1196"/>
                    </a:moveTo>
                    <a:lnTo>
                      <a:pt x="1126" y="1184"/>
                    </a:lnTo>
                    <a:lnTo>
                      <a:pt x="1135" y="1174"/>
                    </a:lnTo>
                    <a:lnTo>
                      <a:pt x="1152" y="1174"/>
                    </a:lnTo>
                    <a:lnTo>
                      <a:pt x="1159" y="1181"/>
                    </a:lnTo>
                    <a:lnTo>
                      <a:pt x="1173" y="1181"/>
                    </a:lnTo>
                    <a:lnTo>
                      <a:pt x="1173" y="1196"/>
                    </a:lnTo>
                    <a:lnTo>
                      <a:pt x="1126" y="1196"/>
                    </a:lnTo>
                    <a:close/>
                    <a:moveTo>
                      <a:pt x="1002" y="1217"/>
                    </a:moveTo>
                    <a:lnTo>
                      <a:pt x="1002" y="1157"/>
                    </a:lnTo>
                    <a:lnTo>
                      <a:pt x="1028" y="1131"/>
                    </a:lnTo>
                    <a:lnTo>
                      <a:pt x="1090" y="1131"/>
                    </a:lnTo>
                    <a:lnTo>
                      <a:pt x="1121" y="1162"/>
                    </a:lnTo>
                    <a:lnTo>
                      <a:pt x="1080" y="1203"/>
                    </a:lnTo>
                    <a:lnTo>
                      <a:pt x="1080" y="1155"/>
                    </a:lnTo>
                    <a:lnTo>
                      <a:pt x="1045" y="1155"/>
                    </a:lnTo>
                    <a:lnTo>
                      <a:pt x="1021" y="1179"/>
                    </a:lnTo>
                    <a:lnTo>
                      <a:pt x="1021" y="1217"/>
                    </a:lnTo>
                    <a:lnTo>
                      <a:pt x="1002" y="1217"/>
                    </a:lnTo>
                    <a:close/>
                    <a:moveTo>
                      <a:pt x="1016" y="1062"/>
                    </a:moveTo>
                    <a:lnTo>
                      <a:pt x="1038" y="1062"/>
                    </a:lnTo>
                    <a:lnTo>
                      <a:pt x="1085" y="1110"/>
                    </a:lnTo>
                    <a:lnTo>
                      <a:pt x="1038" y="1110"/>
                    </a:lnTo>
                    <a:lnTo>
                      <a:pt x="1038" y="1096"/>
                    </a:lnTo>
                    <a:lnTo>
                      <a:pt x="981" y="1098"/>
                    </a:lnTo>
                    <a:lnTo>
                      <a:pt x="1016" y="1062"/>
                    </a:lnTo>
                    <a:close/>
                    <a:moveTo>
                      <a:pt x="337" y="250"/>
                    </a:moveTo>
                    <a:lnTo>
                      <a:pt x="238" y="349"/>
                    </a:lnTo>
                    <a:lnTo>
                      <a:pt x="238" y="385"/>
                    </a:lnTo>
                    <a:lnTo>
                      <a:pt x="183" y="385"/>
                    </a:lnTo>
                    <a:lnTo>
                      <a:pt x="150" y="421"/>
                    </a:lnTo>
                    <a:lnTo>
                      <a:pt x="150" y="447"/>
                    </a:lnTo>
                    <a:lnTo>
                      <a:pt x="200" y="447"/>
                    </a:lnTo>
                    <a:lnTo>
                      <a:pt x="200" y="485"/>
                    </a:lnTo>
                    <a:lnTo>
                      <a:pt x="143" y="485"/>
                    </a:lnTo>
                    <a:lnTo>
                      <a:pt x="86" y="542"/>
                    </a:lnTo>
                    <a:lnTo>
                      <a:pt x="86" y="597"/>
                    </a:lnTo>
                    <a:lnTo>
                      <a:pt x="105" y="597"/>
                    </a:lnTo>
                    <a:lnTo>
                      <a:pt x="105" y="637"/>
                    </a:lnTo>
                    <a:lnTo>
                      <a:pt x="133" y="666"/>
                    </a:lnTo>
                    <a:lnTo>
                      <a:pt x="72" y="727"/>
                    </a:lnTo>
                    <a:lnTo>
                      <a:pt x="0" y="727"/>
                    </a:lnTo>
                    <a:lnTo>
                      <a:pt x="0" y="753"/>
                    </a:lnTo>
                    <a:lnTo>
                      <a:pt x="95" y="753"/>
                    </a:lnTo>
                    <a:lnTo>
                      <a:pt x="204" y="644"/>
                    </a:lnTo>
                    <a:lnTo>
                      <a:pt x="288" y="644"/>
                    </a:lnTo>
                    <a:lnTo>
                      <a:pt x="316" y="616"/>
                    </a:lnTo>
                    <a:lnTo>
                      <a:pt x="442" y="744"/>
                    </a:lnTo>
                    <a:lnTo>
                      <a:pt x="442" y="832"/>
                    </a:lnTo>
                    <a:lnTo>
                      <a:pt x="482" y="872"/>
                    </a:lnTo>
                    <a:lnTo>
                      <a:pt x="482" y="984"/>
                    </a:lnTo>
                    <a:lnTo>
                      <a:pt x="506" y="1008"/>
                    </a:lnTo>
                    <a:lnTo>
                      <a:pt x="506" y="1115"/>
                    </a:lnTo>
                    <a:lnTo>
                      <a:pt x="449" y="1172"/>
                    </a:lnTo>
                    <a:lnTo>
                      <a:pt x="449" y="1300"/>
                    </a:lnTo>
                    <a:lnTo>
                      <a:pt x="518" y="1371"/>
                    </a:lnTo>
                    <a:lnTo>
                      <a:pt x="518" y="1450"/>
                    </a:lnTo>
                    <a:lnTo>
                      <a:pt x="594" y="1526"/>
                    </a:lnTo>
                    <a:lnTo>
                      <a:pt x="594" y="1500"/>
                    </a:lnTo>
                    <a:lnTo>
                      <a:pt x="542" y="1447"/>
                    </a:lnTo>
                    <a:lnTo>
                      <a:pt x="542" y="1402"/>
                    </a:lnTo>
                    <a:lnTo>
                      <a:pt x="675" y="1535"/>
                    </a:lnTo>
                    <a:lnTo>
                      <a:pt x="675" y="1581"/>
                    </a:lnTo>
                    <a:lnTo>
                      <a:pt x="755" y="1661"/>
                    </a:lnTo>
                    <a:lnTo>
                      <a:pt x="822" y="1661"/>
                    </a:lnTo>
                    <a:lnTo>
                      <a:pt x="883" y="1723"/>
                    </a:lnTo>
                    <a:lnTo>
                      <a:pt x="943" y="1723"/>
                    </a:lnTo>
                    <a:lnTo>
                      <a:pt x="995" y="1778"/>
                    </a:lnTo>
                    <a:lnTo>
                      <a:pt x="1059" y="1778"/>
                    </a:lnTo>
                    <a:lnTo>
                      <a:pt x="1059" y="1849"/>
                    </a:lnTo>
                    <a:lnTo>
                      <a:pt x="1007" y="1901"/>
                    </a:lnTo>
                    <a:lnTo>
                      <a:pt x="1007" y="2044"/>
                    </a:lnTo>
                    <a:lnTo>
                      <a:pt x="1173" y="2210"/>
                    </a:lnTo>
                    <a:lnTo>
                      <a:pt x="1173" y="2564"/>
                    </a:lnTo>
                    <a:lnTo>
                      <a:pt x="1197" y="2586"/>
                    </a:lnTo>
                    <a:lnTo>
                      <a:pt x="1197" y="2757"/>
                    </a:lnTo>
                    <a:lnTo>
                      <a:pt x="1294" y="2854"/>
                    </a:lnTo>
                    <a:lnTo>
                      <a:pt x="1356" y="2854"/>
                    </a:lnTo>
                    <a:lnTo>
                      <a:pt x="1266" y="2762"/>
                    </a:lnTo>
                    <a:lnTo>
                      <a:pt x="1327" y="2700"/>
                    </a:lnTo>
                    <a:lnTo>
                      <a:pt x="1280" y="2650"/>
                    </a:lnTo>
                    <a:lnTo>
                      <a:pt x="1320" y="2650"/>
                    </a:lnTo>
                    <a:lnTo>
                      <a:pt x="1320" y="2562"/>
                    </a:lnTo>
                    <a:lnTo>
                      <a:pt x="1339" y="2562"/>
                    </a:lnTo>
                    <a:lnTo>
                      <a:pt x="1339" y="2515"/>
                    </a:lnTo>
                    <a:lnTo>
                      <a:pt x="1413" y="2515"/>
                    </a:lnTo>
                    <a:lnTo>
                      <a:pt x="1413" y="2479"/>
                    </a:lnTo>
                    <a:lnTo>
                      <a:pt x="1508" y="2384"/>
                    </a:lnTo>
                    <a:lnTo>
                      <a:pt x="1550" y="2389"/>
                    </a:lnTo>
                    <a:lnTo>
                      <a:pt x="1548" y="2348"/>
                    </a:lnTo>
                    <a:lnTo>
                      <a:pt x="1581" y="2322"/>
                    </a:lnTo>
                    <a:lnTo>
                      <a:pt x="1574" y="2270"/>
                    </a:lnTo>
                    <a:lnTo>
                      <a:pt x="1653" y="2189"/>
                    </a:lnTo>
                    <a:lnTo>
                      <a:pt x="1653" y="2127"/>
                    </a:lnTo>
                    <a:lnTo>
                      <a:pt x="1729" y="2053"/>
                    </a:lnTo>
                    <a:lnTo>
                      <a:pt x="1729" y="2011"/>
                    </a:lnTo>
                    <a:lnTo>
                      <a:pt x="1657" y="1942"/>
                    </a:lnTo>
                    <a:lnTo>
                      <a:pt x="1550" y="1942"/>
                    </a:lnTo>
                    <a:lnTo>
                      <a:pt x="1420" y="1809"/>
                    </a:lnTo>
                    <a:lnTo>
                      <a:pt x="1372" y="1809"/>
                    </a:lnTo>
                    <a:lnTo>
                      <a:pt x="1301" y="1740"/>
                    </a:lnTo>
                    <a:lnTo>
                      <a:pt x="1221" y="1740"/>
                    </a:lnTo>
                    <a:lnTo>
                      <a:pt x="1194" y="1711"/>
                    </a:lnTo>
                    <a:lnTo>
                      <a:pt x="1128" y="1711"/>
                    </a:lnTo>
                    <a:lnTo>
                      <a:pt x="1092" y="1749"/>
                    </a:lnTo>
                    <a:lnTo>
                      <a:pt x="1012" y="1749"/>
                    </a:lnTo>
                    <a:lnTo>
                      <a:pt x="1012" y="1664"/>
                    </a:lnTo>
                    <a:lnTo>
                      <a:pt x="900" y="1664"/>
                    </a:lnTo>
                    <a:lnTo>
                      <a:pt x="978" y="1583"/>
                    </a:lnTo>
                    <a:lnTo>
                      <a:pt x="924" y="1583"/>
                    </a:lnTo>
                    <a:lnTo>
                      <a:pt x="888" y="1621"/>
                    </a:lnTo>
                    <a:lnTo>
                      <a:pt x="843" y="1621"/>
                    </a:lnTo>
                    <a:lnTo>
                      <a:pt x="805" y="1581"/>
                    </a:lnTo>
                    <a:lnTo>
                      <a:pt x="805" y="1497"/>
                    </a:lnTo>
                    <a:lnTo>
                      <a:pt x="857" y="1443"/>
                    </a:lnTo>
                    <a:lnTo>
                      <a:pt x="883" y="1469"/>
                    </a:lnTo>
                    <a:lnTo>
                      <a:pt x="931" y="1469"/>
                    </a:lnTo>
                    <a:lnTo>
                      <a:pt x="931" y="1433"/>
                    </a:lnTo>
                    <a:lnTo>
                      <a:pt x="1028" y="1433"/>
                    </a:lnTo>
                    <a:lnTo>
                      <a:pt x="1028" y="1500"/>
                    </a:lnTo>
                    <a:lnTo>
                      <a:pt x="1047" y="1521"/>
                    </a:lnTo>
                    <a:lnTo>
                      <a:pt x="1071" y="1521"/>
                    </a:lnTo>
                    <a:lnTo>
                      <a:pt x="1071" y="1426"/>
                    </a:lnTo>
                    <a:lnTo>
                      <a:pt x="1171" y="1329"/>
                    </a:lnTo>
                    <a:lnTo>
                      <a:pt x="1171" y="1305"/>
                    </a:lnTo>
                    <a:lnTo>
                      <a:pt x="1223" y="1253"/>
                    </a:lnTo>
                    <a:lnTo>
                      <a:pt x="1256" y="1253"/>
                    </a:lnTo>
                    <a:lnTo>
                      <a:pt x="1256" y="1234"/>
                    </a:lnTo>
                    <a:lnTo>
                      <a:pt x="1289" y="1207"/>
                    </a:lnTo>
                    <a:lnTo>
                      <a:pt x="1311" y="1186"/>
                    </a:lnTo>
                    <a:lnTo>
                      <a:pt x="1344" y="1174"/>
                    </a:lnTo>
                    <a:lnTo>
                      <a:pt x="1344" y="1203"/>
                    </a:lnTo>
                    <a:lnTo>
                      <a:pt x="1399" y="1150"/>
                    </a:lnTo>
                    <a:lnTo>
                      <a:pt x="1368" y="1119"/>
                    </a:lnTo>
                    <a:lnTo>
                      <a:pt x="1368" y="1093"/>
                    </a:lnTo>
                    <a:lnTo>
                      <a:pt x="1339" y="1093"/>
                    </a:lnTo>
                    <a:lnTo>
                      <a:pt x="1339" y="1072"/>
                    </a:lnTo>
                    <a:lnTo>
                      <a:pt x="1458" y="1072"/>
                    </a:lnTo>
                    <a:lnTo>
                      <a:pt x="1503" y="1027"/>
                    </a:lnTo>
                    <a:lnTo>
                      <a:pt x="1503" y="1010"/>
                    </a:lnTo>
                    <a:lnTo>
                      <a:pt x="1429" y="934"/>
                    </a:lnTo>
                    <a:lnTo>
                      <a:pt x="1429" y="799"/>
                    </a:lnTo>
                    <a:lnTo>
                      <a:pt x="1361" y="865"/>
                    </a:lnTo>
                    <a:lnTo>
                      <a:pt x="1361" y="803"/>
                    </a:lnTo>
                    <a:lnTo>
                      <a:pt x="1308" y="751"/>
                    </a:lnTo>
                    <a:lnTo>
                      <a:pt x="1242" y="751"/>
                    </a:lnTo>
                    <a:lnTo>
                      <a:pt x="1242" y="872"/>
                    </a:lnTo>
                    <a:lnTo>
                      <a:pt x="1171" y="948"/>
                    </a:lnTo>
                    <a:lnTo>
                      <a:pt x="1171" y="1020"/>
                    </a:lnTo>
                    <a:lnTo>
                      <a:pt x="1126" y="1020"/>
                    </a:lnTo>
                    <a:lnTo>
                      <a:pt x="1126" y="951"/>
                    </a:lnTo>
                    <a:lnTo>
                      <a:pt x="1026" y="853"/>
                    </a:lnTo>
                    <a:lnTo>
                      <a:pt x="1026" y="799"/>
                    </a:lnTo>
                    <a:lnTo>
                      <a:pt x="1173" y="651"/>
                    </a:lnTo>
                    <a:lnTo>
                      <a:pt x="1173" y="706"/>
                    </a:lnTo>
                    <a:lnTo>
                      <a:pt x="1261" y="706"/>
                    </a:lnTo>
                    <a:lnTo>
                      <a:pt x="1209" y="649"/>
                    </a:lnTo>
                    <a:lnTo>
                      <a:pt x="1209" y="623"/>
                    </a:lnTo>
                    <a:lnTo>
                      <a:pt x="1277" y="623"/>
                    </a:lnTo>
                    <a:lnTo>
                      <a:pt x="1277" y="559"/>
                    </a:lnTo>
                    <a:lnTo>
                      <a:pt x="1247" y="530"/>
                    </a:lnTo>
                    <a:lnTo>
                      <a:pt x="1213" y="561"/>
                    </a:lnTo>
                    <a:lnTo>
                      <a:pt x="1171" y="518"/>
                    </a:lnTo>
                    <a:lnTo>
                      <a:pt x="1171" y="425"/>
                    </a:lnTo>
                    <a:lnTo>
                      <a:pt x="1242" y="352"/>
                    </a:lnTo>
                    <a:lnTo>
                      <a:pt x="1209" y="319"/>
                    </a:lnTo>
                    <a:lnTo>
                      <a:pt x="1142" y="319"/>
                    </a:lnTo>
                    <a:lnTo>
                      <a:pt x="1102" y="359"/>
                    </a:lnTo>
                    <a:lnTo>
                      <a:pt x="1102" y="411"/>
                    </a:lnTo>
                    <a:lnTo>
                      <a:pt x="1149" y="459"/>
                    </a:lnTo>
                    <a:lnTo>
                      <a:pt x="1061" y="547"/>
                    </a:lnTo>
                    <a:lnTo>
                      <a:pt x="1028" y="547"/>
                    </a:lnTo>
                    <a:lnTo>
                      <a:pt x="986" y="504"/>
                    </a:lnTo>
                    <a:lnTo>
                      <a:pt x="1007" y="504"/>
                    </a:lnTo>
                    <a:lnTo>
                      <a:pt x="1052" y="459"/>
                    </a:lnTo>
                    <a:lnTo>
                      <a:pt x="1052" y="380"/>
                    </a:lnTo>
                    <a:lnTo>
                      <a:pt x="1092" y="338"/>
                    </a:lnTo>
                    <a:lnTo>
                      <a:pt x="1092" y="297"/>
                    </a:lnTo>
                    <a:lnTo>
                      <a:pt x="1023" y="368"/>
                    </a:lnTo>
                    <a:lnTo>
                      <a:pt x="962" y="307"/>
                    </a:lnTo>
                    <a:lnTo>
                      <a:pt x="962" y="271"/>
                    </a:lnTo>
                    <a:lnTo>
                      <a:pt x="881" y="271"/>
                    </a:lnTo>
                    <a:lnTo>
                      <a:pt x="815" y="338"/>
                    </a:lnTo>
                    <a:lnTo>
                      <a:pt x="862" y="385"/>
                    </a:lnTo>
                    <a:lnTo>
                      <a:pt x="862" y="509"/>
                    </a:lnTo>
                    <a:lnTo>
                      <a:pt x="741" y="387"/>
                    </a:lnTo>
                    <a:lnTo>
                      <a:pt x="594" y="387"/>
                    </a:lnTo>
                    <a:lnTo>
                      <a:pt x="456" y="250"/>
                    </a:lnTo>
                    <a:lnTo>
                      <a:pt x="337" y="250"/>
                    </a:lnTo>
                    <a:close/>
                    <a:moveTo>
                      <a:pt x="1185" y="231"/>
                    </a:moveTo>
                    <a:lnTo>
                      <a:pt x="1185" y="278"/>
                    </a:lnTo>
                    <a:lnTo>
                      <a:pt x="1156" y="307"/>
                    </a:lnTo>
                    <a:lnTo>
                      <a:pt x="1197" y="307"/>
                    </a:lnTo>
                    <a:lnTo>
                      <a:pt x="1244" y="259"/>
                    </a:lnTo>
                    <a:lnTo>
                      <a:pt x="1216" y="231"/>
                    </a:lnTo>
                    <a:lnTo>
                      <a:pt x="1185" y="231"/>
                    </a:lnTo>
                    <a:close/>
                    <a:moveTo>
                      <a:pt x="2403" y="252"/>
                    </a:moveTo>
                    <a:lnTo>
                      <a:pt x="2403" y="302"/>
                    </a:lnTo>
                    <a:lnTo>
                      <a:pt x="2472" y="371"/>
                    </a:lnTo>
                    <a:lnTo>
                      <a:pt x="2495" y="371"/>
                    </a:lnTo>
                    <a:lnTo>
                      <a:pt x="2495" y="266"/>
                    </a:lnTo>
                    <a:lnTo>
                      <a:pt x="2443" y="214"/>
                    </a:lnTo>
                    <a:lnTo>
                      <a:pt x="2403" y="252"/>
                    </a:lnTo>
                    <a:close/>
                    <a:moveTo>
                      <a:pt x="2464" y="207"/>
                    </a:moveTo>
                    <a:lnTo>
                      <a:pt x="2510" y="254"/>
                    </a:lnTo>
                    <a:lnTo>
                      <a:pt x="2524" y="254"/>
                    </a:lnTo>
                    <a:lnTo>
                      <a:pt x="2571" y="207"/>
                    </a:lnTo>
                    <a:lnTo>
                      <a:pt x="2464" y="207"/>
                    </a:lnTo>
                    <a:close/>
                    <a:moveTo>
                      <a:pt x="3018" y="1326"/>
                    </a:moveTo>
                    <a:lnTo>
                      <a:pt x="3018" y="1272"/>
                    </a:lnTo>
                    <a:lnTo>
                      <a:pt x="3025" y="1264"/>
                    </a:lnTo>
                    <a:lnTo>
                      <a:pt x="2977" y="1217"/>
                    </a:lnTo>
                    <a:lnTo>
                      <a:pt x="2977" y="1176"/>
                    </a:lnTo>
                    <a:lnTo>
                      <a:pt x="3018" y="1136"/>
                    </a:lnTo>
                    <a:lnTo>
                      <a:pt x="3048" y="1136"/>
                    </a:lnTo>
                    <a:lnTo>
                      <a:pt x="3048" y="1160"/>
                    </a:lnTo>
                    <a:lnTo>
                      <a:pt x="3022" y="1188"/>
                    </a:lnTo>
                    <a:lnTo>
                      <a:pt x="3072" y="1238"/>
                    </a:lnTo>
                    <a:lnTo>
                      <a:pt x="3072" y="1283"/>
                    </a:lnTo>
                    <a:lnTo>
                      <a:pt x="3089" y="1300"/>
                    </a:lnTo>
                    <a:lnTo>
                      <a:pt x="3089" y="1329"/>
                    </a:lnTo>
                    <a:lnTo>
                      <a:pt x="3067" y="1348"/>
                    </a:lnTo>
                    <a:lnTo>
                      <a:pt x="3060" y="1340"/>
                    </a:lnTo>
                    <a:lnTo>
                      <a:pt x="3032" y="1340"/>
                    </a:lnTo>
                    <a:lnTo>
                      <a:pt x="3018" y="1326"/>
                    </a:lnTo>
                    <a:close/>
                    <a:moveTo>
                      <a:pt x="3362" y="190"/>
                    </a:moveTo>
                    <a:lnTo>
                      <a:pt x="3362" y="235"/>
                    </a:lnTo>
                    <a:lnTo>
                      <a:pt x="3262" y="335"/>
                    </a:lnTo>
                    <a:lnTo>
                      <a:pt x="3262" y="361"/>
                    </a:lnTo>
                    <a:lnTo>
                      <a:pt x="3210" y="414"/>
                    </a:lnTo>
                    <a:lnTo>
                      <a:pt x="3210" y="437"/>
                    </a:lnTo>
                    <a:lnTo>
                      <a:pt x="3158" y="492"/>
                    </a:lnTo>
                    <a:lnTo>
                      <a:pt x="3139" y="473"/>
                    </a:lnTo>
                    <a:lnTo>
                      <a:pt x="3098" y="473"/>
                    </a:lnTo>
                    <a:lnTo>
                      <a:pt x="3098" y="561"/>
                    </a:lnTo>
                    <a:lnTo>
                      <a:pt x="3015" y="561"/>
                    </a:lnTo>
                    <a:lnTo>
                      <a:pt x="3015" y="578"/>
                    </a:lnTo>
                    <a:lnTo>
                      <a:pt x="2946" y="644"/>
                    </a:lnTo>
                    <a:lnTo>
                      <a:pt x="2946" y="589"/>
                    </a:lnTo>
                    <a:lnTo>
                      <a:pt x="2866" y="668"/>
                    </a:lnTo>
                    <a:lnTo>
                      <a:pt x="2866" y="637"/>
                    </a:lnTo>
                    <a:lnTo>
                      <a:pt x="2837" y="608"/>
                    </a:lnTo>
                    <a:lnTo>
                      <a:pt x="2837" y="675"/>
                    </a:lnTo>
                    <a:lnTo>
                      <a:pt x="2787" y="727"/>
                    </a:lnTo>
                    <a:lnTo>
                      <a:pt x="2749" y="727"/>
                    </a:lnTo>
                    <a:lnTo>
                      <a:pt x="2704" y="680"/>
                    </a:lnTo>
                    <a:lnTo>
                      <a:pt x="2804" y="680"/>
                    </a:lnTo>
                    <a:lnTo>
                      <a:pt x="2804" y="651"/>
                    </a:lnTo>
                    <a:lnTo>
                      <a:pt x="2773" y="623"/>
                    </a:lnTo>
                    <a:lnTo>
                      <a:pt x="2737" y="623"/>
                    </a:lnTo>
                    <a:lnTo>
                      <a:pt x="2716" y="601"/>
                    </a:lnTo>
                    <a:lnTo>
                      <a:pt x="2661" y="601"/>
                    </a:lnTo>
                    <a:lnTo>
                      <a:pt x="2661" y="561"/>
                    </a:lnTo>
                    <a:lnTo>
                      <a:pt x="2602" y="561"/>
                    </a:lnTo>
                    <a:lnTo>
                      <a:pt x="2583" y="582"/>
                    </a:lnTo>
                    <a:lnTo>
                      <a:pt x="2550" y="582"/>
                    </a:lnTo>
                    <a:lnTo>
                      <a:pt x="2429" y="701"/>
                    </a:lnTo>
                    <a:lnTo>
                      <a:pt x="2429" y="756"/>
                    </a:lnTo>
                    <a:lnTo>
                      <a:pt x="2362" y="825"/>
                    </a:lnTo>
                    <a:lnTo>
                      <a:pt x="2362" y="889"/>
                    </a:lnTo>
                    <a:lnTo>
                      <a:pt x="2398" y="927"/>
                    </a:lnTo>
                    <a:lnTo>
                      <a:pt x="2422" y="901"/>
                    </a:lnTo>
                    <a:lnTo>
                      <a:pt x="2467" y="946"/>
                    </a:lnTo>
                    <a:lnTo>
                      <a:pt x="2467" y="972"/>
                    </a:lnTo>
                    <a:lnTo>
                      <a:pt x="2493" y="972"/>
                    </a:lnTo>
                    <a:lnTo>
                      <a:pt x="2521" y="944"/>
                    </a:lnTo>
                    <a:lnTo>
                      <a:pt x="2521" y="903"/>
                    </a:lnTo>
                    <a:lnTo>
                      <a:pt x="2543" y="882"/>
                    </a:lnTo>
                    <a:lnTo>
                      <a:pt x="2514" y="853"/>
                    </a:lnTo>
                    <a:lnTo>
                      <a:pt x="2514" y="813"/>
                    </a:lnTo>
                    <a:lnTo>
                      <a:pt x="2602" y="725"/>
                    </a:lnTo>
                    <a:lnTo>
                      <a:pt x="2645" y="725"/>
                    </a:lnTo>
                    <a:lnTo>
                      <a:pt x="2571" y="799"/>
                    </a:lnTo>
                    <a:lnTo>
                      <a:pt x="2571" y="839"/>
                    </a:lnTo>
                    <a:lnTo>
                      <a:pt x="2661" y="839"/>
                    </a:lnTo>
                    <a:lnTo>
                      <a:pt x="2683" y="858"/>
                    </a:lnTo>
                    <a:lnTo>
                      <a:pt x="2652" y="887"/>
                    </a:lnTo>
                    <a:lnTo>
                      <a:pt x="2619" y="887"/>
                    </a:lnTo>
                    <a:lnTo>
                      <a:pt x="2619" y="929"/>
                    </a:lnTo>
                    <a:lnTo>
                      <a:pt x="2588" y="929"/>
                    </a:lnTo>
                    <a:lnTo>
                      <a:pt x="2588" y="953"/>
                    </a:lnTo>
                    <a:lnTo>
                      <a:pt x="2540" y="998"/>
                    </a:lnTo>
                    <a:lnTo>
                      <a:pt x="2424" y="998"/>
                    </a:lnTo>
                    <a:lnTo>
                      <a:pt x="2424" y="936"/>
                    </a:lnTo>
                    <a:lnTo>
                      <a:pt x="2405" y="955"/>
                    </a:lnTo>
                    <a:lnTo>
                      <a:pt x="2405" y="993"/>
                    </a:lnTo>
                    <a:lnTo>
                      <a:pt x="2377" y="1022"/>
                    </a:lnTo>
                    <a:lnTo>
                      <a:pt x="2362" y="1008"/>
                    </a:lnTo>
                    <a:lnTo>
                      <a:pt x="2327" y="1034"/>
                    </a:lnTo>
                    <a:lnTo>
                      <a:pt x="2327" y="1072"/>
                    </a:lnTo>
                    <a:lnTo>
                      <a:pt x="2275" y="1122"/>
                    </a:lnTo>
                    <a:lnTo>
                      <a:pt x="2218" y="1122"/>
                    </a:lnTo>
                    <a:lnTo>
                      <a:pt x="2265" y="1169"/>
                    </a:lnTo>
                    <a:lnTo>
                      <a:pt x="2265" y="1224"/>
                    </a:lnTo>
                    <a:lnTo>
                      <a:pt x="2172" y="1224"/>
                    </a:lnTo>
                    <a:lnTo>
                      <a:pt x="2149" y="1248"/>
                    </a:lnTo>
                    <a:lnTo>
                      <a:pt x="2149" y="1338"/>
                    </a:lnTo>
                    <a:lnTo>
                      <a:pt x="2177" y="1338"/>
                    </a:lnTo>
                    <a:lnTo>
                      <a:pt x="2196" y="1357"/>
                    </a:lnTo>
                    <a:lnTo>
                      <a:pt x="2206" y="1348"/>
                    </a:lnTo>
                    <a:lnTo>
                      <a:pt x="2256" y="1348"/>
                    </a:lnTo>
                    <a:lnTo>
                      <a:pt x="2286" y="1314"/>
                    </a:lnTo>
                    <a:lnTo>
                      <a:pt x="2286" y="1293"/>
                    </a:lnTo>
                    <a:lnTo>
                      <a:pt x="2331" y="1248"/>
                    </a:lnTo>
                    <a:lnTo>
                      <a:pt x="2331" y="1222"/>
                    </a:lnTo>
                    <a:lnTo>
                      <a:pt x="2386" y="1222"/>
                    </a:lnTo>
                    <a:lnTo>
                      <a:pt x="2419" y="1188"/>
                    </a:lnTo>
                    <a:lnTo>
                      <a:pt x="2462" y="1231"/>
                    </a:lnTo>
                    <a:lnTo>
                      <a:pt x="2462" y="1241"/>
                    </a:lnTo>
                    <a:lnTo>
                      <a:pt x="2517" y="1295"/>
                    </a:lnTo>
                    <a:lnTo>
                      <a:pt x="2517" y="1321"/>
                    </a:lnTo>
                    <a:lnTo>
                      <a:pt x="2540" y="1298"/>
                    </a:lnTo>
                    <a:lnTo>
                      <a:pt x="2540" y="1286"/>
                    </a:lnTo>
                    <a:lnTo>
                      <a:pt x="2559" y="1286"/>
                    </a:lnTo>
                    <a:lnTo>
                      <a:pt x="2469" y="1198"/>
                    </a:lnTo>
                    <a:lnTo>
                      <a:pt x="2469" y="1184"/>
                    </a:lnTo>
                    <a:lnTo>
                      <a:pt x="2481" y="1184"/>
                    </a:lnTo>
                    <a:lnTo>
                      <a:pt x="2552" y="1257"/>
                    </a:lnTo>
                    <a:lnTo>
                      <a:pt x="2581" y="1257"/>
                    </a:lnTo>
                    <a:lnTo>
                      <a:pt x="2581" y="1281"/>
                    </a:lnTo>
                    <a:lnTo>
                      <a:pt x="2621" y="1321"/>
                    </a:lnTo>
                    <a:lnTo>
                      <a:pt x="2621" y="1362"/>
                    </a:lnTo>
                    <a:lnTo>
                      <a:pt x="2666" y="1314"/>
                    </a:lnTo>
                    <a:lnTo>
                      <a:pt x="2638" y="1286"/>
                    </a:lnTo>
                    <a:lnTo>
                      <a:pt x="2654" y="1269"/>
                    </a:lnTo>
                    <a:lnTo>
                      <a:pt x="2678" y="1269"/>
                    </a:lnTo>
                    <a:lnTo>
                      <a:pt x="2711" y="1234"/>
                    </a:lnTo>
                    <a:lnTo>
                      <a:pt x="2711" y="1184"/>
                    </a:lnTo>
                    <a:lnTo>
                      <a:pt x="2747" y="1148"/>
                    </a:lnTo>
                    <a:lnTo>
                      <a:pt x="2783" y="1186"/>
                    </a:lnTo>
                    <a:lnTo>
                      <a:pt x="2863" y="1186"/>
                    </a:lnTo>
                    <a:lnTo>
                      <a:pt x="2892" y="1215"/>
                    </a:lnTo>
                    <a:lnTo>
                      <a:pt x="2892" y="1250"/>
                    </a:lnTo>
                    <a:lnTo>
                      <a:pt x="2721" y="1250"/>
                    </a:lnTo>
                    <a:lnTo>
                      <a:pt x="2685" y="1286"/>
                    </a:lnTo>
                    <a:lnTo>
                      <a:pt x="2685" y="1314"/>
                    </a:lnTo>
                    <a:lnTo>
                      <a:pt x="2716" y="1348"/>
                    </a:lnTo>
                    <a:lnTo>
                      <a:pt x="2828" y="1348"/>
                    </a:lnTo>
                    <a:lnTo>
                      <a:pt x="2828" y="1388"/>
                    </a:lnTo>
                    <a:lnTo>
                      <a:pt x="2778" y="1438"/>
                    </a:lnTo>
                    <a:lnTo>
                      <a:pt x="2664" y="1438"/>
                    </a:lnTo>
                    <a:lnTo>
                      <a:pt x="2645" y="1419"/>
                    </a:lnTo>
                    <a:lnTo>
                      <a:pt x="2593" y="1419"/>
                    </a:lnTo>
                    <a:lnTo>
                      <a:pt x="2593" y="1452"/>
                    </a:lnTo>
                    <a:lnTo>
                      <a:pt x="2559" y="1452"/>
                    </a:lnTo>
                    <a:lnTo>
                      <a:pt x="2524" y="1419"/>
                    </a:lnTo>
                    <a:lnTo>
                      <a:pt x="2443" y="1419"/>
                    </a:lnTo>
                    <a:lnTo>
                      <a:pt x="2443" y="1336"/>
                    </a:lnTo>
                    <a:lnTo>
                      <a:pt x="2312" y="1336"/>
                    </a:lnTo>
                    <a:lnTo>
                      <a:pt x="2265" y="1383"/>
                    </a:lnTo>
                    <a:lnTo>
                      <a:pt x="2215" y="1383"/>
                    </a:lnTo>
                    <a:lnTo>
                      <a:pt x="2201" y="1369"/>
                    </a:lnTo>
                    <a:lnTo>
                      <a:pt x="2139" y="1431"/>
                    </a:lnTo>
                    <a:lnTo>
                      <a:pt x="2139" y="1469"/>
                    </a:lnTo>
                    <a:lnTo>
                      <a:pt x="2028" y="1578"/>
                    </a:lnTo>
                    <a:lnTo>
                      <a:pt x="2028" y="1759"/>
                    </a:lnTo>
                    <a:lnTo>
                      <a:pt x="2153" y="1882"/>
                    </a:lnTo>
                    <a:lnTo>
                      <a:pt x="2270" y="1882"/>
                    </a:lnTo>
                    <a:lnTo>
                      <a:pt x="2301" y="1851"/>
                    </a:lnTo>
                    <a:lnTo>
                      <a:pt x="2355" y="1851"/>
                    </a:lnTo>
                    <a:lnTo>
                      <a:pt x="2396" y="1889"/>
                    </a:lnTo>
                    <a:lnTo>
                      <a:pt x="2429" y="1889"/>
                    </a:lnTo>
                    <a:lnTo>
                      <a:pt x="2429" y="1980"/>
                    </a:lnTo>
                    <a:lnTo>
                      <a:pt x="2491" y="2042"/>
                    </a:lnTo>
                    <a:lnTo>
                      <a:pt x="2491" y="2134"/>
                    </a:lnTo>
                    <a:lnTo>
                      <a:pt x="2467" y="2158"/>
                    </a:lnTo>
                    <a:lnTo>
                      <a:pt x="2467" y="2241"/>
                    </a:lnTo>
                    <a:lnTo>
                      <a:pt x="2507" y="2284"/>
                    </a:lnTo>
                    <a:lnTo>
                      <a:pt x="2507" y="2381"/>
                    </a:lnTo>
                    <a:lnTo>
                      <a:pt x="2548" y="2422"/>
                    </a:lnTo>
                    <a:lnTo>
                      <a:pt x="2548" y="2491"/>
                    </a:lnTo>
                    <a:lnTo>
                      <a:pt x="2581" y="2524"/>
                    </a:lnTo>
                    <a:lnTo>
                      <a:pt x="2657" y="2524"/>
                    </a:lnTo>
                    <a:lnTo>
                      <a:pt x="2783" y="2403"/>
                    </a:lnTo>
                    <a:lnTo>
                      <a:pt x="2783" y="2370"/>
                    </a:lnTo>
                    <a:lnTo>
                      <a:pt x="2825" y="2327"/>
                    </a:lnTo>
                    <a:lnTo>
                      <a:pt x="2825" y="2256"/>
                    </a:lnTo>
                    <a:lnTo>
                      <a:pt x="2901" y="2179"/>
                    </a:lnTo>
                    <a:lnTo>
                      <a:pt x="2901" y="2025"/>
                    </a:lnTo>
                    <a:lnTo>
                      <a:pt x="3091" y="1837"/>
                    </a:lnTo>
                    <a:lnTo>
                      <a:pt x="3091" y="1766"/>
                    </a:lnTo>
                    <a:lnTo>
                      <a:pt x="2987" y="1766"/>
                    </a:lnTo>
                    <a:lnTo>
                      <a:pt x="2870" y="1649"/>
                    </a:lnTo>
                    <a:lnTo>
                      <a:pt x="2870" y="1604"/>
                    </a:lnTo>
                    <a:lnTo>
                      <a:pt x="2787" y="1519"/>
                    </a:lnTo>
                    <a:lnTo>
                      <a:pt x="2787" y="1478"/>
                    </a:lnTo>
                    <a:lnTo>
                      <a:pt x="2920" y="1611"/>
                    </a:lnTo>
                    <a:lnTo>
                      <a:pt x="2920" y="1647"/>
                    </a:lnTo>
                    <a:lnTo>
                      <a:pt x="3013" y="1740"/>
                    </a:lnTo>
                    <a:lnTo>
                      <a:pt x="3063" y="1740"/>
                    </a:lnTo>
                    <a:lnTo>
                      <a:pt x="3193" y="1609"/>
                    </a:lnTo>
                    <a:lnTo>
                      <a:pt x="3193" y="1583"/>
                    </a:lnTo>
                    <a:lnTo>
                      <a:pt x="3148" y="1535"/>
                    </a:lnTo>
                    <a:lnTo>
                      <a:pt x="3117" y="1566"/>
                    </a:lnTo>
                    <a:lnTo>
                      <a:pt x="3084" y="1566"/>
                    </a:lnTo>
                    <a:lnTo>
                      <a:pt x="2987" y="1469"/>
                    </a:lnTo>
                    <a:lnTo>
                      <a:pt x="3046" y="1469"/>
                    </a:lnTo>
                    <a:lnTo>
                      <a:pt x="3091" y="1512"/>
                    </a:lnTo>
                    <a:lnTo>
                      <a:pt x="3169" y="1512"/>
                    </a:lnTo>
                    <a:lnTo>
                      <a:pt x="3193" y="1535"/>
                    </a:lnTo>
                    <a:lnTo>
                      <a:pt x="3295" y="1535"/>
                    </a:lnTo>
                    <a:lnTo>
                      <a:pt x="3374" y="1614"/>
                    </a:lnTo>
                    <a:lnTo>
                      <a:pt x="3407" y="1614"/>
                    </a:lnTo>
                    <a:lnTo>
                      <a:pt x="3388" y="1633"/>
                    </a:lnTo>
                    <a:lnTo>
                      <a:pt x="3461" y="1706"/>
                    </a:lnTo>
                    <a:lnTo>
                      <a:pt x="3461" y="1773"/>
                    </a:lnTo>
                    <a:lnTo>
                      <a:pt x="3502" y="1816"/>
                    </a:lnTo>
                    <a:lnTo>
                      <a:pt x="3537" y="1780"/>
                    </a:lnTo>
                    <a:lnTo>
                      <a:pt x="3537" y="1718"/>
                    </a:lnTo>
                    <a:lnTo>
                      <a:pt x="3661" y="1592"/>
                    </a:lnTo>
                    <a:lnTo>
                      <a:pt x="3699" y="1592"/>
                    </a:lnTo>
                    <a:lnTo>
                      <a:pt x="3751" y="1645"/>
                    </a:lnTo>
                    <a:lnTo>
                      <a:pt x="3751" y="1702"/>
                    </a:lnTo>
                    <a:lnTo>
                      <a:pt x="3765" y="1687"/>
                    </a:lnTo>
                    <a:lnTo>
                      <a:pt x="3815" y="1737"/>
                    </a:lnTo>
                    <a:lnTo>
                      <a:pt x="3815" y="1811"/>
                    </a:lnTo>
                    <a:lnTo>
                      <a:pt x="3863" y="1859"/>
                    </a:lnTo>
                    <a:lnTo>
                      <a:pt x="3863" y="1878"/>
                    </a:lnTo>
                    <a:lnTo>
                      <a:pt x="3910" y="1928"/>
                    </a:lnTo>
                    <a:lnTo>
                      <a:pt x="3910" y="1873"/>
                    </a:lnTo>
                    <a:lnTo>
                      <a:pt x="3839" y="1799"/>
                    </a:lnTo>
                    <a:lnTo>
                      <a:pt x="3839" y="1737"/>
                    </a:lnTo>
                    <a:lnTo>
                      <a:pt x="3870" y="1737"/>
                    </a:lnTo>
                    <a:lnTo>
                      <a:pt x="3922" y="1790"/>
                    </a:lnTo>
                    <a:lnTo>
                      <a:pt x="3922" y="1816"/>
                    </a:lnTo>
                    <a:lnTo>
                      <a:pt x="3984" y="1756"/>
                    </a:lnTo>
                    <a:lnTo>
                      <a:pt x="3984" y="1702"/>
                    </a:lnTo>
                    <a:lnTo>
                      <a:pt x="3931" y="1652"/>
                    </a:lnTo>
                    <a:lnTo>
                      <a:pt x="3931" y="1626"/>
                    </a:lnTo>
                    <a:lnTo>
                      <a:pt x="3967" y="1590"/>
                    </a:lnTo>
                    <a:lnTo>
                      <a:pt x="3981" y="1590"/>
                    </a:lnTo>
                    <a:lnTo>
                      <a:pt x="3981" y="1649"/>
                    </a:lnTo>
                    <a:lnTo>
                      <a:pt x="4003" y="1628"/>
                    </a:lnTo>
                    <a:lnTo>
                      <a:pt x="4003" y="1597"/>
                    </a:lnTo>
                    <a:lnTo>
                      <a:pt x="4031" y="1597"/>
                    </a:lnTo>
                    <a:lnTo>
                      <a:pt x="4145" y="1483"/>
                    </a:lnTo>
                    <a:lnTo>
                      <a:pt x="4145" y="1383"/>
                    </a:lnTo>
                    <a:lnTo>
                      <a:pt x="4098" y="1333"/>
                    </a:lnTo>
                    <a:lnTo>
                      <a:pt x="4098" y="1283"/>
                    </a:lnTo>
                    <a:lnTo>
                      <a:pt x="4045" y="1283"/>
                    </a:lnTo>
                    <a:lnTo>
                      <a:pt x="4024" y="1262"/>
                    </a:lnTo>
                    <a:lnTo>
                      <a:pt x="4076" y="1210"/>
                    </a:lnTo>
                    <a:lnTo>
                      <a:pt x="4105" y="1241"/>
                    </a:lnTo>
                    <a:lnTo>
                      <a:pt x="4138" y="1241"/>
                    </a:lnTo>
                    <a:lnTo>
                      <a:pt x="4183" y="1283"/>
                    </a:lnTo>
                    <a:lnTo>
                      <a:pt x="4183" y="1336"/>
                    </a:lnTo>
                    <a:lnTo>
                      <a:pt x="4202" y="1355"/>
                    </a:lnTo>
                    <a:lnTo>
                      <a:pt x="4240" y="1319"/>
                    </a:lnTo>
                    <a:lnTo>
                      <a:pt x="4240" y="1260"/>
                    </a:lnTo>
                    <a:lnTo>
                      <a:pt x="4193" y="1212"/>
                    </a:lnTo>
                    <a:lnTo>
                      <a:pt x="4212" y="1193"/>
                    </a:lnTo>
                    <a:lnTo>
                      <a:pt x="4212" y="1143"/>
                    </a:lnTo>
                    <a:lnTo>
                      <a:pt x="4235" y="1143"/>
                    </a:lnTo>
                    <a:lnTo>
                      <a:pt x="4299" y="1077"/>
                    </a:lnTo>
                    <a:lnTo>
                      <a:pt x="4299" y="934"/>
                    </a:lnTo>
                    <a:lnTo>
                      <a:pt x="4204" y="839"/>
                    </a:lnTo>
                    <a:lnTo>
                      <a:pt x="4204" y="727"/>
                    </a:lnTo>
                    <a:lnTo>
                      <a:pt x="4257" y="677"/>
                    </a:lnTo>
                    <a:lnTo>
                      <a:pt x="4328" y="677"/>
                    </a:lnTo>
                    <a:lnTo>
                      <a:pt x="4354" y="649"/>
                    </a:lnTo>
                    <a:lnTo>
                      <a:pt x="4354" y="578"/>
                    </a:lnTo>
                    <a:lnTo>
                      <a:pt x="4371" y="561"/>
                    </a:lnTo>
                    <a:lnTo>
                      <a:pt x="4406" y="597"/>
                    </a:lnTo>
                    <a:lnTo>
                      <a:pt x="4444" y="556"/>
                    </a:lnTo>
                    <a:lnTo>
                      <a:pt x="4444" y="791"/>
                    </a:lnTo>
                    <a:lnTo>
                      <a:pt x="4546" y="894"/>
                    </a:lnTo>
                    <a:lnTo>
                      <a:pt x="4546" y="713"/>
                    </a:lnTo>
                    <a:lnTo>
                      <a:pt x="4504" y="670"/>
                    </a:lnTo>
                    <a:lnTo>
                      <a:pt x="4504" y="604"/>
                    </a:lnTo>
                    <a:lnTo>
                      <a:pt x="4539" y="566"/>
                    </a:lnTo>
                    <a:lnTo>
                      <a:pt x="4584" y="566"/>
                    </a:lnTo>
                    <a:lnTo>
                      <a:pt x="4584" y="525"/>
                    </a:lnTo>
                    <a:lnTo>
                      <a:pt x="4641" y="468"/>
                    </a:lnTo>
                    <a:lnTo>
                      <a:pt x="4591" y="418"/>
                    </a:lnTo>
                    <a:lnTo>
                      <a:pt x="4591" y="359"/>
                    </a:lnTo>
                    <a:lnTo>
                      <a:pt x="4741" y="359"/>
                    </a:lnTo>
                    <a:lnTo>
                      <a:pt x="4663" y="280"/>
                    </a:lnTo>
                    <a:lnTo>
                      <a:pt x="4572" y="280"/>
                    </a:lnTo>
                    <a:lnTo>
                      <a:pt x="4508" y="219"/>
                    </a:lnTo>
                    <a:lnTo>
                      <a:pt x="4330" y="219"/>
                    </a:lnTo>
                    <a:lnTo>
                      <a:pt x="4264" y="283"/>
                    </a:lnTo>
                    <a:lnTo>
                      <a:pt x="4221" y="283"/>
                    </a:lnTo>
                    <a:lnTo>
                      <a:pt x="4181" y="242"/>
                    </a:lnTo>
                    <a:lnTo>
                      <a:pt x="4138" y="242"/>
                    </a:lnTo>
                    <a:lnTo>
                      <a:pt x="4117" y="264"/>
                    </a:lnTo>
                    <a:lnTo>
                      <a:pt x="4086" y="264"/>
                    </a:lnTo>
                    <a:lnTo>
                      <a:pt x="4060" y="288"/>
                    </a:lnTo>
                    <a:lnTo>
                      <a:pt x="4024" y="252"/>
                    </a:lnTo>
                    <a:lnTo>
                      <a:pt x="3922" y="252"/>
                    </a:lnTo>
                    <a:lnTo>
                      <a:pt x="3922" y="321"/>
                    </a:lnTo>
                    <a:lnTo>
                      <a:pt x="3846" y="321"/>
                    </a:lnTo>
                    <a:lnTo>
                      <a:pt x="3846" y="359"/>
                    </a:lnTo>
                    <a:lnTo>
                      <a:pt x="3758" y="271"/>
                    </a:lnTo>
                    <a:lnTo>
                      <a:pt x="3701" y="271"/>
                    </a:lnTo>
                    <a:lnTo>
                      <a:pt x="3701" y="307"/>
                    </a:lnTo>
                    <a:lnTo>
                      <a:pt x="3644" y="307"/>
                    </a:lnTo>
                    <a:lnTo>
                      <a:pt x="3644" y="290"/>
                    </a:lnTo>
                    <a:lnTo>
                      <a:pt x="3580" y="290"/>
                    </a:lnTo>
                    <a:lnTo>
                      <a:pt x="3545" y="328"/>
                    </a:lnTo>
                    <a:lnTo>
                      <a:pt x="3545" y="254"/>
                    </a:lnTo>
                    <a:lnTo>
                      <a:pt x="3499" y="207"/>
                    </a:lnTo>
                    <a:lnTo>
                      <a:pt x="3435" y="207"/>
                    </a:lnTo>
                    <a:lnTo>
                      <a:pt x="3416" y="190"/>
                    </a:lnTo>
                    <a:lnTo>
                      <a:pt x="3362" y="190"/>
                    </a:lnTo>
                    <a:close/>
                    <a:moveTo>
                      <a:pt x="976" y="204"/>
                    </a:moveTo>
                    <a:lnTo>
                      <a:pt x="976" y="231"/>
                    </a:lnTo>
                    <a:lnTo>
                      <a:pt x="1033" y="288"/>
                    </a:lnTo>
                    <a:lnTo>
                      <a:pt x="1116" y="288"/>
                    </a:lnTo>
                    <a:lnTo>
                      <a:pt x="1145" y="257"/>
                    </a:lnTo>
                    <a:lnTo>
                      <a:pt x="1083" y="257"/>
                    </a:lnTo>
                    <a:lnTo>
                      <a:pt x="1052" y="223"/>
                    </a:lnTo>
                    <a:lnTo>
                      <a:pt x="1052" y="131"/>
                    </a:lnTo>
                    <a:lnTo>
                      <a:pt x="976" y="204"/>
                    </a:lnTo>
                    <a:close/>
                    <a:moveTo>
                      <a:pt x="1897" y="40"/>
                    </a:moveTo>
                    <a:lnTo>
                      <a:pt x="1857" y="81"/>
                    </a:lnTo>
                    <a:lnTo>
                      <a:pt x="1757" y="81"/>
                    </a:lnTo>
                    <a:lnTo>
                      <a:pt x="1636" y="200"/>
                    </a:lnTo>
                    <a:lnTo>
                      <a:pt x="1636" y="233"/>
                    </a:lnTo>
                    <a:lnTo>
                      <a:pt x="1543" y="233"/>
                    </a:lnTo>
                    <a:lnTo>
                      <a:pt x="1543" y="328"/>
                    </a:lnTo>
                    <a:lnTo>
                      <a:pt x="1615" y="328"/>
                    </a:lnTo>
                    <a:lnTo>
                      <a:pt x="1660" y="373"/>
                    </a:lnTo>
                    <a:lnTo>
                      <a:pt x="1660" y="582"/>
                    </a:lnTo>
                    <a:lnTo>
                      <a:pt x="1615" y="625"/>
                    </a:lnTo>
                    <a:lnTo>
                      <a:pt x="1615" y="825"/>
                    </a:lnTo>
                    <a:lnTo>
                      <a:pt x="1648" y="856"/>
                    </a:lnTo>
                    <a:lnTo>
                      <a:pt x="1778" y="725"/>
                    </a:lnTo>
                    <a:lnTo>
                      <a:pt x="1823" y="725"/>
                    </a:lnTo>
                    <a:lnTo>
                      <a:pt x="1918" y="630"/>
                    </a:lnTo>
                    <a:lnTo>
                      <a:pt x="1952" y="630"/>
                    </a:lnTo>
                    <a:lnTo>
                      <a:pt x="2009" y="573"/>
                    </a:lnTo>
                    <a:lnTo>
                      <a:pt x="2009" y="494"/>
                    </a:lnTo>
                    <a:lnTo>
                      <a:pt x="2073" y="430"/>
                    </a:lnTo>
                    <a:lnTo>
                      <a:pt x="2073" y="304"/>
                    </a:lnTo>
                    <a:lnTo>
                      <a:pt x="2194" y="181"/>
                    </a:lnTo>
                    <a:lnTo>
                      <a:pt x="2096" y="181"/>
                    </a:lnTo>
                    <a:lnTo>
                      <a:pt x="2096" y="112"/>
                    </a:lnTo>
                    <a:lnTo>
                      <a:pt x="2023" y="40"/>
                    </a:lnTo>
                    <a:lnTo>
                      <a:pt x="1897" y="40"/>
                    </a:lnTo>
                    <a:close/>
                    <a:moveTo>
                      <a:pt x="1553" y="0"/>
                    </a:moveTo>
                    <a:lnTo>
                      <a:pt x="1529" y="24"/>
                    </a:lnTo>
                    <a:lnTo>
                      <a:pt x="1451" y="24"/>
                    </a:lnTo>
                    <a:lnTo>
                      <a:pt x="1451" y="81"/>
                    </a:lnTo>
                    <a:lnTo>
                      <a:pt x="1415" y="43"/>
                    </a:lnTo>
                    <a:lnTo>
                      <a:pt x="1344" y="114"/>
                    </a:lnTo>
                    <a:lnTo>
                      <a:pt x="1344" y="185"/>
                    </a:lnTo>
                    <a:lnTo>
                      <a:pt x="1375" y="214"/>
                    </a:lnTo>
                    <a:lnTo>
                      <a:pt x="1315" y="276"/>
                    </a:lnTo>
                    <a:lnTo>
                      <a:pt x="1353" y="314"/>
                    </a:lnTo>
                    <a:lnTo>
                      <a:pt x="1422" y="314"/>
                    </a:lnTo>
                    <a:lnTo>
                      <a:pt x="1550" y="188"/>
                    </a:lnTo>
                    <a:lnTo>
                      <a:pt x="1603" y="188"/>
                    </a:lnTo>
                    <a:lnTo>
                      <a:pt x="1729" y="67"/>
                    </a:lnTo>
                    <a:lnTo>
                      <a:pt x="1729" y="33"/>
                    </a:lnTo>
                    <a:lnTo>
                      <a:pt x="1693" y="0"/>
                    </a:lnTo>
                    <a:lnTo>
                      <a:pt x="1553" y="0"/>
                    </a:lnTo>
                    <a:close/>
                  </a:path>
                </a:pathLst>
              </a:custGeom>
              <a:solidFill>
                <a:srgbClr val="DBD9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grpSp>
        <p:sp>
          <p:nvSpPr>
            <p:cNvPr id="151" name="Ellipse 150">
              <a:extLst>
                <a:ext uri="{FF2B5EF4-FFF2-40B4-BE49-F238E27FC236}">
                  <a16:creationId xmlns:a16="http://schemas.microsoft.com/office/drawing/2014/main" id="{BFAF8EAA-7ECE-D1F9-7843-00B854BF04D3}"/>
                </a:ext>
              </a:extLst>
            </p:cNvPr>
            <p:cNvSpPr>
              <a:spLocks noChangeAspect="1"/>
            </p:cNvSpPr>
            <p:nvPr/>
          </p:nvSpPr>
          <p:spPr bwMode="auto">
            <a:xfrm>
              <a:off x="9771344" y="4494684"/>
              <a:ext cx="72000" cy="72000"/>
            </a:xfrm>
            <a:prstGeom prst="ellipse">
              <a:avLst/>
            </a:prstGeom>
            <a:solidFill>
              <a:schemeClr val="accent1"/>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52" name="Ellipse 151">
              <a:extLst>
                <a:ext uri="{FF2B5EF4-FFF2-40B4-BE49-F238E27FC236}">
                  <a16:creationId xmlns:a16="http://schemas.microsoft.com/office/drawing/2014/main" id="{E40E4BC3-8024-950E-6AC4-62D5BC1D6FDE}"/>
                </a:ext>
              </a:extLst>
            </p:cNvPr>
            <p:cNvSpPr>
              <a:spLocks noChangeAspect="1"/>
            </p:cNvSpPr>
            <p:nvPr/>
          </p:nvSpPr>
          <p:spPr bwMode="auto">
            <a:xfrm>
              <a:off x="9945051" y="3445858"/>
              <a:ext cx="72000" cy="72000"/>
            </a:xfrm>
            <a:prstGeom prst="ellipse">
              <a:avLst/>
            </a:prstGeom>
            <a:solidFill>
              <a:srgbClr val="39C1CD"/>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53" name="Ellipse 152">
              <a:extLst>
                <a:ext uri="{FF2B5EF4-FFF2-40B4-BE49-F238E27FC236}">
                  <a16:creationId xmlns:a16="http://schemas.microsoft.com/office/drawing/2014/main" id="{FF9563DD-1CD2-2AD4-2FEB-6430A862AC63}"/>
                </a:ext>
              </a:extLst>
            </p:cNvPr>
            <p:cNvSpPr/>
            <p:nvPr/>
          </p:nvSpPr>
          <p:spPr bwMode="auto">
            <a:xfrm>
              <a:off x="5912807" y="5120153"/>
              <a:ext cx="72000" cy="72000"/>
            </a:xfrm>
            <a:prstGeom prst="ellipse">
              <a:avLst/>
            </a:prstGeom>
            <a:solidFill>
              <a:srgbClr val="39C1CD"/>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54" name="Ellipse 153">
              <a:extLst>
                <a:ext uri="{FF2B5EF4-FFF2-40B4-BE49-F238E27FC236}">
                  <a16:creationId xmlns:a16="http://schemas.microsoft.com/office/drawing/2014/main" id="{8FAC6CAB-AC17-2307-2E16-5EFAAD0CDFA2}"/>
                </a:ext>
              </a:extLst>
            </p:cNvPr>
            <p:cNvSpPr/>
            <p:nvPr/>
          </p:nvSpPr>
          <p:spPr bwMode="auto">
            <a:xfrm>
              <a:off x="5896767" y="5046476"/>
              <a:ext cx="72000" cy="72000"/>
            </a:xfrm>
            <a:prstGeom prst="ellipse">
              <a:avLst/>
            </a:prstGeom>
            <a:solidFill>
              <a:schemeClr val="tx2"/>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55" name="Ellipse 154">
              <a:extLst>
                <a:ext uri="{FF2B5EF4-FFF2-40B4-BE49-F238E27FC236}">
                  <a16:creationId xmlns:a16="http://schemas.microsoft.com/office/drawing/2014/main" id="{2E7824F6-2662-4A41-5498-4713D2DF3B25}"/>
                </a:ext>
              </a:extLst>
            </p:cNvPr>
            <p:cNvSpPr/>
            <p:nvPr/>
          </p:nvSpPr>
          <p:spPr bwMode="auto">
            <a:xfrm>
              <a:off x="5110227" y="3427498"/>
              <a:ext cx="72000" cy="72000"/>
            </a:xfrm>
            <a:prstGeom prst="ellipse">
              <a:avLst/>
            </a:prstGeom>
            <a:solidFill>
              <a:srgbClr val="92D050"/>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56" name="Ellipse 155">
              <a:extLst>
                <a:ext uri="{FF2B5EF4-FFF2-40B4-BE49-F238E27FC236}">
                  <a16:creationId xmlns:a16="http://schemas.microsoft.com/office/drawing/2014/main" id="{E89AA0D8-E728-219D-E494-F9F108F9D450}"/>
                </a:ext>
              </a:extLst>
            </p:cNvPr>
            <p:cNvSpPr/>
            <p:nvPr/>
          </p:nvSpPr>
          <p:spPr bwMode="auto">
            <a:xfrm>
              <a:off x="5249114" y="3512351"/>
              <a:ext cx="72000" cy="72000"/>
            </a:xfrm>
            <a:prstGeom prst="ellipse">
              <a:avLst/>
            </a:prstGeom>
            <a:solidFill>
              <a:srgbClr val="92D050"/>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57" name="Ellipse 156">
              <a:extLst>
                <a:ext uri="{FF2B5EF4-FFF2-40B4-BE49-F238E27FC236}">
                  <a16:creationId xmlns:a16="http://schemas.microsoft.com/office/drawing/2014/main" id="{E2B95D07-A32A-5159-4EC6-2DF2C8FF45B0}"/>
                </a:ext>
              </a:extLst>
            </p:cNvPr>
            <p:cNvSpPr>
              <a:spLocks noChangeAspect="1"/>
            </p:cNvSpPr>
            <p:nvPr/>
          </p:nvSpPr>
          <p:spPr bwMode="auto">
            <a:xfrm>
              <a:off x="5411149" y="3353325"/>
              <a:ext cx="75941" cy="75941"/>
            </a:xfrm>
            <a:prstGeom prst="ellipse">
              <a:avLst/>
            </a:prstGeom>
            <a:solidFill>
              <a:srgbClr val="92D050"/>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58" name="Textfeld 157">
              <a:extLst>
                <a:ext uri="{FF2B5EF4-FFF2-40B4-BE49-F238E27FC236}">
                  <a16:creationId xmlns:a16="http://schemas.microsoft.com/office/drawing/2014/main" id="{78B0B023-C84C-9240-7AF7-B38C6868E5B6}"/>
                </a:ext>
              </a:extLst>
            </p:cNvPr>
            <p:cNvSpPr txBox="1"/>
            <p:nvPr/>
          </p:nvSpPr>
          <p:spPr>
            <a:xfrm>
              <a:off x="5477158" y="5392549"/>
              <a:ext cx="1032481"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Santiago de Chile</a:t>
              </a:r>
            </a:p>
          </p:txBody>
        </p:sp>
        <p:sp>
          <p:nvSpPr>
            <p:cNvPr id="159" name="Textfeld 158">
              <a:extLst>
                <a:ext uri="{FF2B5EF4-FFF2-40B4-BE49-F238E27FC236}">
                  <a16:creationId xmlns:a16="http://schemas.microsoft.com/office/drawing/2014/main" id="{972133AA-A684-C2F8-DCF7-BC05DDFCE523}"/>
                </a:ext>
              </a:extLst>
            </p:cNvPr>
            <p:cNvSpPr txBox="1"/>
            <p:nvPr/>
          </p:nvSpPr>
          <p:spPr>
            <a:xfrm>
              <a:off x="6026015" y="5168389"/>
              <a:ext cx="947407"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São Paulo</a:t>
              </a:r>
            </a:p>
          </p:txBody>
        </p:sp>
        <p:sp>
          <p:nvSpPr>
            <p:cNvPr id="160" name="Textfeld 159">
              <a:extLst>
                <a:ext uri="{FF2B5EF4-FFF2-40B4-BE49-F238E27FC236}">
                  <a16:creationId xmlns:a16="http://schemas.microsoft.com/office/drawing/2014/main" id="{577D711D-F4E9-0EDE-1668-641F1C987694}"/>
                </a:ext>
              </a:extLst>
            </p:cNvPr>
            <p:cNvSpPr txBox="1"/>
            <p:nvPr/>
          </p:nvSpPr>
          <p:spPr>
            <a:xfrm>
              <a:off x="5349250" y="5035215"/>
              <a:ext cx="570242"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Campinas</a:t>
              </a:r>
            </a:p>
          </p:txBody>
        </p:sp>
        <p:sp>
          <p:nvSpPr>
            <p:cNvPr id="161" name="Textfeld 160">
              <a:extLst>
                <a:ext uri="{FF2B5EF4-FFF2-40B4-BE49-F238E27FC236}">
                  <a16:creationId xmlns:a16="http://schemas.microsoft.com/office/drawing/2014/main" id="{9420FDAD-4C31-F769-02F3-A6C8A76AE359}"/>
                </a:ext>
              </a:extLst>
            </p:cNvPr>
            <p:cNvSpPr txBox="1"/>
            <p:nvPr/>
          </p:nvSpPr>
          <p:spPr>
            <a:xfrm>
              <a:off x="8532061" y="4152690"/>
              <a:ext cx="647081"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Bengaluru</a:t>
              </a:r>
            </a:p>
          </p:txBody>
        </p:sp>
        <p:sp>
          <p:nvSpPr>
            <p:cNvPr id="162" name="Textfeld 161">
              <a:extLst>
                <a:ext uri="{FF2B5EF4-FFF2-40B4-BE49-F238E27FC236}">
                  <a16:creationId xmlns:a16="http://schemas.microsoft.com/office/drawing/2014/main" id="{839BFF88-FF22-0DE6-D49E-66B12A1F1F41}"/>
                </a:ext>
              </a:extLst>
            </p:cNvPr>
            <p:cNvSpPr txBox="1"/>
            <p:nvPr/>
          </p:nvSpPr>
          <p:spPr>
            <a:xfrm>
              <a:off x="10056882" y="5626913"/>
              <a:ext cx="611196"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Melbourne</a:t>
              </a:r>
            </a:p>
          </p:txBody>
        </p:sp>
        <p:sp>
          <p:nvSpPr>
            <p:cNvPr id="163" name="Textfeld 162">
              <a:extLst>
                <a:ext uri="{FF2B5EF4-FFF2-40B4-BE49-F238E27FC236}">
                  <a16:creationId xmlns:a16="http://schemas.microsoft.com/office/drawing/2014/main" id="{86DFA4FA-C7CE-7456-FAB1-E4194EFBF373}"/>
                </a:ext>
              </a:extLst>
            </p:cNvPr>
            <p:cNvSpPr txBox="1"/>
            <p:nvPr/>
          </p:nvSpPr>
          <p:spPr>
            <a:xfrm>
              <a:off x="9263169" y="4463992"/>
              <a:ext cx="647081"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Singapore</a:t>
              </a:r>
            </a:p>
          </p:txBody>
        </p:sp>
        <p:sp>
          <p:nvSpPr>
            <p:cNvPr id="164" name="Textfeld 163">
              <a:extLst>
                <a:ext uri="{FF2B5EF4-FFF2-40B4-BE49-F238E27FC236}">
                  <a16:creationId xmlns:a16="http://schemas.microsoft.com/office/drawing/2014/main" id="{6E66AF1D-4598-EB69-0FEC-E24F7DBE8EB3}"/>
                </a:ext>
              </a:extLst>
            </p:cNvPr>
            <p:cNvSpPr txBox="1"/>
            <p:nvPr/>
          </p:nvSpPr>
          <p:spPr>
            <a:xfrm>
              <a:off x="9546803" y="3394463"/>
              <a:ext cx="361854"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Beijing</a:t>
              </a:r>
            </a:p>
          </p:txBody>
        </p:sp>
        <p:sp>
          <p:nvSpPr>
            <p:cNvPr id="165" name="Textfeld 164">
              <a:extLst>
                <a:ext uri="{FF2B5EF4-FFF2-40B4-BE49-F238E27FC236}">
                  <a16:creationId xmlns:a16="http://schemas.microsoft.com/office/drawing/2014/main" id="{5E06A98B-ABD9-3ED5-F2A8-A88B4C7C13C9}"/>
                </a:ext>
              </a:extLst>
            </p:cNvPr>
            <p:cNvSpPr txBox="1"/>
            <p:nvPr/>
          </p:nvSpPr>
          <p:spPr>
            <a:xfrm>
              <a:off x="10154851" y="3396188"/>
              <a:ext cx="322244"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Seoul</a:t>
              </a:r>
            </a:p>
          </p:txBody>
        </p:sp>
        <p:sp>
          <p:nvSpPr>
            <p:cNvPr id="166" name="Textfeld 165">
              <a:extLst>
                <a:ext uri="{FF2B5EF4-FFF2-40B4-BE49-F238E27FC236}">
                  <a16:creationId xmlns:a16="http://schemas.microsoft.com/office/drawing/2014/main" id="{54562153-76DB-C94F-6D1E-B3C3457BA09D}"/>
                </a:ext>
              </a:extLst>
            </p:cNvPr>
            <p:cNvSpPr txBox="1"/>
            <p:nvPr/>
          </p:nvSpPr>
          <p:spPr>
            <a:xfrm>
              <a:off x="10496772" y="3880492"/>
              <a:ext cx="373801"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Ulsan</a:t>
              </a:r>
            </a:p>
          </p:txBody>
        </p:sp>
        <p:sp>
          <p:nvSpPr>
            <p:cNvPr id="167" name="Textfeld 166">
              <a:extLst>
                <a:ext uri="{FF2B5EF4-FFF2-40B4-BE49-F238E27FC236}">
                  <a16:creationId xmlns:a16="http://schemas.microsoft.com/office/drawing/2014/main" id="{63933FFD-F7B9-2D07-F242-7593B91C4EB2}"/>
                </a:ext>
              </a:extLst>
            </p:cNvPr>
            <p:cNvSpPr txBox="1"/>
            <p:nvPr/>
          </p:nvSpPr>
          <p:spPr>
            <a:xfrm>
              <a:off x="4799534" y="3120866"/>
              <a:ext cx="433384"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London</a:t>
              </a:r>
            </a:p>
          </p:txBody>
        </p:sp>
        <p:sp>
          <p:nvSpPr>
            <p:cNvPr id="168" name="Textfeld 167">
              <a:extLst>
                <a:ext uri="{FF2B5EF4-FFF2-40B4-BE49-F238E27FC236}">
                  <a16:creationId xmlns:a16="http://schemas.microsoft.com/office/drawing/2014/main" id="{E63AD769-2279-6DF4-4AA5-B677C75BA12B}"/>
                </a:ext>
              </a:extLst>
            </p:cNvPr>
            <p:cNvSpPr txBox="1"/>
            <p:nvPr/>
          </p:nvSpPr>
          <p:spPr>
            <a:xfrm>
              <a:off x="5350317" y="3475144"/>
              <a:ext cx="855784"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Riverdale</a:t>
              </a:r>
            </a:p>
          </p:txBody>
        </p:sp>
        <p:sp>
          <p:nvSpPr>
            <p:cNvPr id="169" name="Textfeld 168">
              <a:extLst>
                <a:ext uri="{FF2B5EF4-FFF2-40B4-BE49-F238E27FC236}">
                  <a16:creationId xmlns:a16="http://schemas.microsoft.com/office/drawing/2014/main" id="{9C6FE7FA-E632-77A7-013E-92E61E8C1BF7}"/>
                </a:ext>
              </a:extLst>
            </p:cNvPr>
            <p:cNvSpPr txBox="1"/>
            <p:nvPr/>
          </p:nvSpPr>
          <p:spPr>
            <a:xfrm>
              <a:off x="4428715" y="3281035"/>
              <a:ext cx="730296"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East Lansing</a:t>
              </a:r>
            </a:p>
          </p:txBody>
        </p:sp>
        <p:sp>
          <p:nvSpPr>
            <p:cNvPr id="170" name="Textfeld 169">
              <a:extLst>
                <a:ext uri="{FF2B5EF4-FFF2-40B4-BE49-F238E27FC236}">
                  <a16:creationId xmlns:a16="http://schemas.microsoft.com/office/drawing/2014/main" id="{131C5BD1-7C19-1B6D-0A1E-A1B49530562B}"/>
                </a:ext>
              </a:extLst>
            </p:cNvPr>
            <p:cNvSpPr txBox="1"/>
            <p:nvPr/>
          </p:nvSpPr>
          <p:spPr>
            <a:xfrm>
              <a:off x="5538583" y="3316925"/>
              <a:ext cx="59898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Brookline</a:t>
              </a:r>
            </a:p>
          </p:txBody>
        </p:sp>
        <p:sp>
          <p:nvSpPr>
            <p:cNvPr id="171" name="Ellipse 170">
              <a:extLst>
                <a:ext uri="{FF2B5EF4-FFF2-40B4-BE49-F238E27FC236}">
                  <a16:creationId xmlns:a16="http://schemas.microsoft.com/office/drawing/2014/main" id="{B1D70377-C257-9691-FF46-4DF403E9147A}"/>
                </a:ext>
              </a:extLst>
            </p:cNvPr>
            <p:cNvSpPr/>
            <p:nvPr/>
          </p:nvSpPr>
          <p:spPr bwMode="auto">
            <a:xfrm>
              <a:off x="9124263" y="4202496"/>
              <a:ext cx="72000" cy="72000"/>
            </a:xfrm>
            <a:prstGeom prst="ellipse">
              <a:avLst/>
            </a:prstGeom>
            <a:solidFill>
              <a:srgbClr val="39C1CD"/>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72" name="Ellipse 171">
              <a:extLst>
                <a:ext uri="{FF2B5EF4-FFF2-40B4-BE49-F238E27FC236}">
                  <a16:creationId xmlns:a16="http://schemas.microsoft.com/office/drawing/2014/main" id="{10289475-98E7-2DBE-F028-CE5C92B86FAE}"/>
                </a:ext>
              </a:extLst>
            </p:cNvPr>
            <p:cNvSpPr/>
            <p:nvPr/>
          </p:nvSpPr>
          <p:spPr bwMode="auto">
            <a:xfrm>
              <a:off x="5195802" y="3301536"/>
              <a:ext cx="72000" cy="72000"/>
            </a:xfrm>
            <a:prstGeom prst="ellipse">
              <a:avLst/>
            </a:prstGeom>
            <a:solidFill>
              <a:srgbClr val="F58220"/>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73" name="Ellipse 172">
              <a:extLst>
                <a:ext uri="{FF2B5EF4-FFF2-40B4-BE49-F238E27FC236}">
                  <a16:creationId xmlns:a16="http://schemas.microsoft.com/office/drawing/2014/main" id="{21919E88-6A33-4113-9B70-06C75DA1166D}"/>
                </a:ext>
              </a:extLst>
            </p:cNvPr>
            <p:cNvSpPr/>
            <p:nvPr/>
          </p:nvSpPr>
          <p:spPr bwMode="auto">
            <a:xfrm>
              <a:off x="5146621" y="3427498"/>
              <a:ext cx="72000" cy="72000"/>
            </a:xfrm>
            <a:prstGeom prst="ellipse">
              <a:avLst/>
            </a:prstGeom>
            <a:solidFill>
              <a:schemeClr val="accent1"/>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74" name="Textfeld 173">
              <a:extLst>
                <a:ext uri="{FF2B5EF4-FFF2-40B4-BE49-F238E27FC236}">
                  <a16:creationId xmlns:a16="http://schemas.microsoft.com/office/drawing/2014/main" id="{E97992D1-9BE1-6D92-882C-705E66402853}"/>
                </a:ext>
              </a:extLst>
            </p:cNvPr>
            <p:cNvSpPr txBox="1"/>
            <p:nvPr/>
          </p:nvSpPr>
          <p:spPr>
            <a:xfrm>
              <a:off x="4580052" y="3408038"/>
              <a:ext cx="511360"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Plymouth</a:t>
              </a:r>
            </a:p>
          </p:txBody>
        </p:sp>
        <p:sp>
          <p:nvSpPr>
            <p:cNvPr id="177" name="Ellipse 176">
              <a:extLst>
                <a:ext uri="{FF2B5EF4-FFF2-40B4-BE49-F238E27FC236}">
                  <a16:creationId xmlns:a16="http://schemas.microsoft.com/office/drawing/2014/main" id="{D3436595-B9FD-2D19-DAC7-78C474CBCF1F}"/>
                </a:ext>
              </a:extLst>
            </p:cNvPr>
            <p:cNvSpPr>
              <a:spLocks noChangeAspect="1"/>
            </p:cNvSpPr>
            <p:nvPr/>
          </p:nvSpPr>
          <p:spPr bwMode="auto">
            <a:xfrm>
              <a:off x="10321984" y="3589570"/>
              <a:ext cx="72000" cy="72000"/>
            </a:xfrm>
            <a:prstGeom prst="ellipse">
              <a:avLst/>
            </a:prstGeom>
            <a:solidFill>
              <a:schemeClr val="tx2"/>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78" name="Ellipse 177">
              <a:extLst>
                <a:ext uri="{FF2B5EF4-FFF2-40B4-BE49-F238E27FC236}">
                  <a16:creationId xmlns:a16="http://schemas.microsoft.com/office/drawing/2014/main" id="{7FFCEF57-4EC9-3892-78D3-20EEA6F43FA9}"/>
                </a:ext>
              </a:extLst>
            </p:cNvPr>
            <p:cNvSpPr>
              <a:spLocks noChangeAspect="1"/>
            </p:cNvSpPr>
            <p:nvPr/>
          </p:nvSpPr>
          <p:spPr bwMode="auto">
            <a:xfrm>
              <a:off x="10260030" y="3530029"/>
              <a:ext cx="72000" cy="72000"/>
            </a:xfrm>
            <a:prstGeom prst="ellipse">
              <a:avLst/>
            </a:prstGeom>
            <a:solidFill>
              <a:srgbClr val="39C1CD"/>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grpSp>
      <p:grpSp>
        <p:nvGrpSpPr>
          <p:cNvPr id="182" name="Gruppieren 181">
            <a:extLst>
              <a:ext uri="{FF2B5EF4-FFF2-40B4-BE49-F238E27FC236}">
                <a16:creationId xmlns:a16="http://schemas.microsoft.com/office/drawing/2014/main" id="{75DB05AA-EDE1-D2D2-70D6-FC6BDAF1FC7E}"/>
              </a:ext>
            </a:extLst>
          </p:cNvPr>
          <p:cNvGrpSpPr/>
          <p:nvPr/>
        </p:nvGrpSpPr>
        <p:grpSpPr>
          <a:xfrm>
            <a:off x="6269037" y="1329662"/>
            <a:ext cx="2458039" cy="2316908"/>
            <a:chOff x="6392862" y="1329662"/>
            <a:chExt cx="2458039" cy="2316908"/>
          </a:xfrm>
        </p:grpSpPr>
        <p:pic>
          <p:nvPicPr>
            <p:cNvPr id="183" name="Grafik 182">
              <a:extLst>
                <a:ext uri="{FF2B5EF4-FFF2-40B4-BE49-F238E27FC236}">
                  <a16:creationId xmlns:a16="http://schemas.microsoft.com/office/drawing/2014/main" id="{31E27BB1-0CF8-9DDA-4CFE-1390CD8F05E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769" t="25673" r="20434" b="2324"/>
            <a:stretch/>
          </p:blipFill>
          <p:spPr>
            <a:xfrm>
              <a:off x="6392862" y="1329662"/>
              <a:ext cx="2458039" cy="2316908"/>
            </a:xfrm>
            <a:prstGeom prst="rect">
              <a:avLst/>
            </a:prstGeom>
            <a:ln w="12700">
              <a:solidFill>
                <a:srgbClr val="005B7F"/>
              </a:solidFill>
            </a:ln>
            <a:effectLst>
              <a:outerShdw blurRad="50800" dist="38100" algn="l" rotWithShape="0">
                <a:prstClr val="black">
                  <a:alpha val="40000"/>
                </a:prstClr>
              </a:outerShdw>
            </a:effectLst>
          </p:spPr>
        </p:pic>
        <p:sp>
          <p:nvSpPr>
            <p:cNvPr id="184" name="Ellipse 183">
              <a:extLst>
                <a:ext uri="{FF2B5EF4-FFF2-40B4-BE49-F238E27FC236}">
                  <a16:creationId xmlns:a16="http://schemas.microsoft.com/office/drawing/2014/main" id="{C6762720-D613-B25E-0B6B-2F8B51CD1559}"/>
                </a:ext>
              </a:extLst>
            </p:cNvPr>
            <p:cNvSpPr>
              <a:spLocks noChangeAspect="1"/>
            </p:cNvSpPr>
            <p:nvPr/>
          </p:nvSpPr>
          <p:spPr bwMode="auto">
            <a:xfrm>
              <a:off x="6479940" y="3324188"/>
              <a:ext cx="72020" cy="72000"/>
            </a:xfrm>
            <a:prstGeom prst="ellipse">
              <a:avLst/>
            </a:prstGeom>
            <a:solidFill>
              <a:schemeClr val="accent1"/>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85" name="Ellipse 184">
              <a:extLst>
                <a:ext uri="{FF2B5EF4-FFF2-40B4-BE49-F238E27FC236}">
                  <a16:creationId xmlns:a16="http://schemas.microsoft.com/office/drawing/2014/main" id="{55FC7C1A-0C40-B6DC-C574-BCB720E895B4}"/>
                </a:ext>
              </a:extLst>
            </p:cNvPr>
            <p:cNvSpPr>
              <a:spLocks noChangeAspect="1"/>
            </p:cNvSpPr>
            <p:nvPr/>
          </p:nvSpPr>
          <p:spPr bwMode="auto">
            <a:xfrm>
              <a:off x="7310321" y="2391988"/>
              <a:ext cx="72020" cy="72000"/>
            </a:xfrm>
            <a:prstGeom prst="ellipse">
              <a:avLst/>
            </a:prstGeom>
            <a:solidFill>
              <a:schemeClr val="tx2"/>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86" name="Ellipse 185">
              <a:extLst>
                <a:ext uri="{FF2B5EF4-FFF2-40B4-BE49-F238E27FC236}">
                  <a16:creationId xmlns:a16="http://schemas.microsoft.com/office/drawing/2014/main" id="{0C0BE4D6-ABD0-50C7-DD17-B782F4F707F4}"/>
                </a:ext>
              </a:extLst>
            </p:cNvPr>
            <p:cNvSpPr>
              <a:spLocks noChangeAspect="1"/>
            </p:cNvSpPr>
            <p:nvPr/>
          </p:nvSpPr>
          <p:spPr bwMode="auto">
            <a:xfrm>
              <a:off x="7764678" y="2767564"/>
              <a:ext cx="72020" cy="72000"/>
            </a:xfrm>
            <a:prstGeom prst="ellipse">
              <a:avLst/>
            </a:prstGeom>
            <a:solidFill>
              <a:srgbClr val="92D050"/>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87" name="Ellipse 186">
              <a:extLst>
                <a:ext uri="{FF2B5EF4-FFF2-40B4-BE49-F238E27FC236}">
                  <a16:creationId xmlns:a16="http://schemas.microsoft.com/office/drawing/2014/main" id="{1CC78432-237E-9428-2C66-57CC14C3D308}"/>
                </a:ext>
              </a:extLst>
            </p:cNvPr>
            <p:cNvSpPr>
              <a:spLocks noChangeAspect="1"/>
            </p:cNvSpPr>
            <p:nvPr/>
          </p:nvSpPr>
          <p:spPr bwMode="auto">
            <a:xfrm>
              <a:off x="7240726" y="2503919"/>
              <a:ext cx="72020" cy="72000"/>
            </a:xfrm>
            <a:prstGeom prst="ellipse">
              <a:avLst/>
            </a:prstGeom>
            <a:solidFill>
              <a:srgbClr val="39C1CD"/>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88" name="Textfeld 187">
              <a:extLst>
                <a:ext uri="{FF2B5EF4-FFF2-40B4-BE49-F238E27FC236}">
                  <a16:creationId xmlns:a16="http://schemas.microsoft.com/office/drawing/2014/main" id="{AAE20790-5BC9-8178-E875-E8F2A1FE0F8E}"/>
                </a:ext>
              </a:extLst>
            </p:cNvPr>
            <p:cNvSpPr txBox="1"/>
            <p:nvPr/>
          </p:nvSpPr>
          <p:spPr>
            <a:xfrm>
              <a:off x="7836698" y="1921010"/>
              <a:ext cx="677317"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Gothenburg</a:t>
              </a:r>
            </a:p>
          </p:txBody>
        </p:sp>
        <p:sp>
          <p:nvSpPr>
            <p:cNvPr id="189" name="Textfeld 188">
              <a:extLst>
                <a:ext uri="{FF2B5EF4-FFF2-40B4-BE49-F238E27FC236}">
                  <a16:creationId xmlns:a16="http://schemas.microsoft.com/office/drawing/2014/main" id="{6EDC25FE-064A-D43F-687D-545D7F7CE6A1}"/>
                </a:ext>
              </a:extLst>
            </p:cNvPr>
            <p:cNvSpPr txBox="1"/>
            <p:nvPr/>
          </p:nvSpPr>
          <p:spPr>
            <a:xfrm>
              <a:off x="6849216" y="2500065"/>
              <a:ext cx="569227"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Brussels</a:t>
              </a:r>
            </a:p>
          </p:txBody>
        </p:sp>
        <p:sp>
          <p:nvSpPr>
            <p:cNvPr id="190" name="Textfeld 189">
              <a:extLst>
                <a:ext uri="{FF2B5EF4-FFF2-40B4-BE49-F238E27FC236}">
                  <a16:creationId xmlns:a16="http://schemas.microsoft.com/office/drawing/2014/main" id="{F8F65577-F043-0DC1-8255-87343574C0D6}"/>
                </a:ext>
              </a:extLst>
            </p:cNvPr>
            <p:cNvSpPr txBox="1"/>
            <p:nvPr/>
          </p:nvSpPr>
          <p:spPr>
            <a:xfrm>
              <a:off x="7828480" y="2797509"/>
              <a:ext cx="391511"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Graz</a:t>
              </a:r>
            </a:p>
          </p:txBody>
        </p:sp>
        <p:sp>
          <p:nvSpPr>
            <p:cNvPr id="191" name="Textfeld 190">
              <a:extLst>
                <a:ext uri="{FF2B5EF4-FFF2-40B4-BE49-F238E27FC236}">
                  <a16:creationId xmlns:a16="http://schemas.microsoft.com/office/drawing/2014/main" id="{6765B107-768D-57A6-1816-87149775E65C}"/>
                </a:ext>
              </a:extLst>
            </p:cNvPr>
            <p:cNvSpPr txBox="1"/>
            <p:nvPr/>
          </p:nvSpPr>
          <p:spPr>
            <a:xfrm>
              <a:off x="7575956" y="2537060"/>
              <a:ext cx="463892"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Vienna</a:t>
              </a:r>
            </a:p>
          </p:txBody>
        </p:sp>
        <p:sp>
          <p:nvSpPr>
            <p:cNvPr id="192" name="Textfeld 191">
              <a:extLst>
                <a:ext uri="{FF2B5EF4-FFF2-40B4-BE49-F238E27FC236}">
                  <a16:creationId xmlns:a16="http://schemas.microsoft.com/office/drawing/2014/main" id="{86884C2B-F83E-963D-0E67-D94EA975A79D}"/>
                </a:ext>
              </a:extLst>
            </p:cNvPr>
            <p:cNvSpPr txBox="1"/>
            <p:nvPr/>
          </p:nvSpPr>
          <p:spPr>
            <a:xfrm>
              <a:off x="7408968" y="2354856"/>
              <a:ext cx="664626"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Enschede</a:t>
              </a:r>
            </a:p>
          </p:txBody>
        </p:sp>
        <p:sp>
          <p:nvSpPr>
            <p:cNvPr id="193" name="Textfeld 192">
              <a:extLst>
                <a:ext uri="{FF2B5EF4-FFF2-40B4-BE49-F238E27FC236}">
                  <a16:creationId xmlns:a16="http://schemas.microsoft.com/office/drawing/2014/main" id="{D9394F58-2DBD-E2F0-CF95-105160720253}"/>
                </a:ext>
              </a:extLst>
            </p:cNvPr>
            <p:cNvSpPr txBox="1"/>
            <p:nvPr/>
          </p:nvSpPr>
          <p:spPr>
            <a:xfrm>
              <a:off x="7237315" y="2975390"/>
              <a:ext cx="486146"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Bolzano</a:t>
              </a:r>
            </a:p>
          </p:txBody>
        </p:sp>
        <p:sp>
          <p:nvSpPr>
            <p:cNvPr id="194" name="Textfeld 193">
              <a:extLst>
                <a:ext uri="{FF2B5EF4-FFF2-40B4-BE49-F238E27FC236}">
                  <a16:creationId xmlns:a16="http://schemas.microsoft.com/office/drawing/2014/main" id="{58BB42CD-B3BB-B48E-9CA8-7740EC1C16BA}"/>
                </a:ext>
              </a:extLst>
            </p:cNvPr>
            <p:cNvSpPr txBox="1"/>
            <p:nvPr/>
          </p:nvSpPr>
          <p:spPr>
            <a:xfrm>
              <a:off x="6601235" y="3302286"/>
              <a:ext cx="462017"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Porto</a:t>
              </a:r>
            </a:p>
          </p:txBody>
        </p:sp>
        <p:sp>
          <p:nvSpPr>
            <p:cNvPr id="195" name="Ellipse 194">
              <a:extLst>
                <a:ext uri="{FF2B5EF4-FFF2-40B4-BE49-F238E27FC236}">
                  <a16:creationId xmlns:a16="http://schemas.microsoft.com/office/drawing/2014/main" id="{13D8EA01-E93D-6E40-B8DD-18663676C09E}"/>
                </a:ext>
              </a:extLst>
            </p:cNvPr>
            <p:cNvSpPr>
              <a:spLocks noChangeAspect="1"/>
            </p:cNvSpPr>
            <p:nvPr/>
          </p:nvSpPr>
          <p:spPr bwMode="auto">
            <a:xfrm>
              <a:off x="6494989" y="3419591"/>
              <a:ext cx="72020" cy="72000"/>
            </a:xfrm>
            <a:prstGeom prst="ellipse">
              <a:avLst/>
            </a:prstGeom>
            <a:solidFill>
              <a:srgbClr val="92D050"/>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196" name="Textfeld 195">
              <a:extLst>
                <a:ext uri="{FF2B5EF4-FFF2-40B4-BE49-F238E27FC236}">
                  <a16:creationId xmlns:a16="http://schemas.microsoft.com/office/drawing/2014/main" id="{2B573689-36EF-2F8E-25C7-17B589CA8AB3}"/>
                </a:ext>
              </a:extLst>
            </p:cNvPr>
            <p:cNvSpPr txBox="1"/>
            <p:nvPr/>
          </p:nvSpPr>
          <p:spPr>
            <a:xfrm>
              <a:off x="6580104" y="3452400"/>
              <a:ext cx="462017"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Évora</a:t>
              </a:r>
            </a:p>
          </p:txBody>
        </p:sp>
        <p:sp>
          <p:nvSpPr>
            <p:cNvPr id="197" name="Textfeld 196">
              <a:extLst>
                <a:ext uri="{FF2B5EF4-FFF2-40B4-BE49-F238E27FC236}">
                  <a16:creationId xmlns:a16="http://schemas.microsoft.com/office/drawing/2014/main" id="{A2299C66-E717-226A-1D3B-878F6248CBDC}"/>
                </a:ext>
              </a:extLst>
            </p:cNvPr>
            <p:cNvSpPr txBox="1"/>
            <p:nvPr/>
          </p:nvSpPr>
          <p:spPr>
            <a:xfrm>
              <a:off x="6578287" y="1876992"/>
              <a:ext cx="52457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Glasgow</a:t>
              </a:r>
            </a:p>
          </p:txBody>
        </p:sp>
        <p:sp>
          <p:nvSpPr>
            <p:cNvPr id="198" name="Ellipse 197">
              <a:extLst>
                <a:ext uri="{FF2B5EF4-FFF2-40B4-BE49-F238E27FC236}">
                  <a16:creationId xmlns:a16="http://schemas.microsoft.com/office/drawing/2014/main" id="{F816269D-3A53-FFBF-DA5D-34C5D348D8B4}"/>
                </a:ext>
              </a:extLst>
            </p:cNvPr>
            <p:cNvSpPr>
              <a:spLocks noChangeAspect="1"/>
            </p:cNvSpPr>
            <p:nvPr/>
          </p:nvSpPr>
          <p:spPr bwMode="auto">
            <a:xfrm>
              <a:off x="7665423" y="1950901"/>
              <a:ext cx="72020" cy="72000"/>
            </a:xfrm>
            <a:prstGeom prst="ellipse">
              <a:avLst/>
            </a:prstGeom>
            <a:solidFill>
              <a:srgbClr val="92D050"/>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grpSp>
      <p:grpSp>
        <p:nvGrpSpPr>
          <p:cNvPr id="199" name="Gruppieren 198">
            <a:extLst>
              <a:ext uri="{FF2B5EF4-FFF2-40B4-BE49-F238E27FC236}">
                <a16:creationId xmlns:a16="http://schemas.microsoft.com/office/drawing/2014/main" id="{2CBDA874-018E-7474-6335-4B521BDDD5D7}"/>
              </a:ext>
            </a:extLst>
          </p:cNvPr>
          <p:cNvGrpSpPr/>
          <p:nvPr/>
        </p:nvGrpSpPr>
        <p:grpSpPr>
          <a:xfrm>
            <a:off x="464320" y="2939041"/>
            <a:ext cx="2740154" cy="612484"/>
            <a:chOff x="611096" y="2977892"/>
            <a:chExt cx="2748241" cy="1075578"/>
          </a:xfrm>
        </p:grpSpPr>
        <p:sp>
          <p:nvSpPr>
            <p:cNvPr id="200" name="Rectangle 4">
              <a:extLst>
                <a:ext uri="{FF2B5EF4-FFF2-40B4-BE49-F238E27FC236}">
                  <a16:creationId xmlns:a16="http://schemas.microsoft.com/office/drawing/2014/main" id="{802C032C-4597-6266-25C2-E8B78BC9375D}"/>
                </a:ext>
              </a:extLst>
            </p:cNvPr>
            <p:cNvSpPr>
              <a:spLocks noChangeArrowheads="1"/>
            </p:cNvSpPr>
            <p:nvPr/>
          </p:nvSpPr>
          <p:spPr bwMode="auto">
            <a:xfrm>
              <a:off x="724563" y="3067172"/>
              <a:ext cx="2591139" cy="972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cap="none" spc="-70" normalizeH="0" noProof="0" dirty="0">
                  <a:ln>
                    <a:noFill/>
                  </a:ln>
                  <a:effectLst/>
                  <a:uLnTx/>
                  <a:uFillTx/>
                  <a:latin typeface="Frutiger LT Com 45 Light"/>
                  <a:ea typeface="+mn-ea"/>
                  <a:cs typeface="+mn-cs"/>
                </a:rPr>
                <a:t>Active collaboration with partners in roughly</a:t>
              </a:r>
              <a:r>
                <a:rPr kumimoji="0" lang="en-US" i="0" u="none" strike="noStrike" cap="none" spc="-70" normalizeH="0" noProof="0" dirty="0">
                  <a:ln>
                    <a:noFill/>
                  </a:ln>
                  <a:effectLst/>
                  <a:uLnTx/>
                  <a:uFillTx/>
                  <a:latin typeface="Frutiger LT Com 45 Light"/>
                  <a:ea typeface="+mn-ea"/>
                  <a:cs typeface="+mn-cs"/>
                </a:rPr>
                <a:t> </a:t>
              </a:r>
              <a:r>
                <a:rPr kumimoji="0" lang="en-US" sz="2000" b="1" i="0" u="none" strike="noStrike" cap="none" spc="-70" normalizeH="0" noProof="0" dirty="0">
                  <a:ln>
                    <a:noFill/>
                  </a:ln>
                  <a:solidFill>
                    <a:srgbClr val="005B7F"/>
                  </a:solidFill>
                  <a:effectLst/>
                  <a:uLnTx/>
                  <a:uFillTx/>
                  <a:latin typeface="Frutiger LT Com 45 Light"/>
                  <a:ea typeface="+mn-ea"/>
                  <a:cs typeface="+mn-cs"/>
                </a:rPr>
                <a:t>90 </a:t>
              </a:r>
              <a:r>
                <a:rPr kumimoji="0" lang="en-US" sz="1600" b="0" i="0" u="none" strike="noStrike" cap="none" spc="-70" normalizeH="0" noProof="0" dirty="0">
                  <a:ln>
                    <a:noFill/>
                  </a:ln>
                  <a:solidFill>
                    <a:srgbClr val="000000"/>
                  </a:solidFill>
                  <a:effectLst/>
                  <a:uLnTx/>
                  <a:uFillTx/>
                  <a:latin typeface="Frutiger LT Com 45 Light"/>
                  <a:ea typeface="+mn-ea"/>
                  <a:cs typeface="+mn-cs"/>
                </a:rPr>
                <a:t>countries</a:t>
              </a:r>
            </a:p>
          </p:txBody>
        </p:sp>
        <p:sp>
          <p:nvSpPr>
            <p:cNvPr id="201" name="Rectangle 4">
              <a:extLst>
                <a:ext uri="{FF2B5EF4-FFF2-40B4-BE49-F238E27FC236}">
                  <a16:creationId xmlns:a16="http://schemas.microsoft.com/office/drawing/2014/main" id="{CB34A35D-0782-2658-9F94-5DC54D551FA4}"/>
                </a:ext>
              </a:extLst>
            </p:cNvPr>
            <p:cNvSpPr/>
            <p:nvPr/>
          </p:nvSpPr>
          <p:spPr bwMode="auto">
            <a:xfrm>
              <a:off x="611096" y="2977892"/>
              <a:ext cx="2748241" cy="1075578"/>
            </a:xfrm>
            <a:prstGeom prst="rect">
              <a:avLst/>
            </a:prstGeom>
            <a:noFill/>
            <a:ln w="12700">
              <a:solidFill>
                <a:srgbClr val="92ABBC"/>
              </a:solidFill>
              <a:prstDash val="solid"/>
              <a:miter lim="800000"/>
              <a:headEnd/>
              <a:tailEnd/>
            </a:ln>
            <a:effectLst/>
          </p:spPr>
          <p:txBody>
            <a:bodyPr wrap="non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Frutiger LT Com 45 Light"/>
                <a:ea typeface="+mn-ea"/>
                <a:cs typeface="+mn-cs"/>
              </a:endParaRPr>
            </a:p>
          </p:txBody>
        </p:sp>
      </p:grpSp>
      <p:grpSp>
        <p:nvGrpSpPr>
          <p:cNvPr id="202" name="Gruppieren 201">
            <a:extLst>
              <a:ext uri="{FF2B5EF4-FFF2-40B4-BE49-F238E27FC236}">
                <a16:creationId xmlns:a16="http://schemas.microsoft.com/office/drawing/2014/main" id="{830EB551-E4F7-DFF9-65D8-E0AF1D7235A9}"/>
              </a:ext>
            </a:extLst>
          </p:cNvPr>
          <p:cNvGrpSpPr/>
          <p:nvPr/>
        </p:nvGrpSpPr>
        <p:grpSpPr>
          <a:xfrm>
            <a:off x="450372" y="3641479"/>
            <a:ext cx="2765790" cy="917480"/>
            <a:chOff x="597149" y="3434511"/>
            <a:chExt cx="3249803" cy="1192738"/>
          </a:xfrm>
        </p:grpSpPr>
        <p:sp>
          <p:nvSpPr>
            <p:cNvPr id="203" name="Rectangle 4">
              <a:extLst>
                <a:ext uri="{FF2B5EF4-FFF2-40B4-BE49-F238E27FC236}">
                  <a16:creationId xmlns:a16="http://schemas.microsoft.com/office/drawing/2014/main" id="{E4B9DAFE-3D5B-3F0D-A7B0-790801ED6B19}"/>
                </a:ext>
              </a:extLst>
            </p:cNvPr>
            <p:cNvSpPr>
              <a:spLocks noChangeArrowheads="1"/>
            </p:cNvSpPr>
            <p:nvPr/>
          </p:nvSpPr>
          <p:spPr bwMode="auto">
            <a:xfrm>
              <a:off x="699605" y="3535889"/>
              <a:ext cx="3123095" cy="984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1588" marR="0" lvl="1" indent="0" algn="l" defTabSz="914400" rtl="0" eaLnBrk="1" fontAlgn="auto" latinLnBrk="0" hangingPunct="1">
                <a:lnSpc>
                  <a:spcPts val="1960"/>
                </a:lnSpc>
                <a:spcBef>
                  <a:spcPts val="0"/>
                </a:spcBef>
                <a:spcAft>
                  <a:spcPts val="0"/>
                </a:spcAft>
                <a:buClr>
                  <a:srgbClr val="179C7D"/>
                </a:buClr>
                <a:buSzTx/>
                <a:buFontTx/>
                <a:buNone/>
                <a:tabLst/>
                <a:defRPr/>
              </a:pPr>
              <a:r>
                <a:rPr kumimoji="0" lang="en-US" sz="2000" b="1" i="0" u="none" strike="noStrike" cap="none" normalizeH="0" baseline="0" noProof="0" dirty="0">
                  <a:ln>
                    <a:noFill/>
                  </a:ln>
                  <a:solidFill>
                    <a:srgbClr val="005B7F"/>
                  </a:solidFill>
                  <a:effectLst/>
                  <a:uLnTx/>
                  <a:uFillTx/>
                  <a:latin typeface="Frutiger LT Com 45 Light" panose="020B0303030504020204" pitchFamily="34" charset="0"/>
                  <a:ea typeface="+mn-ea"/>
                  <a:cs typeface="+mn-cs"/>
                </a:rPr>
                <a:t>5</a:t>
              </a:r>
              <a:r>
                <a:rPr kumimoji="0" lang="en-US" sz="1600" b="1" i="0" u="none" strike="noStrike" cap="none" normalizeH="0" baseline="0" noProof="0" dirty="0">
                  <a:ln>
                    <a:noFill/>
                  </a:ln>
                  <a:solidFill>
                    <a:srgbClr val="005B7F"/>
                  </a:solidFill>
                  <a:effectLst/>
                  <a:uLnTx/>
                  <a:uFillTx/>
                  <a:latin typeface="Frutiger LT Com 45 Light" panose="020B0303030504020204" pitchFamily="34" charset="0"/>
                  <a:ea typeface="+mn-ea"/>
                  <a:cs typeface="+mn-cs"/>
                </a:rPr>
                <a:t> representative offices </a:t>
              </a:r>
              <a:br>
                <a:rPr kumimoji="0" lang="en-US" sz="1600" b="1" i="0" u="none" strike="noStrike" cap="none" normalizeH="0" baseline="0" noProof="0" dirty="0">
                  <a:ln>
                    <a:noFill/>
                  </a:ln>
                  <a:solidFill>
                    <a:srgbClr val="005B7F"/>
                  </a:solidFill>
                  <a:effectLst/>
                  <a:uLnTx/>
                  <a:uFillTx/>
                  <a:latin typeface="Frutiger LT Com 45 Light" panose="020B0303030504020204" pitchFamily="34" charset="0"/>
                  <a:ea typeface="+mn-ea"/>
                  <a:cs typeface="+mn-cs"/>
                </a:rPr>
              </a:br>
              <a:r>
                <a:rPr kumimoji="0" lang="en-US" sz="1600" b="0" i="0" u="none" strike="noStrike" cap="none" normalizeH="0" baseline="0" noProof="0" dirty="0">
                  <a:ln>
                    <a:noFill/>
                  </a:ln>
                  <a:solidFill>
                    <a:srgbClr val="000000"/>
                  </a:solidFill>
                  <a:effectLst/>
                  <a:uLnTx/>
                  <a:uFillTx/>
                  <a:latin typeface="Frutiger LT Com 45 Light"/>
                  <a:ea typeface="+mn-ea"/>
                  <a:cs typeface="+mn-cs"/>
                </a:rPr>
                <a:t>build bridges to local markets around the world</a:t>
              </a:r>
            </a:p>
          </p:txBody>
        </p:sp>
        <p:sp>
          <p:nvSpPr>
            <p:cNvPr id="204" name="Rectangle 4">
              <a:extLst>
                <a:ext uri="{FF2B5EF4-FFF2-40B4-BE49-F238E27FC236}">
                  <a16:creationId xmlns:a16="http://schemas.microsoft.com/office/drawing/2014/main" id="{C45D6EAA-7C98-47C4-81B5-1FD353E25DF3}"/>
                </a:ext>
              </a:extLst>
            </p:cNvPr>
            <p:cNvSpPr/>
            <p:nvPr/>
          </p:nvSpPr>
          <p:spPr bwMode="auto">
            <a:xfrm>
              <a:off x="597149" y="3434511"/>
              <a:ext cx="3249803" cy="1192738"/>
            </a:xfrm>
            <a:prstGeom prst="rect">
              <a:avLst/>
            </a:prstGeom>
            <a:noFill/>
            <a:ln w="12700">
              <a:solidFill>
                <a:srgbClr val="92ABBC"/>
              </a:solidFill>
              <a:prstDash val="solid"/>
              <a:miter lim="800000"/>
              <a:headEnd/>
              <a:tailEnd/>
            </a:ln>
            <a:effectLst/>
          </p:spPr>
          <p:txBody>
            <a:bodyPr wrap="non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Frutiger LT Com 45 Light"/>
                <a:ea typeface="+mn-ea"/>
                <a:cs typeface="+mn-cs"/>
              </a:endParaRPr>
            </a:p>
          </p:txBody>
        </p:sp>
      </p:grpSp>
      <p:sp>
        <p:nvSpPr>
          <p:cNvPr id="205" name="Ellipse 204">
            <a:extLst>
              <a:ext uri="{FF2B5EF4-FFF2-40B4-BE49-F238E27FC236}">
                <a16:creationId xmlns:a16="http://schemas.microsoft.com/office/drawing/2014/main" id="{91151507-1A7D-8365-08FE-57DEF055A862}"/>
              </a:ext>
            </a:extLst>
          </p:cNvPr>
          <p:cNvSpPr>
            <a:spLocks noChangeAspect="1"/>
          </p:cNvSpPr>
          <p:nvPr/>
        </p:nvSpPr>
        <p:spPr bwMode="auto">
          <a:xfrm>
            <a:off x="7600299" y="1950431"/>
            <a:ext cx="73966" cy="73945"/>
          </a:xfrm>
          <a:prstGeom prst="ellipse">
            <a:avLst/>
          </a:prstGeom>
          <a:solidFill>
            <a:srgbClr val="179C7D"/>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06" name="Ellipse 205">
            <a:extLst>
              <a:ext uri="{FF2B5EF4-FFF2-40B4-BE49-F238E27FC236}">
                <a16:creationId xmlns:a16="http://schemas.microsoft.com/office/drawing/2014/main" id="{C5FA87AE-EF4B-E8AB-DDB3-77D214746AED}"/>
              </a:ext>
            </a:extLst>
          </p:cNvPr>
          <p:cNvSpPr>
            <a:spLocks noChangeAspect="1"/>
          </p:cNvSpPr>
          <p:nvPr/>
        </p:nvSpPr>
        <p:spPr bwMode="auto">
          <a:xfrm>
            <a:off x="6398685" y="3236372"/>
            <a:ext cx="72020" cy="72000"/>
          </a:xfrm>
          <a:prstGeom prst="ellipse">
            <a:avLst/>
          </a:prstGeom>
          <a:solidFill>
            <a:srgbClr val="92D050"/>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07" name="Textfeld 206">
            <a:extLst>
              <a:ext uri="{FF2B5EF4-FFF2-40B4-BE49-F238E27FC236}">
                <a16:creationId xmlns:a16="http://schemas.microsoft.com/office/drawing/2014/main" id="{0BD31600-4ADF-80EA-A606-58E65B15666C}"/>
              </a:ext>
            </a:extLst>
          </p:cNvPr>
          <p:cNvSpPr txBox="1"/>
          <p:nvPr/>
        </p:nvSpPr>
        <p:spPr>
          <a:xfrm>
            <a:off x="6328285" y="3076212"/>
            <a:ext cx="549753"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Vila Real</a:t>
            </a:r>
          </a:p>
        </p:txBody>
      </p:sp>
      <p:grpSp>
        <p:nvGrpSpPr>
          <p:cNvPr id="208" name="Gruppieren 207">
            <a:extLst>
              <a:ext uri="{FF2B5EF4-FFF2-40B4-BE49-F238E27FC236}">
                <a16:creationId xmlns:a16="http://schemas.microsoft.com/office/drawing/2014/main" id="{A21570D4-4E50-5153-22A3-8520CE26C29E}"/>
              </a:ext>
            </a:extLst>
          </p:cNvPr>
          <p:cNvGrpSpPr/>
          <p:nvPr/>
        </p:nvGrpSpPr>
        <p:grpSpPr>
          <a:xfrm>
            <a:off x="450371" y="4927550"/>
            <a:ext cx="4454948" cy="1179589"/>
            <a:chOff x="487272" y="5167485"/>
            <a:chExt cx="4454948" cy="1179589"/>
          </a:xfrm>
        </p:grpSpPr>
        <p:sp>
          <p:nvSpPr>
            <p:cNvPr id="209" name="Rechteck 208">
              <a:extLst>
                <a:ext uri="{FF2B5EF4-FFF2-40B4-BE49-F238E27FC236}">
                  <a16:creationId xmlns:a16="http://schemas.microsoft.com/office/drawing/2014/main" id="{B7FABBE8-1E66-826B-F294-DF7706CC543C}"/>
                </a:ext>
              </a:extLst>
            </p:cNvPr>
            <p:cNvSpPr/>
            <p:nvPr/>
          </p:nvSpPr>
          <p:spPr>
            <a:xfrm>
              <a:off x="487272" y="5167485"/>
              <a:ext cx="4454948" cy="989430"/>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marL="180000" marR="0" lvl="0" indent="-180000" algn="l" defTabSz="914400" rtl="0" eaLnBrk="1" fontAlgn="auto" latinLnBrk="0" hangingPunct="1">
                <a:lnSpc>
                  <a:spcPts val="1960"/>
                </a:lnSpc>
                <a:spcBef>
                  <a:spcPts val="0"/>
                </a:spcBef>
                <a:spcAft>
                  <a:spcPts val="0"/>
                </a:spcAft>
                <a:buClr>
                  <a:srgbClr val="179C7D"/>
                </a:buClr>
                <a:buSzTx/>
                <a:buFont typeface="Wingdings" panose="05000000000000000000" pitchFamily="2" charset="2"/>
                <a:buChar char="§"/>
                <a:tabLst/>
                <a:defRPr/>
              </a:pPr>
              <a:endParaRPr kumimoji="0" lang="de-DE" sz="14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10" name="Textfeld 209">
              <a:extLst>
                <a:ext uri="{FF2B5EF4-FFF2-40B4-BE49-F238E27FC236}">
                  <a16:creationId xmlns:a16="http://schemas.microsoft.com/office/drawing/2014/main" id="{50C12EE0-4467-CABE-20D2-B823F7055BCA}"/>
                </a:ext>
              </a:extLst>
            </p:cNvPr>
            <p:cNvSpPr txBox="1"/>
            <p:nvPr/>
          </p:nvSpPr>
          <p:spPr>
            <a:xfrm>
              <a:off x="548982" y="5269856"/>
              <a:ext cx="2055050" cy="1077218"/>
            </a:xfrm>
            <a:prstGeom prst="rect">
              <a:avLst/>
            </a:prstGeom>
            <a:noFill/>
          </p:spPr>
          <p:txBody>
            <a:bodyPr wrap="none" lIns="0" tIns="0" rIns="0" bIns="0" rtlCol="0">
              <a:spAutoFit/>
            </a:bodyPr>
            <a:lstStyle/>
            <a:p>
              <a:pPr marL="285750" marR="0" lvl="0" indent="-285750" algn="l" defTabSz="914400" rtl="0" eaLnBrk="1" fontAlgn="auto" latinLnBrk="0" hangingPunct="1">
                <a:lnSpc>
                  <a:spcPct val="100000"/>
                </a:lnSpc>
                <a:spcBef>
                  <a:spcPts val="0"/>
                </a:spcBef>
                <a:spcAft>
                  <a:spcPts val="0"/>
                </a:spcAft>
                <a:buClr>
                  <a:srgbClr val="179C7D"/>
                </a:buClr>
                <a:buSzTx/>
                <a:buFont typeface="Wingdings" panose="05000000000000000000" pitchFamily="2" charset="2"/>
                <a:buChar char=""/>
                <a:tabLst/>
                <a:defRPr/>
              </a:pPr>
              <a:r>
                <a:rPr kumimoji="0" lang="en-US" sz="1400" b="0" i="0" u="none" strike="noStrike" cap="none" normalizeH="0" baseline="0" noProof="0">
                  <a:ln>
                    <a:noFill/>
                  </a:ln>
                  <a:solidFill>
                    <a:prstClr val="black"/>
                  </a:solidFill>
                  <a:effectLst/>
                  <a:uLnTx/>
                  <a:uFillTx/>
                  <a:latin typeface="Frutiger LT Com 45 Light"/>
                  <a:ea typeface="+mn-ea"/>
                  <a:cs typeface="+mn-cs"/>
                </a:rPr>
                <a:t>Foreign affiliate</a:t>
              </a:r>
            </a:p>
            <a:p>
              <a:pPr marL="285750" marR="0" lvl="0" indent="-285750" algn="l" defTabSz="914400" rtl="0" eaLnBrk="1" fontAlgn="auto" latinLnBrk="0" hangingPunct="1">
                <a:lnSpc>
                  <a:spcPct val="100000"/>
                </a:lnSpc>
                <a:spcBef>
                  <a:spcPts val="0"/>
                </a:spcBef>
                <a:spcAft>
                  <a:spcPts val="0"/>
                </a:spcAft>
                <a:buClr>
                  <a:srgbClr val="92D050"/>
                </a:buClr>
                <a:buSzTx/>
                <a:buFont typeface="Wingdings" panose="05000000000000000000" pitchFamily="2" charset="2"/>
                <a:buChar char=""/>
                <a:tabLst/>
                <a:defRPr/>
              </a:pPr>
              <a:r>
                <a:rPr kumimoji="0" lang="en-US" sz="1400" b="0" i="0" u="none" strike="noStrike" cap="none" normalizeH="0" baseline="0" noProof="0">
                  <a:ln>
                    <a:noFill/>
                  </a:ln>
                  <a:solidFill>
                    <a:prstClr val="black"/>
                  </a:solidFill>
                  <a:effectLst/>
                  <a:uLnTx/>
                  <a:uFillTx/>
                  <a:latin typeface="Frutiger LT Com 45 Light"/>
                  <a:ea typeface="+mn-ea"/>
                  <a:cs typeface="+mn-cs"/>
                </a:rPr>
                <a:t>Center</a:t>
              </a:r>
            </a:p>
            <a:p>
              <a:pPr marL="285750" marR="0" lvl="0" indent="-285750" algn="l" defTabSz="914400" rtl="0" eaLnBrk="1" fontAlgn="auto" latinLnBrk="0" hangingPunct="1">
                <a:lnSpc>
                  <a:spcPct val="100000"/>
                </a:lnSpc>
                <a:spcBef>
                  <a:spcPts val="0"/>
                </a:spcBef>
                <a:spcAft>
                  <a:spcPts val="0"/>
                </a:spcAft>
                <a:buClr>
                  <a:srgbClr val="39C1CD"/>
                </a:buClr>
                <a:buSzTx/>
                <a:buFont typeface="Wingdings" panose="05000000000000000000" pitchFamily="2" charset="2"/>
                <a:buChar char=""/>
                <a:tabLst/>
                <a:defRPr/>
              </a:pPr>
              <a:r>
                <a:rPr kumimoji="0" lang="en-US" sz="1400" b="0" i="0" u="none" strike="noStrike" cap="none" normalizeH="0" baseline="0" noProof="0">
                  <a:ln>
                    <a:noFill/>
                  </a:ln>
                  <a:solidFill>
                    <a:prstClr val="black"/>
                  </a:solidFill>
                  <a:effectLst/>
                  <a:uLnTx/>
                  <a:uFillTx/>
                  <a:latin typeface="Frutiger LT Com 45 Light"/>
                  <a:ea typeface="+mn-ea"/>
                  <a:cs typeface="+mn-cs"/>
                </a:rPr>
                <a:t>Representative office</a:t>
              </a:r>
            </a:p>
            <a:p>
              <a:pPr marL="285750" marR="0" lvl="0" indent="-285750" algn="l" defTabSz="914400" rtl="0" eaLnBrk="1" fontAlgn="auto" latinLnBrk="0" hangingPunct="1">
                <a:lnSpc>
                  <a:spcPct val="100000"/>
                </a:lnSpc>
                <a:spcBef>
                  <a:spcPts val="0"/>
                </a:spcBef>
                <a:spcAft>
                  <a:spcPts val="0"/>
                </a:spcAft>
                <a:buClr>
                  <a:srgbClr val="F58220"/>
                </a:buClr>
                <a:buSzTx/>
                <a:buFont typeface="Wingdings" panose="05000000000000000000" pitchFamily="2" charset="2"/>
                <a:buChar char=""/>
                <a:tabLst/>
                <a:defRPr/>
              </a:pPr>
              <a:r>
                <a:rPr kumimoji="0" lang="en-US" sz="1400" b="0" i="0" u="none" strike="noStrike" cap="none" normalizeH="0" baseline="0" noProof="0">
                  <a:ln>
                    <a:noFill/>
                  </a:ln>
                  <a:solidFill>
                    <a:prstClr val="black"/>
                  </a:solidFill>
                  <a:effectLst/>
                  <a:uLnTx/>
                  <a:uFillTx/>
                  <a:latin typeface="Frutiger LT Com 45 Light"/>
                  <a:ea typeface="+mn-ea"/>
                  <a:cs typeface="+mn-cs"/>
                </a:rPr>
                <a:t>Innovation platform</a:t>
              </a:r>
            </a:p>
            <a:p>
              <a:pPr marL="0" marR="0" lvl="0" indent="0" algn="l" defTabSz="914400" rtl="0" eaLnBrk="1" fontAlgn="auto" latinLnBrk="0" hangingPunct="1">
                <a:lnSpc>
                  <a:spcPct val="100000"/>
                </a:lnSpc>
                <a:spcBef>
                  <a:spcPts val="0"/>
                </a:spcBef>
                <a:spcAft>
                  <a:spcPts val="0"/>
                </a:spcAft>
                <a:buClr>
                  <a:srgbClr val="39C1CD"/>
                </a:buClr>
                <a:buSzTx/>
                <a:buFontTx/>
                <a:buNone/>
                <a:tabLst/>
                <a:defRPr/>
              </a:pPr>
              <a:endParaRPr kumimoji="0" lang="de-DE" sz="14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11" name="Textfeld 210">
              <a:extLst>
                <a:ext uri="{FF2B5EF4-FFF2-40B4-BE49-F238E27FC236}">
                  <a16:creationId xmlns:a16="http://schemas.microsoft.com/office/drawing/2014/main" id="{513701FD-5C37-AFD6-32AF-9EE39979D968}"/>
                </a:ext>
              </a:extLst>
            </p:cNvPr>
            <p:cNvSpPr txBox="1"/>
            <p:nvPr/>
          </p:nvSpPr>
          <p:spPr>
            <a:xfrm>
              <a:off x="2771279" y="5269856"/>
              <a:ext cx="1404231" cy="646331"/>
            </a:xfrm>
            <a:prstGeom prst="rect">
              <a:avLst/>
            </a:prstGeom>
            <a:noFill/>
            <a:ln>
              <a:noFill/>
            </a:ln>
          </p:spPr>
          <p:txBody>
            <a:bodyPr wrap="none" lIns="0" tIns="0" rIns="0" bIns="0" rtlCol="0">
              <a:spAutoFit/>
            </a:bodyPr>
            <a:lstStyle/>
            <a:p>
              <a:pPr marL="285750" marR="0" lvl="0" indent="-285750" algn="l" defTabSz="914400" rtl="0" eaLnBrk="1" fontAlgn="auto" latinLnBrk="0" hangingPunct="1">
                <a:lnSpc>
                  <a:spcPct val="100000"/>
                </a:lnSpc>
                <a:spcBef>
                  <a:spcPts val="0"/>
                </a:spcBef>
                <a:spcAft>
                  <a:spcPts val="0"/>
                </a:spcAft>
                <a:buClr>
                  <a:srgbClr val="7C154D"/>
                </a:buClr>
                <a:buSzTx/>
                <a:buFont typeface="Wingdings" panose="05000000000000000000" pitchFamily="2" charset="2"/>
                <a:buChar char=""/>
                <a:tabLst/>
                <a:defRPr/>
              </a:pPr>
              <a:r>
                <a:rPr kumimoji="0" lang="en-US" sz="1400" b="0" i="0" u="none" strike="noStrike" cap="none" normalizeH="0" baseline="0" noProof="0">
                  <a:ln>
                    <a:noFill/>
                  </a:ln>
                  <a:solidFill>
                    <a:prstClr val="black"/>
                  </a:solidFill>
                  <a:effectLst/>
                  <a:uLnTx/>
                  <a:uFillTx/>
                  <a:latin typeface="Frutiger LT Com 45 Light"/>
                  <a:ea typeface="+mn-ea"/>
                  <a:cs typeface="+mn-cs"/>
                </a:rPr>
                <a:t>ICON project</a:t>
              </a:r>
            </a:p>
            <a:p>
              <a:pPr marL="285750" marR="0" lvl="0" indent="-28575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
                <a:tabLst/>
                <a:defRPr/>
              </a:pPr>
              <a:r>
                <a:rPr kumimoji="0" lang="en-US" sz="1400" b="0" i="0" u="none" strike="noStrike" cap="none" normalizeH="0" baseline="0" noProof="0">
                  <a:ln>
                    <a:noFill/>
                  </a:ln>
                  <a:solidFill>
                    <a:prstClr val="black"/>
                  </a:solidFill>
                  <a:effectLst/>
                  <a:uLnTx/>
                  <a:uFillTx/>
                  <a:latin typeface="Frutiger LT Com 45 Light"/>
                  <a:ea typeface="+mn-ea"/>
                  <a:cs typeface="+mn-cs"/>
                </a:rPr>
                <a:t>R&amp;D (miscellaneous) </a:t>
              </a:r>
            </a:p>
            <a:p>
              <a:pPr marL="285750" marR="0" lvl="0" indent="-285750" algn="l" defTabSz="914400" rtl="0" eaLnBrk="1" fontAlgn="auto" latinLnBrk="0" hangingPunct="1">
                <a:lnSpc>
                  <a:spcPct val="100000"/>
                </a:lnSpc>
                <a:spcBef>
                  <a:spcPts val="0"/>
                </a:spcBef>
                <a:spcAft>
                  <a:spcPts val="0"/>
                </a:spcAft>
                <a:buClr>
                  <a:prstClr val="white"/>
                </a:buClr>
                <a:buSzTx/>
                <a:buFont typeface="Wingdings" panose="05000000000000000000" pitchFamily="2" charset="2"/>
                <a:buChar char=""/>
                <a:tabLst/>
                <a:defRPr/>
              </a:pPr>
              <a:r>
                <a:rPr kumimoji="0" lang="en-US" sz="1400" b="0" i="1" u="none" strike="noStrike" cap="none" normalizeH="0" baseline="0" noProof="0">
                  <a:ln>
                    <a:noFill/>
                  </a:ln>
                  <a:solidFill>
                    <a:prstClr val="black"/>
                  </a:solidFill>
                  <a:effectLst/>
                  <a:uLnTx/>
                  <a:uFillTx/>
                  <a:latin typeface="Frutiger LT Com 45 Light"/>
                  <a:ea typeface="+mn-ea"/>
                  <a:cs typeface="+mn-cs"/>
                </a:rPr>
                <a:t>opening soon</a:t>
              </a:r>
            </a:p>
          </p:txBody>
        </p:sp>
      </p:grpSp>
      <p:sp>
        <p:nvSpPr>
          <p:cNvPr id="212" name="Ellipse 211">
            <a:extLst>
              <a:ext uri="{FF2B5EF4-FFF2-40B4-BE49-F238E27FC236}">
                <a16:creationId xmlns:a16="http://schemas.microsoft.com/office/drawing/2014/main" id="{51B72574-C394-795F-E06A-62DCAE4AA212}"/>
              </a:ext>
            </a:extLst>
          </p:cNvPr>
          <p:cNvSpPr>
            <a:spLocks noChangeAspect="1"/>
          </p:cNvSpPr>
          <p:nvPr/>
        </p:nvSpPr>
        <p:spPr bwMode="auto">
          <a:xfrm>
            <a:off x="10528940" y="3526444"/>
            <a:ext cx="72020" cy="72000"/>
          </a:xfrm>
          <a:prstGeom prst="ellipse">
            <a:avLst/>
          </a:prstGeom>
          <a:solidFill>
            <a:srgbClr val="39C1CD"/>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13" name="Ellipse 212">
            <a:extLst>
              <a:ext uri="{FF2B5EF4-FFF2-40B4-BE49-F238E27FC236}">
                <a16:creationId xmlns:a16="http://schemas.microsoft.com/office/drawing/2014/main" id="{2C430806-DA15-7ACE-1818-60B5CFBC2EDC}"/>
              </a:ext>
            </a:extLst>
          </p:cNvPr>
          <p:cNvSpPr/>
          <p:nvPr/>
        </p:nvSpPr>
        <p:spPr bwMode="auto">
          <a:xfrm>
            <a:off x="10667513" y="5639513"/>
            <a:ext cx="72000" cy="72000"/>
          </a:xfrm>
          <a:prstGeom prst="ellipse">
            <a:avLst/>
          </a:prstGeom>
          <a:solidFill>
            <a:srgbClr val="7C154D"/>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14" name="Ellipse 213">
            <a:extLst>
              <a:ext uri="{FF2B5EF4-FFF2-40B4-BE49-F238E27FC236}">
                <a16:creationId xmlns:a16="http://schemas.microsoft.com/office/drawing/2014/main" id="{4097D93C-5D92-BFAB-14B2-C15243B693FA}"/>
              </a:ext>
            </a:extLst>
          </p:cNvPr>
          <p:cNvSpPr>
            <a:spLocks noChangeAspect="1"/>
          </p:cNvSpPr>
          <p:nvPr/>
        </p:nvSpPr>
        <p:spPr bwMode="auto">
          <a:xfrm>
            <a:off x="6609525" y="2012823"/>
            <a:ext cx="72020" cy="72000"/>
          </a:xfrm>
          <a:prstGeom prst="ellipse">
            <a:avLst/>
          </a:prstGeom>
          <a:solidFill>
            <a:srgbClr val="92D050"/>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15" name="Ellipse 214">
            <a:extLst>
              <a:ext uri="{FF2B5EF4-FFF2-40B4-BE49-F238E27FC236}">
                <a16:creationId xmlns:a16="http://schemas.microsoft.com/office/drawing/2014/main" id="{F47DABA6-E181-36DE-A986-7657BD3A4FA7}"/>
              </a:ext>
            </a:extLst>
          </p:cNvPr>
          <p:cNvSpPr>
            <a:spLocks noChangeAspect="1"/>
          </p:cNvSpPr>
          <p:nvPr/>
        </p:nvSpPr>
        <p:spPr bwMode="auto">
          <a:xfrm>
            <a:off x="6666591" y="2014010"/>
            <a:ext cx="73966" cy="73945"/>
          </a:xfrm>
          <a:prstGeom prst="ellipse">
            <a:avLst/>
          </a:prstGeom>
          <a:solidFill>
            <a:srgbClr val="179C7D"/>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16" name="Ellipse 215">
            <a:extLst>
              <a:ext uri="{FF2B5EF4-FFF2-40B4-BE49-F238E27FC236}">
                <a16:creationId xmlns:a16="http://schemas.microsoft.com/office/drawing/2014/main" id="{BD5BCA53-2055-32C5-5A52-36D79A5445BF}"/>
              </a:ext>
            </a:extLst>
          </p:cNvPr>
          <p:cNvSpPr>
            <a:spLocks noChangeAspect="1"/>
          </p:cNvSpPr>
          <p:nvPr/>
        </p:nvSpPr>
        <p:spPr bwMode="auto">
          <a:xfrm>
            <a:off x="5308750" y="5418327"/>
            <a:ext cx="72020" cy="72000"/>
          </a:xfrm>
          <a:prstGeom prst="ellipse">
            <a:avLst/>
          </a:prstGeom>
          <a:solidFill>
            <a:srgbClr val="92D050"/>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17" name="Ellipse 216">
            <a:extLst>
              <a:ext uri="{FF2B5EF4-FFF2-40B4-BE49-F238E27FC236}">
                <a16:creationId xmlns:a16="http://schemas.microsoft.com/office/drawing/2014/main" id="{F1A3BD6F-33E7-2DBC-4182-834D616D2E6A}"/>
              </a:ext>
            </a:extLst>
          </p:cNvPr>
          <p:cNvSpPr>
            <a:spLocks noChangeAspect="1"/>
          </p:cNvSpPr>
          <p:nvPr/>
        </p:nvSpPr>
        <p:spPr bwMode="auto">
          <a:xfrm>
            <a:off x="5361053" y="5419514"/>
            <a:ext cx="73966" cy="73945"/>
          </a:xfrm>
          <a:prstGeom prst="ellipse">
            <a:avLst/>
          </a:prstGeom>
          <a:solidFill>
            <a:srgbClr val="179C7D"/>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18" name="Ellipse 217">
            <a:extLst>
              <a:ext uri="{FF2B5EF4-FFF2-40B4-BE49-F238E27FC236}">
                <a16:creationId xmlns:a16="http://schemas.microsoft.com/office/drawing/2014/main" id="{36A479F9-F758-A54B-3969-BD74CEE30875}"/>
              </a:ext>
            </a:extLst>
          </p:cNvPr>
          <p:cNvSpPr>
            <a:spLocks noChangeAspect="1"/>
          </p:cNvSpPr>
          <p:nvPr/>
        </p:nvSpPr>
        <p:spPr bwMode="auto">
          <a:xfrm>
            <a:off x="7664125" y="2673048"/>
            <a:ext cx="73711" cy="73690"/>
          </a:xfrm>
          <a:prstGeom prst="ellipse">
            <a:avLst/>
          </a:prstGeom>
          <a:solidFill>
            <a:srgbClr val="179C7D"/>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19" name="Ellipse 218">
            <a:extLst>
              <a:ext uri="{FF2B5EF4-FFF2-40B4-BE49-F238E27FC236}">
                <a16:creationId xmlns:a16="http://schemas.microsoft.com/office/drawing/2014/main" id="{2FFC2E1D-476B-9793-2C51-B9869011C7CB}"/>
              </a:ext>
            </a:extLst>
          </p:cNvPr>
          <p:cNvSpPr>
            <a:spLocks noChangeAspect="1"/>
          </p:cNvSpPr>
          <p:nvPr/>
        </p:nvSpPr>
        <p:spPr bwMode="auto">
          <a:xfrm>
            <a:off x="7422157" y="2947514"/>
            <a:ext cx="72020" cy="72000"/>
          </a:xfrm>
          <a:prstGeom prst="ellipse">
            <a:avLst/>
          </a:prstGeom>
          <a:solidFill>
            <a:srgbClr val="92D050"/>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20" name="Ellipse 219">
            <a:extLst>
              <a:ext uri="{FF2B5EF4-FFF2-40B4-BE49-F238E27FC236}">
                <a16:creationId xmlns:a16="http://schemas.microsoft.com/office/drawing/2014/main" id="{6A7EA287-7D6E-9F82-924B-A8D0088B8F20}"/>
              </a:ext>
            </a:extLst>
          </p:cNvPr>
          <p:cNvSpPr>
            <a:spLocks noChangeAspect="1"/>
          </p:cNvSpPr>
          <p:nvPr/>
        </p:nvSpPr>
        <p:spPr bwMode="auto">
          <a:xfrm>
            <a:off x="7479223" y="2948701"/>
            <a:ext cx="73966" cy="73945"/>
          </a:xfrm>
          <a:prstGeom prst="ellipse">
            <a:avLst/>
          </a:prstGeom>
          <a:solidFill>
            <a:srgbClr val="179C7D"/>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21" name="Ellipse 220">
            <a:extLst>
              <a:ext uri="{FF2B5EF4-FFF2-40B4-BE49-F238E27FC236}">
                <a16:creationId xmlns:a16="http://schemas.microsoft.com/office/drawing/2014/main" id="{A3B6BDE2-95E2-3427-1D3F-C1540E57487E}"/>
              </a:ext>
            </a:extLst>
          </p:cNvPr>
          <p:cNvSpPr>
            <a:spLocks noChangeAspect="1"/>
          </p:cNvSpPr>
          <p:nvPr/>
        </p:nvSpPr>
        <p:spPr bwMode="auto">
          <a:xfrm>
            <a:off x="7771927" y="2592983"/>
            <a:ext cx="72020" cy="72000"/>
          </a:xfrm>
          <a:prstGeom prst="ellipse">
            <a:avLst/>
          </a:prstGeom>
          <a:solidFill>
            <a:schemeClr val="tx2"/>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22" name="Textfeld 221">
            <a:extLst>
              <a:ext uri="{FF2B5EF4-FFF2-40B4-BE49-F238E27FC236}">
                <a16:creationId xmlns:a16="http://schemas.microsoft.com/office/drawing/2014/main" id="{42CC6973-67B6-3C97-E726-90CF023F425E}"/>
              </a:ext>
            </a:extLst>
          </p:cNvPr>
          <p:cNvSpPr txBox="1"/>
          <p:nvPr/>
        </p:nvSpPr>
        <p:spPr>
          <a:xfrm>
            <a:off x="7889541" y="2537060"/>
            <a:ext cx="600437"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Ostrava</a:t>
            </a:r>
          </a:p>
        </p:txBody>
      </p:sp>
      <p:sp>
        <p:nvSpPr>
          <p:cNvPr id="223" name="Ellipse 222">
            <a:extLst>
              <a:ext uri="{FF2B5EF4-FFF2-40B4-BE49-F238E27FC236}">
                <a16:creationId xmlns:a16="http://schemas.microsoft.com/office/drawing/2014/main" id="{0BDD41B0-1494-6438-67EF-DFE30FF0BC7E}"/>
              </a:ext>
            </a:extLst>
          </p:cNvPr>
          <p:cNvSpPr>
            <a:spLocks noChangeAspect="1"/>
          </p:cNvSpPr>
          <p:nvPr/>
        </p:nvSpPr>
        <p:spPr bwMode="auto">
          <a:xfrm>
            <a:off x="7608334" y="3063251"/>
            <a:ext cx="72020" cy="72000"/>
          </a:xfrm>
          <a:prstGeom prst="ellipse">
            <a:avLst/>
          </a:prstGeom>
          <a:solidFill>
            <a:schemeClr val="tx2"/>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24" name="Textfeld 223">
            <a:extLst>
              <a:ext uri="{FF2B5EF4-FFF2-40B4-BE49-F238E27FC236}">
                <a16:creationId xmlns:a16="http://schemas.microsoft.com/office/drawing/2014/main" id="{7A73FFF0-723F-BB0E-0CC2-96D88F48109E}"/>
              </a:ext>
            </a:extLst>
          </p:cNvPr>
          <p:cNvSpPr txBox="1"/>
          <p:nvPr/>
        </p:nvSpPr>
        <p:spPr>
          <a:xfrm>
            <a:off x="7729629" y="3022559"/>
            <a:ext cx="677317"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Ravenna</a:t>
            </a:r>
          </a:p>
        </p:txBody>
      </p:sp>
      <p:sp>
        <p:nvSpPr>
          <p:cNvPr id="225" name="Ellipse 224">
            <a:extLst>
              <a:ext uri="{FF2B5EF4-FFF2-40B4-BE49-F238E27FC236}">
                <a16:creationId xmlns:a16="http://schemas.microsoft.com/office/drawing/2014/main" id="{F8541287-416D-7D57-96F9-1ACEAA58FE2F}"/>
              </a:ext>
            </a:extLst>
          </p:cNvPr>
          <p:cNvSpPr>
            <a:spLocks noChangeAspect="1"/>
          </p:cNvSpPr>
          <p:nvPr/>
        </p:nvSpPr>
        <p:spPr bwMode="auto">
          <a:xfrm>
            <a:off x="7962480" y="3730631"/>
            <a:ext cx="72020" cy="72000"/>
          </a:xfrm>
          <a:prstGeom prst="ellipse">
            <a:avLst/>
          </a:prstGeom>
          <a:solidFill>
            <a:schemeClr val="tx2"/>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26" name="Textfeld 225">
            <a:extLst>
              <a:ext uri="{FF2B5EF4-FFF2-40B4-BE49-F238E27FC236}">
                <a16:creationId xmlns:a16="http://schemas.microsoft.com/office/drawing/2014/main" id="{984E2546-4575-92AA-B4ED-F86361EFAC84}"/>
              </a:ext>
            </a:extLst>
          </p:cNvPr>
          <p:cNvSpPr txBox="1"/>
          <p:nvPr/>
        </p:nvSpPr>
        <p:spPr>
          <a:xfrm>
            <a:off x="7509482" y="3687655"/>
            <a:ext cx="464554"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Tel Aviv</a:t>
            </a:r>
          </a:p>
        </p:txBody>
      </p:sp>
      <p:sp>
        <p:nvSpPr>
          <p:cNvPr id="227" name="Ellipse 226">
            <a:extLst>
              <a:ext uri="{FF2B5EF4-FFF2-40B4-BE49-F238E27FC236}">
                <a16:creationId xmlns:a16="http://schemas.microsoft.com/office/drawing/2014/main" id="{3A4FDF71-124C-C6A4-836C-AD78498E8152}"/>
              </a:ext>
            </a:extLst>
          </p:cNvPr>
          <p:cNvSpPr>
            <a:spLocks noChangeAspect="1"/>
          </p:cNvSpPr>
          <p:nvPr/>
        </p:nvSpPr>
        <p:spPr bwMode="auto">
          <a:xfrm>
            <a:off x="7723939" y="3371236"/>
            <a:ext cx="72020" cy="72000"/>
          </a:xfrm>
          <a:prstGeom prst="ellipse">
            <a:avLst/>
          </a:prstGeom>
          <a:solidFill>
            <a:srgbClr val="C00000"/>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28" name="Textfeld 227">
            <a:extLst>
              <a:ext uri="{FF2B5EF4-FFF2-40B4-BE49-F238E27FC236}">
                <a16:creationId xmlns:a16="http://schemas.microsoft.com/office/drawing/2014/main" id="{7D286CC4-A4D0-0D67-4160-86F7214CD2D5}"/>
              </a:ext>
            </a:extLst>
          </p:cNvPr>
          <p:cNvSpPr txBox="1"/>
          <p:nvPr/>
        </p:nvSpPr>
        <p:spPr>
          <a:xfrm>
            <a:off x="7321649" y="3361305"/>
            <a:ext cx="535272"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Naples</a:t>
            </a:r>
          </a:p>
        </p:txBody>
      </p:sp>
      <p:sp>
        <p:nvSpPr>
          <p:cNvPr id="229" name="Ellipse 228">
            <a:extLst>
              <a:ext uri="{FF2B5EF4-FFF2-40B4-BE49-F238E27FC236}">
                <a16:creationId xmlns:a16="http://schemas.microsoft.com/office/drawing/2014/main" id="{03B6A5B8-2FD3-EA40-2189-DB563695A84A}"/>
              </a:ext>
            </a:extLst>
          </p:cNvPr>
          <p:cNvSpPr>
            <a:spLocks noChangeAspect="1"/>
          </p:cNvSpPr>
          <p:nvPr/>
        </p:nvSpPr>
        <p:spPr bwMode="auto">
          <a:xfrm>
            <a:off x="7376745" y="1836164"/>
            <a:ext cx="72020" cy="72000"/>
          </a:xfrm>
          <a:prstGeom prst="ellipse">
            <a:avLst/>
          </a:prstGeom>
          <a:solidFill>
            <a:srgbClr val="7C154D"/>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30" name="Textfeld 229">
            <a:extLst>
              <a:ext uri="{FF2B5EF4-FFF2-40B4-BE49-F238E27FC236}">
                <a16:creationId xmlns:a16="http://schemas.microsoft.com/office/drawing/2014/main" id="{94F5E699-A0B6-6D19-BD4D-5263CAF93C97}"/>
              </a:ext>
            </a:extLst>
          </p:cNvPr>
          <p:cNvSpPr txBox="1"/>
          <p:nvPr/>
        </p:nvSpPr>
        <p:spPr>
          <a:xfrm>
            <a:off x="7439130" y="1705752"/>
            <a:ext cx="677317"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Oslo</a:t>
            </a:r>
          </a:p>
        </p:txBody>
      </p:sp>
      <p:sp>
        <p:nvSpPr>
          <p:cNvPr id="231" name="Textfeld 230">
            <a:extLst>
              <a:ext uri="{FF2B5EF4-FFF2-40B4-BE49-F238E27FC236}">
                <a16:creationId xmlns:a16="http://schemas.microsoft.com/office/drawing/2014/main" id="{3E70CEC7-552A-8F4D-7F7D-8A3334C799B3}"/>
              </a:ext>
            </a:extLst>
          </p:cNvPr>
          <p:cNvSpPr txBox="1"/>
          <p:nvPr/>
        </p:nvSpPr>
        <p:spPr>
          <a:xfrm>
            <a:off x="6496276" y="2226891"/>
            <a:ext cx="734410"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Cambridge</a:t>
            </a:r>
          </a:p>
        </p:txBody>
      </p:sp>
      <p:sp>
        <p:nvSpPr>
          <p:cNvPr id="232" name="Ellipse 231">
            <a:extLst>
              <a:ext uri="{FF2B5EF4-FFF2-40B4-BE49-F238E27FC236}">
                <a16:creationId xmlns:a16="http://schemas.microsoft.com/office/drawing/2014/main" id="{C99A430D-4C1A-1625-6DB5-8BB0F2118006}"/>
              </a:ext>
            </a:extLst>
          </p:cNvPr>
          <p:cNvSpPr/>
          <p:nvPr/>
        </p:nvSpPr>
        <p:spPr bwMode="auto">
          <a:xfrm>
            <a:off x="10507236" y="3573125"/>
            <a:ext cx="72000" cy="72000"/>
          </a:xfrm>
          <a:prstGeom prst="ellipse">
            <a:avLst/>
          </a:prstGeom>
          <a:solidFill>
            <a:srgbClr val="7C154D"/>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33" name="Textfeld 232">
            <a:extLst>
              <a:ext uri="{FF2B5EF4-FFF2-40B4-BE49-F238E27FC236}">
                <a16:creationId xmlns:a16="http://schemas.microsoft.com/office/drawing/2014/main" id="{9FE49E95-F2E5-A91A-265E-9CC14FFCB744}"/>
              </a:ext>
            </a:extLst>
          </p:cNvPr>
          <p:cNvSpPr txBox="1"/>
          <p:nvPr/>
        </p:nvSpPr>
        <p:spPr>
          <a:xfrm>
            <a:off x="10566029" y="3638909"/>
            <a:ext cx="36367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Kyoto</a:t>
            </a:r>
          </a:p>
        </p:txBody>
      </p:sp>
      <p:sp>
        <p:nvSpPr>
          <p:cNvPr id="234" name="Ellipse 233">
            <a:extLst>
              <a:ext uri="{FF2B5EF4-FFF2-40B4-BE49-F238E27FC236}">
                <a16:creationId xmlns:a16="http://schemas.microsoft.com/office/drawing/2014/main" id="{ACD70480-5076-E2DA-0310-62FDD3CCC559}"/>
              </a:ext>
            </a:extLst>
          </p:cNvPr>
          <p:cNvSpPr>
            <a:spLocks noChangeAspect="1"/>
          </p:cNvSpPr>
          <p:nvPr/>
        </p:nvSpPr>
        <p:spPr bwMode="auto">
          <a:xfrm>
            <a:off x="7538531" y="2682777"/>
            <a:ext cx="72020" cy="72000"/>
          </a:xfrm>
          <a:prstGeom prst="ellipse">
            <a:avLst/>
          </a:prstGeom>
          <a:solidFill>
            <a:srgbClr val="92D050"/>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35" name="Textfeld 234">
            <a:extLst>
              <a:ext uri="{FF2B5EF4-FFF2-40B4-BE49-F238E27FC236}">
                <a16:creationId xmlns:a16="http://schemas.microsoft.com/office/drawing/2014/main" id="{26313556-6182-0215-EAFD-C38B22B08D32}"/>
              </a:ext>
            </a:extLst>
          </p:cNvPr>
          <p:cNvSpPr txBox="1"/>
          <p:nvPr/>
        </p:nvSpPr>
        <p:spPr>
          <a:xfrm>
            <a:off x="7058653" y="2645494"/>
            <a:ext cx="463892"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Wattens</a:t>
            </a:r>
          </a:p>
        </p:txBody>
      </p:sp>
      <p:sp>
        <p:nvSpPr>
          <p:cNvPr id="236" name="Ellipse 235">
            <a:extLst>
              <a:ext uri="{FF2B5EF4-FFF2-40B4-BE49-F238E27FC236}">
                <a16:creationId xmlns:a16="http://schemas.microsoft.com/office/drawing/2014/main" id="{3AE60AFD-6112-A6A6-B6BD-F0BD3637C67C}"/>
              </a:ext>
            </a:extLst>
          </p:cNvPr>
          <p:cNvSpPr>
            <a:spLocks noChangeAspect="1"/>
          </p:cNvSpPr>
          <p:nvPr/>
        </p:nvSpPr>
        <p:spPr bwMode="auto">
          <a:xfrm>
            <a:off x="7699883" y="2674605"/>
            <a:ext cx="72020" cy="72000"/>
          </a:xfrm>
          <a:prstGeom prst="ellipse">
            <a:avLst/>
          </a:prstGeom>
          <a:solidFill>
            <a:srgbClr val="92D050"/>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37" name="Ellipse 236">
            <a:extLst>
              <a:ext uri="{FF2B5EF4-FFF2-40B4-BE49-F238E27FC236}">
                <a16:creationId xmlns:a16="http://schemas.microsoft.com/office/drawing/2014/main" id="{492A1DC0-32E4-34FC-4CF3-0D5464F1C268}"/>
              </a:ext>
            </a:extLst>
          </p:cNvPr>
          <p:cNvSpPr>
            <a:spLocks noChangeAspect="1"/>
          </p:cNvSpPr>
          <p:nvPr/>
        </p:nvSpPr>
        <p:spPr bwMode="auto">
          <a:xfrm>
            <a:off x="7560680" y="2762226"/>
            <a:ext cx="72020" cy="72000"/>
          </a:xfrm>
          <a:prstGeom prst="ellipse">
            <a:avLst/>
          </a:prstGeom>
          <a:solidFill>
            <a:srgbClr val="92D050"/>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38" name="Textfeld 237">
            <a:extLst>
              <a:ext uri="{FF2B5EF4-FFF2-40B4-BE49-F238E27FC236}">
                <a16:creationId xmlns:a16="http://schemas.microsoft.com/office/drawing/2014/main" id="{EF5A4911-8B34-4876-70AE-7A69B8E818BB}"/>
              </a:ext>
            </a:extLst>
          </p:cNvPr>
          <p:cNvSpPr txBox="1"/>
          <p:nvPr/>
        </p:nvSpPr>
        <p:spPr>
          <a:xfrm>
            <a:off x="6989876" y="2762620"/>
            <a:ext cx="602735"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Klagenfurt</a:t>
            </a:r>
          </a:p>
        </p:txBody>
      </p:sp>
      <p:sp>
        <p:nvSpPr>
          <p:cNvPr id="239" name="Textfeld 238">
            <a:extLst>
              <a:ext uri="{FF2B5EF4-FFF2-40B4-BE49-F238E27FC236}">
                <a16:creationId xmlns:a16="http://schemas.microsoft.com/office/drawing/2014/main" id="{4D95FFDB-58F8-3296-F760-C98BFCE1D50B}"/>
              </a:ext>
            </a:extLst>
          </p:cNvPr>
          <p:cNvSpPr txBox="1"/>
          <p:nvPr/>
        </p:nvSpPr>
        <p:spPr>
          <a:xfrm>
            <a:off x="10017051" y="3705695"/>
            <a:ext cx="373801"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Naju</a:t>
            </a:r>
          </a:p>
        </p:txBody>
      </p:sp>
      <p:sp>
        <p:nvSpPr>
          <p:cNvPr id="240" name="Ellipse 239">
            <a:extLst>
              <a:ext uri="{FF2B5EF4-FFF2-40B4-BE49-F238E27FC236}">
                <a16:creationId xmlns:a16="http://schemas.microsoft.com/office/drawing/2014/main" id="{B8B1D329-51CD-9AB5-AE81-36FAEA49AEEB}"/>
              </a:ext>
            </a:extLst>
          </p:cNvPr>
          <p:cNvSpPr>
            <a:spLocks noChangeAspect="1"/>
          </p:cNvSpPr>
          <p:nvPr/>
        </p:nvSpPr>
        <p:spPr bwMode="auto">
          <a:xfrm>
            <a:off x="10243920" y="3609865"/>
            <a:ext cx="72000" cy="72000"/>
          </a:xfrm>
          <a:prstGeom prst="ellipse">
            <a:avLst/>
          </a:prstGeom>
          <a:solidFill>
            <a:schemeClr val="tx2"/>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latin typeface="Frutiger LT Com 45 Light"/>
              <a:ea typeface="+mn-ea"/>
              <a:cs typeface="+mn-cs"/>
            </a:endParaRPr>
          </a:p>
        </p:txBody>
      </p:sp>
      <p:sp>
        <p:nvSpPr>
          <p:cNvPr id="241" name="Ellipse 240">
            <a:extLst>
              <a:ext uri="{FF2B5EF4-FFF2-40B4-BE49-F238E27FC236}">
                <a16:creationId xmlns:a16="http://schemas.microsoft.com/office/drawing/2014/main" id="{437A4C64-B631-AFB7-DC9E-15290CE46034}"/>
              </a:ext>
            </a:extLst>
          </p:cNvPr>
          <p:cNvSpPr>
            <a:spLocks noChangeAspect="1"/>
          </p:cNvSpPr>
          <p:nvPr/>
        </p:nvSpPr>
        <p:spPr bwMode="auto">
          <a:xfrm>
            <a:off x="9819616" y="4494781"/>
            <a:ext cx="72020" cy="72000"/>
          </a:xfrm>
          <a:prstGeom prst="ellipse">
            <a:avLst/>
          </a:prstGeom>
          <a:solidFill>
            <a:srgbClr val="92D050"/>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42" name="Ellipse 241">
            <a:extLst>
              <a:ext uri="{FF2B5EF4-FFF2-40B4-BE49-F238E27FC236}">
                <a16:creationId xmlns:a16="http://schemas.microsoft.com/office/drawing/2014/main" id="{9B6A53E0-24D7-56F6-F4FD-A88D56412D7F}"/>
              </a:ext>
            </a:extLst>
          </p:cNvPr>
          <p:cNvSpPr>
            <a:spLocks noChangeAspect="1"/>
          </p:cNvSpPr>
          <p:nvPr/>
        </p:nvSpPr>
        <p:spPr bwMode="auto">
          <a:xfrm>
            <a:off x="7405559" y="2058018"/>
            <a:ext cx="72020" cy="72000"/>
          </a:xfrm>
          <a:prstGeom prst="ellipse">
            <a:avLst/>
          </a:prstGeom>
          <a:solidFill>
            <a:srgbClr val="7C154D"/>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Frutiger LT Com 45 Light"/>
              <a:ea typeface="+mn-ea"/>
              <a:cs typeface="+mn-cs"/>
            </a:endParaRPr>
          </a:p>
        </p:txBody>
      </p:sp>
      <p:sp>
        <p:nvSpPr>
          <p:cNvPr id="243" name="Textfeld 242">
            <a:extLst>
              <a:ext uri="{FF2B5EF4-FFF2-40B4-BE49-F238E27FC236}">
                <a16:creationId xmlns:a16="http://schemas.microsoft.com/office/drawing/2014/main" id="{53BA9466-1EE8-31AA-5992-A2770698C8BB}"/>
              </a:ext>
            </a:extLst>
          </p:cNvPr>
          <p:cNvSpPr txBox="1"/>
          <p:nvPr/>
        </p:nvSpPr>
        <p:spPr>
          <a:xfrm>
            <a:off x="7020205" y="1985286"/>
            <a:ext cx="421364"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Aarhus</a:t>
            </a:r>
          </a:p>
        </p:txBody>
      </p:sp>
      <p:sp>
        <p:nvSpPr>
          <p:cNvPr id="244" name="Ellipse 243">
            <a:extLst>
              <a:ext uri="{FF2B5EF4-FFF2-40B4-BE49-F238E27FC236}">
                <a16:creationId xmlns:a16="http://schemas.microsoft.com/office/drawing/2014/main" id="{5A7402AC-9DC1-9C65-BBBD-3715DA04A308}"/>
              </a:ext>
            </a:extLst>
          </p:cNvPr>
          <p:cNvSpPr/>
          <p:nvPr/>
        </p:nvSpPr>
        <p:spPr bwMode="auto">
          <a:xfrm>
            <a:off x="10298310" y="3527977"/>
            <a:ext cx="72000" cy="72000"/>
          </a:xfrm>
          <a:prstGeom prst="ellipse">
            <a:avLst/>
          </a:prstGeom>
          <a:solidFill>
            <a:srgbClr val="7C154D"/>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45" name="Textfeld 244">
            <a:extLst>
              <a:ext uri="{FF2B5EF4-FFF2-40B4-BE49-F238E27FC236}">
                <a16:creationId xmlns:a16="http://schemas.microsoft.com/office/drawing/2014/main" id="{BEBAAD29-EC84-454B-6C9B-C590FE24ECDA}"/>
              </a:ext>
            </a:extLst>
          </p:cNvPr>
          <p:cNvSpPr txBox="1"/>
          <p:nvPr/>
        </p:nvSpPr>
        <p:spPr>
          <a:xfrm>
            <a:off x="5417020" y="3158414"/>
            <a:ext cx="64146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Pittsburgh</a:t>
            </a:r>
          </a:p>
        </p:txBody>
      </p:sp>
      <p:sp>
        <p:nvSpPr>
          <p:cNvPr id="246" name="Textfeld 245">
            <a:extLst>
              <a:ext uri="{FF2B5EF4-FFF2-40B4-BE49-F238E27FC236}">
                <a16:creationId xmlns:a16="http://schemas.microsoft.com/office/drawing/2014/main" id="{D529AAB2-6CCF-63A8-EEBD-0EB88EAF275F}"/>
              </a:ext>
            </a:extLst>
          </p:cNvPr>
          <p:cNvSpPr txBox="1"/>
          <p:nvPr/>
        </p:nvSpPr>
        <p:spPr>
          <a:xfrm>
            <a:off x="10777480" y="3496911"/>
            <a:ext cx="36367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Tokyo</a:t>
            </a:r>
          </a:p>
        </p:txBody>
      </p:sp>
      <p:sp>
        <p:nvSpPr>
          <p:cNvPr id="247" name="Ellipse 246">
            <a:extLst>
              <a:ext uri="{FF2B5EF4-FFF2-40B4-BE49-F238E27FC236}">
                <a16:creationId xmlns:a16="http://schemas.microsoft.com/office/drawing/2014/main" id="{3221B611-E7C9-2AAE-EE98-4A69A5F8F402}"/>
              </a:ext>
            </a:extLst>
          </p:cNvPr>
          <p:cNvSpPr>
            <a:spLocks noChangeAspect="1"/>
          </p:cNvSpPr>
          <p:nvPr/>
        </p:nvSpPr>
        <p:spPr bwMode="auto">
          <a:xfrm>
            <a:off x="7002012" y="3186671"/>
            <a:ext cx="73966" cy="73945"/>
          </a:xfrm>
          <a:prstGeom prst="ellipse">
            <a:avLst/>
          </a:prstGeom>
          <a:no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48" name="Textfeld 247">
            <a:extLst>
              <a:ext uri="{FF2B5EF4-FFF2-40B4-BE49-F238E27FC236}">
                <a16:creationId xmlns:a16="http://schemas.microsoft.com/office/drawing/2014/main" id="{22E50A53-E787-B353-18F5-115E7BF65A75}"/>
              </a:ext>
            </a:extLst>
          </p:cNvPr>
          <p:cNvSpPr txBox="1"/>
          <p:nvPr/>
        </p:nvSpPr>
        <p:spPr>
          <a:xfrm>
            <a:off x="7121039" y="3149998"/>
            <a:ext cx="547183"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cap="none" normalizeH="0" baseline="0" noProof="0">
                <a:ln>
                  <a:noFill/>
                </a:ln>
                <a:solidFill>
                  <a:prstClr val="black"/>
                </a:solidFill>
                <a:effectLst/>
                <a:uLnTx/>
                <a:uFillTx/>
                <a:latin typeface="Frutiger LT Com 45 Light"/>
                <a:ea typeface="+mn-ea"/>
                <a:cs typeface="+mn-cs"/>
              </a:rPr>
              <a:t>Barcelona</a:t>
            </a:r>
          </a:p>
        </p:txBody>
      </p:sp>
      <p:sp>
        <p:nvSpPr>
          <p:cNvPr id="249" name="Ellipse 248">
            <a:extLst>
              <a:ext uri="{FF2B5EF4-FFF2-40B4-BE49-F238E27FC236}">
                <a16:creationId xmlns:a16="http://schemas.microsoft.com/office/drawing/2014/main" id="{A7CB215A-C7FD-B090-B666-F411F269BE38}"/>
              </a:ext>
            </a:extLst>
          </p:cNvPr>
          <p:cNvSpPr>
            <a:spLocks noChangeAspect="1"/>
          </p:cNvSpPr>
          <p:nvPr/>
        </p:nvSpPr>
        <p:spPr bwMode="auto">
          <a:xfrm>
            <a:off x="2745417" y="5531544"/>
            <a:ext cx="108000" cy="107969"/>
          </a:xfrm>
          <a:prstGeom prst="ellipse">
            <a:avLst/>
          </a:prstGeom>
          <a:solidFill>
            <a:schemeClr val="bg1"/>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50" name="Ellipse 249">
            <a:extLst>
              <a:ext uri="{FF2B5EF4-FFF2-40B4-BE49-F238E27FC236}">
                <a16:creationId xmlns:a16="http://schemas.microsoft.com/office/drawing/2014/main" id="{43E1D646-93D3-3AD5-EEF4-C03D7BECBD4E}"/>
              </a:ext>
            </a:extLst>
          </p:cNvPr>
          <p:cNvSpPr>
            <a:spLocks noChangeAspect="1"/>
          </p:cNvSpPr>
          <p:nvPr/>
        </p:nvSpPr>
        <p:spPr bwMode="auto">
          <a:xfrm>
            <a:off x="6627769" y="2800595"/>
            <a:ext cx="72020" cy="72000"/>
          </a:xfrm>
          <a:prstGeom prst="ellipse">
            <a:avLst/>
          </a:prstGeom>
          <a:solidFill>
            <a:srgbClr val="7C154D"/>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Frutiger LT Com 45 Light"/>
              <a:ea typeface="+mn-ea"/>
              <a:cs typeface="+mn-cs"/>
            </a:endParaRPr>
          </a:p>
        </p:txBody>
      </p:sp>
      <p:sp>
        <p:nvSpPr>
          <p:cNvPr id="251" name="Textfeld 250">
            <a:extLst>
              <a:ext uri="{FF2B5EF4-FFF2-40B4-BE49-F238E27FC236}">
                <a16:creationId xmlns:a16="http://schemas.microsoft.com/office/drawing/2014/main" id="{9081F0DB-D7CA-6A18-26E4-3255368535EA}"/>
              </a:ext>
            </a:extLst>
          </p:cNvPr>
          <p:cNvSpPr txBox="1"/>
          <p:nvPr/>
        </p:nvSpPr>
        <p:spPr>
          <a:xfrm>
            <a:off x="6302708" y="2860746"/>
            <a:ext cx="490710"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Plouzané</a:t>
            </a:r>
          </a:p>
        </p:txBody>
      </p:sp>
      <p:sp>
        <p:nvSpPr>
          <p:cNvPr id="252" name="Textfeld 251">
            <a:extLst>
              <a:ext uri="{FF2B5EF4-FFF2-40B4-BE49-F238E27FC236}">
                <a16:creationId xmlns:a16="http://schemas.microsoft.com/office/drawing/2014/main" id="{3965FA0F-CA92-C0C9-22D4-C8993D70B7DF}"/>
              </a:ext>
            </a:extLst>
          </p:cNvPr>
          <p:cNvSpPr txBox="1"/>
          <p:nvPr/>
        </p:nvSpPr>
        <p:spPr>
          <a:xfrm>
            <a:off x="5080333" y="2985673"/>
            <a:ext cx="64146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Waterloo</a:t>
            </a:r>
          </a:p>
        </p:txBody>
      </p:sp>
      <p:cxnSp>
        <p:nvCxnSpPr>
          <p:cNvPr id="253" name="Gerader Verbinder 252">
            <a:extLst>
              <a:ext uri="{FF2B5EF4-FFF2-40B4-BE49-F238E27FC236}">
                <a16:creationId xmlns:a16="http://schemas.microsoft.com/office/drawing/2014/main" id="{25DBD3B6-DBA3-A594-1C91-C00092AA452F}"/>
              </a:ext>
            </a:extLst>
          </p:cNvPr>
          <p:cNvCxnSpPr>
            <a:cxnSpLocks/>
          </p:cNvCxnSpPr>
          <p:nvPr/>
        </p:nvCxnSpPr>
        <p:spPr>
          <a:xfrm>
            <a:off x="5316124" y="3116166"/>
            <a:ext cx="0" cy="180000"/>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4" name="Ellipse 253">
            <a:extLst>
              <a:ext uri="{FF2B5EF4-FFF2-40B4-BE49-F238E27FC236}">
                <a16:creationId xmlns:a16="http://schemas.microsoft.com/office/drawing/2014/main" id="{4D512D21-9AE7-152D-71A2-176C78A7E374}"/>
              </a:ext>
            </a:extLst>
          </p:cNvPr>
          <p:cNvSpPr/>
          <p:nvPr/>
        </p:nvSpPr>
        <p:spPr bwMode="auto">
          <a:xfrm>
            <a:off x="5277766" y="3269065"/>
            <a:ext cx="72000" cy="72000"/>
          </a:xfrm>
          <a:prstGeom prst="ellipse">
            <a:avLst/>
          </a:prstGeom>
          <a:solidFill>
            <a:srgbClr val="7C154D"/>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latin typeface="Frutiger LT Com 45 Light"/>
              <a:ea typeface="+mn-ea"/>
              <a:cs typeface="+mn-cs"/>
            </a:endParaRPr>
          </a:p>
        </p:txBody>
      </p:sp>
      <p:cxnSp>
        <p:nvCxnSpPr>
          <p:cNvPr id="255" name="Gerader Verbinder 254">
            <a:extLst>
              <a:ext uri="{FF2B5EF4-FFF2-40B4-BE49-F238E27FC236}">
                <a16:creationId xmlns:a16="http://schemas.microsoft.com/office/drawing/2014/main" id="{95A36EE8-814A-179A-0C3E-0D4287C35FFC}"/>
              </a:ext>
            </a:extLst>
          </p:cNvPr>
          <p:cNvCxnSpPr>
            <a:cxnSpLocks/>
          </p:cNvCxnSpPr>
          <p:nvPr/>
        </p:nvCxnSpPr>
        <p:spPr>
          <a:xfrm flipH="1">
            <a:off x="5311591" y="3294466"/>
            <a:ext cx="222037" cy="73608"/>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6" name="Ellipse 255">
            <a:extLst>
              <a:ext uri="{FF2B5EF4-FFF2-40B4-BE49-F238E27FC236}">
                <a16:creationId xmlns:a16="http://schemas.microsoft.com/office/drawing/2014/main" id="{A0E7F054-67D0-C5B0-DD3C-95468C8ACD5E}"/>
              </a:ext>
            </a:extLst>
          </p:cNvPr>
          <p:cNvSpPr/>
          <p:nvPr/>
        </p:nvSpPr>
        <p:spPr bwMode="auto">
          <a:xfrm>
            <a:off x="5282683" y="3332977"/>
            <a:ext cx="72000" cy="72000"/>
          </a:xfrm>
          <a:prstGeom prst="ellipse">
            <a:avLst/>
          </a:prstGeom>
          <a:solidFill>
            <a:srgbClr val="7C154D"/>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latin typeface="Frutiger LT Com 45 Light"/>
              <a:ea typeface="+mn-ea"/>
              <a:cs typeface="+mn-cs"/>
            </a:endParaRPr>
          </a:p>
        </p:txBody>
      </p:sp>
      <p:sp>
        <p:nvSpPr>
          <p:cNvPr id="257" name="Ellipse 256">
            <a:extLst>
              <a:ext uri="{FF2B5EF4-FFF2-40B4-BE49-F238E27FC236}">
                <a16:creationId xmlns:a16="http://schemas.microsoft.com/office/drawing/2014/main" id="{05765F13-6BDF-6DE6-BE47-CC3FEA4BDD4E}"/>
              </a:ext>
            </a:extLst>
          </p:cNvPr>
          <p:cNvSpPr/>
          <p:nvPr/>
        </p:nvSpPr>
        <p:spPr bwMode="auto">
          <a:xfrm>
            <a:off x="11028310" y="5357523"/>
            <a:ext cx="72000" cy="72000"/>
          </a:xfrm>
          <a:prstGeom prst="ellipse">
            <a:avLst/>
          </a:prstGeom>
          <a:solidFill>
            <a:srgbClr val="C00000"/>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58" name="Textfeld 257">
            <a:extLst>
              <a:ext uri="{FF2B5EF4-FFF2-40B4-BE49-F238E27FC236}">
                <a16:creationId xmlns:a16="http://schemas.microsoft.com/office/drawing/2014/main" id="{155D6769-13A0-C168-8232-F6B9782AC5B7}"/>
              </a:ext>
            </a:extLst>
          </p:cNvPr>
          <p:cNvSpPr txBox="1"/>
          <p:nvPr/>
        </p:nvSpPr>
        <p:spPr>
          <a:xfrm>
            <a:off x="11057150" y="5173836"/>
            <a:ext cx="864513"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Southport</a:t>
            </a:r>
          </a:p>
        </p:txBody>
      </p:sp>
      <p:sp>
        <p:nvSpPr>
          <p:cNvPr id="259" name="Textfeld 258">
            <a:extLst>
              <a:ext uri="{FF2B5EF4-FFF2-40B4-BE49-F238E27FC236}">
                <a16:creationId xmlns:a16="http://schemas.microsoft.com/office/drawing/2014/main" id="{825C86B7-FF53-24F2-3AE8-C8FB5AFD5D32}"/>
              </a:ext>
            </a:extLst>
          </p:cNvPr>
          <p:cNvSpPr txBox="1"/>
          <p:nvPr/>
        </p:nvSpPr>
        <p:spPr>
          <a:xfrm>
            <a:off x="3649140" y="3507389"/>
            <a:ext cx="730296"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San Jose</a:t>
            </a:r>
          </a:p>
        </p:txBody>
      </p:sp>
      <p:sp>
        <p:nvSpPr>
          <p:cNvPr id="260" name="Ellipse 259">
            <a:extLst>
              <a:ext uri="{FF2B5EF4-FFF2-40B4-BE49-F238E27FC236}">
                <a16:creationId xmlns:a16="http://schemas.microsoft.com/office/drawing/2014/main" id="{771CE6B4-737B-7EB8-8FA5-1DCC3592F489}"/>
              </a:ext>
            </a:extLst>
          </p:cNvPr>
          <p:cNvSpPr/>
          <p:nvPr/>
        </p:nvSpPr>
        <p:spPr bwMode="auto">
          <a:xfrm>
            <a:off x="4153305" y="3541465"/>
            <a:ext cx="72000" cy="72000"/>
          </a:xfrm>
          <a:prstGeom prst="ellipse">
            <a:avLst/>
          </a:prstGeom>
          <a:solidFill>
            <a:srgbClr val="C00000"/>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61" name="Ellipse 260">
            <a:extLst>
              <a:ext uri="{FF2B5EF4-FFF2-40B4-BE49-F238E27FC236}">
                <a16:creationId xmlns:a16="http://schemas.microsoft.com/office/drawing/2014/main" id="{9CC4C510-7ADB-F748-08E4-B501D35D3A4F}"/>
              </a:ext>
            </a:extLst>
          </p:cNvPr>
          <p:cNvSpPr>
            <a:spLocks noChangeAspect="1"/>
          </p:cNvSpPr>
          <p:nvPr/>
        </p:nvSpPr>
        <p:spPr bwMode="auto">
          <a:xfrm>
            <a:off x="10335769" y="3529112"/>
            <a:ext cx="72000" cy="72000"/>
          </a:xfrm>
          <a:prstGeom prst="ellipse">
            <a:avLst/>
          </a:prstGeom>
          <a:solidFill>
            <a:schemeClr val="tx2"/>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62" name="Ellipse 261">
            <a:extLst>
              <a:ext uri="{FF2B5EF4-FFF2-40B4-BE49-F238E27FC236}">
                <a16:creationId xmlns:a16="http://schemas.microsoft.com/office/drawing/2014/main" id="{8C6181C0-BDA6-0CB7-5B9D-4ED9BFE56CB2}"/>
              </a:ext>
            </a:extLst>
          </p:cNvPr>
          <p:cNvSpPr/>
          <p:nvPr/>
        </p:nvSpPr>
        <p:spPr bwMode="auto">
          <a:xfrm>
            <a:off x="7737522" y="2674732"/>
            <a:ext cx="72000" cy="72000"/>
          </a:xfrm>
          <a:prstGeom prst="ellipse">
            <a:avLst/>
          </a:prstGeom>
          <a:solidFill>
            <a:srgbClr val="7C154D"/>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63" name="Ellipse 262">
            <a:extLst>
              <a:ext uri="{FF2B5EF4-FFF2-40B4-BE49-F238E27FC236}">
                <a16:creationId xmlns:a16="http://schemas.microsoft.com/office/drawing/2014/main" id="{0EDC7F97-C0D2-1EC2-1383-C7295BC56A39}"/>
              </a:ext>
            </a:extLst>
          </p:cNvPr>
          <p:cNvSpPr>
            <a:spLocks noChangeAspect="1"/>
          </p:cNvSpPr>
          <p:nvPr/>
        </p:nvSpPr>
        <p:spPr bwMode="auto">
          <a:xfrm>
            <a:off x="6402038" y="3324188"/>
            <a:ext cx="72020" cy="72000"/>
          </a:xfrm>
          <a:prstGeom prst="ellipse">
            <a:avLst/>
          </a:prstGeom>
          <a:solidFill>
            <a:srgbClr val="92D050"/>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64" name="Ellipse 263">
            <a:extLst>
              <a:ext uri="{FF2B5EF4-FFF2-40B4-BE49-F238E27FC236}">
                <a16:creationId xmlns:a16="http://schemas.microsoft.com/office/drawing/2014/main" id="{3B21BFC2-CB0B-ADE8-8EAC-A1EE6D5780D7}"/>
              </a:ext>
            </a:extLst>
          </p:cNvPr>
          <p:cNvSpPr/>
          <p:nvPr/>
        </p:nvSpPr>
        <p:spPr bwMode="auto">
          <a:xfrm>
            <a:off x="5104761" y="3330715"/>
            <a:ext cx="72000" cy="72000"/>
          </a:xfrm>
          <a:prstGeom prst="ellipse">
            <a:avLst/>
          </a:prstGeom>
          <a:solidFill>
            <a:srgbClr val="92D050"/>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cxnSp>
        <p:nvCxnSpPr>
          <p:cNvPr id="265" name="Gerader Verbinder 264">
            <a:extLst>
              <a:ext uri="{FF2B5EF4-FFF2-40B4-BE49-F238E27FC236}">
                <a16:creationId xmlns:a16="http://schemas.microsoft.com/office/drawing/2014/main" id="{9D34EF8F-10B0-A97F-4C86-45091168F9D6}"/>
              </a:ext>
            </a:extLst>
          </p:cNvPr>
          <p:cNvCxnSpPr>
            <a:cxnSpLocks/>
            <a:stCxn id="172" idx="0"/>
            <a:endCxn id="167" idx="3"/>
          </p:cNvCxnSpPr>
          <p:nvPr/>
        </p:nvCxnSpPr>
        <p:spPr>
          <a:xfrm flipV="1">
            <a:off x="5231802" y="3197043"/>
            <a:ext cx="1116" cy="103726"/>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6" name="Ellipse 265">
            <a:extLst>
              <a:ext uri="{FF2B5EF4-FFF2-40B4-BE49-F238E27FC236}">
                <a16:creationId xmlns:a16="http://schemas.microsoft.com/office/drawing/2014/main" id="{A1117EB2-0FD0-A6F1-8978-13BD9F63A8D4}"/>
              </a:ext>
            </a:extLst>
          </p:cNvPr>
          <p:cNvSpPr>
            <a:spLocks noChangeAspect="1"/>
          </p:cNvSpPr>
          <p:nvPr/>
        </p:nvSpPr>
        <p:spPr bwMode="auto">
          <a:xfrm>
            <a:off x="10273411" y="3571481"/>
            <a:ext cx="72000" cy="72000"/>
          </a:xfrm>
          <a:prstGeom prst="ellipse">
            <a:avLst/>
          </a:prstGeom>
          <a:solidFill>
            <a:schemeClr val="tx2"/>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latin typeface="Frutiger LT Com 45 Light"/>
              <a:ea typeface="+mn-ea"/>
              <a:cs typeface="+mn-cs"/>
            </a:endParaRPr>
          </a:p>
        </p:txBody>
      </p:sp>
      <p:sp>
        <p:nvSpPr>
          <p:cNvPr id="267" name="Textfeld 266">
            <a:extLst>
              <a:ext uri="{FF2B5EF4-FFF2-40B4-BE49-F238E27FC236}">
                <a16:creationId xmlns:a16="http://schemas.microsoft.com/office/drawing/2014/main" id="{41A7F60A-E941-F085-3855-731F2AD6BD73}"/>
              </a:ext>
            </a:extLst>
          </p:cNvPr>
          <p:cNvSpPr txBox="1"/>
          <p:nvPr/>
        </p:nvSpPr>
        <p:spPr>
          <a:xfrm>
            <a:off x="9831270" y="3534901"/>
            <a:ext cx="373801"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Sejong</a:t>
            </a:r>
          </a:p>
        </p:txBody>
      </p:sp>
      <p:sp>
        <p:nvSpPr>
          <p:cNvPr id="268" name="Ellipse 267">
            <a:extLst>
              <a:ext uri="{FF2B5EF4-FFF2-40B4-BE49-F238E27FC236}">
                <a16:creationId xmlns:a16="http://schemas.microsoft.com/office/drawing/2014/main" id="{CC039D3C-EEA9-4595-F9B4-A4DF5ABE655D}"/>
              </a:ext>
            </a:extLst>
          </p:cNvPr>
          <p:cNvSpPr>
            <a:spLocks noChangeAspect="1"/>
          </p:cNvSpPr>
          <p:nvPr/>
        </p:nvSpPr>
        <p:spPr bwMode="auto">
          <a:xfrm>
            <a:off x="6788120" y="2364600"/>
            <a:ext cx="72020" cy="72000"/>
          </a:xfrm>
          <a:prstGeom prst="ellipse">
            <a:avLst/>
          </a:prstGeom>
          <a:solidFill>
            <a:srgbClr val="7C154D"/>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Frutiger LT Com 45 Light"/>
              <a:ea typeface="+mn-ea"/>
              <a:cs typeface="+mn-cs"/>
            </a:endParaRPr>
          </a:p>
        </p:txBody>
      </p:sp>
      <p:sp>
        <p:nvSpPr>
          <p:cNvPr id="269" name="Ellipse 268">
            <a:extLst>
              <a:ext uri="{FF2B5EF4-FFF2-40B4-BE49-F238E27FC236}">
                <a16:creationId xmlns:a16="http://schemas.microsoft.com/office/drawing/2014/main" id="{8BE324C5-97BF-DF62-3D90-5BC0BECF7DC1}"/>
              </a:ext>
            </a:extLst>
          </p:cNvPr>
          <p:cNvSpPr>
            <a:spLocks noChangeAspect="1"/>
          </p:cNvSpPr>
          <p:nvPr/>
        </p:nvSpPr>
        <p:spPr bwMode="auto">
          <a:xfrm>
            <a:off x="9881216" y="4493932"/>
            <a:ext cx="72020" cy="72000"/>
          </a:xfrm>
          <a:prstGeom prst="ellipse">
            <a:avLst/>
          </a:prstGeom>
          <a:solidFill>
            <a:srgbClr val="7C154D"/>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70" name="Ellipse 269">
            <a:extLst>
              <a:ext uri="{FF2B5EF4-FFF2-40B4-BE49-F238E27FC236}">
                <a16:creationId xmlns:a16="http://schemas.microsoft.com/office/drawing/2014/main" id="{4B82C4FE-324D-E9E4-8F6C-76CED1436B82}"/>
              </a:ext>
            </a:extLst>
          </p:cNvPr>
          <p:cNvSpPr>
            <a:spLocks noChangeAspect="1"/>
          </p:cNvSpPr>
          <p:nvPr/>
        </p:nvSpPr>
        <p:spPr bwMode="auto">
          <a:xfrm>
            <a:off x="10133071" y="3942035"/>
            <a:ext cx="72000" cy="72000"/>
          </a:xfrm>
          <a:prstGeom prst="ellipse">
            <a:avLst/>
          </a:prstGeom>
          <a:solidFill>
            <a:schemeClr val="tx2"/>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latin typeface="Frutiger LT Com 45 Light"/>
              <a:ea typeface="+mn-ea"/>
              <a:cs typeface="+mn-cs"/>
            </a:endParaRPr>
          </a:p>
        </p:txBody>
      </p:sp>
      <p:sp>
        <p:nvSpPr>
          <p:cNvPr id="271" name="Textfeld 270">
            <a:extLst>
              <a:ext uri="{FF2B5EF4-FFF2-40B4-BE49-F238E27FC236}">
                <a16:creationId xmlns:a16="http://schemas.microsoft.com/office/drawing/2014/main" id="{C619D1EC-133B-28A6-62CB-32DBEB77B708}"/>
              </a:ext>
            </a:extLst>
          </p:cNvPr>
          <p:cNvSpPr txBox="1"/>
          <p:nvPr/>
        </p:nvSpPr>
        <p:spPr>
          <a:xfrm>
            <a:off x="10052169" y="4021338"/>
            <a:ext cx="611195"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Taichung</a:t>
            </a:r>
          </a:p>
        </p:txBody>
      </p:sp>
      <p:sp>
        <p:nvSpPr>
          <p:cNvPr id="272" name="Ellipse 271">
            <a:extLst>
              <a:ext uri="{FF2B5EF4-FFF2-40B4-BE49-F238E27FC236}">
                <a16:creationId xmlns:a16="http://schemas.microsoft.com/office/drawing/2014/main" id="{43D2E94E-E5C8-8CD4-D7C1-CD6947F867D9}"/>
              </a:ext>
            </a:extLst>
          </p:cNvPr>
          <p:cNvSpPr>
            <a:spLocks noChangeAspect="1"/>
          </p:cNvSpPr>
          <p:nvPr/>
        </p:nvSpPr>
        <p:spPr bwMode="auto">
          <a:xfrm>
            <a:off x="6307010" y="2284961"/>
            <a:ext cx="72020" cy="72000"/>
          </a:xfrm>
          <a:prstGeom prst="ellipse">
            <a:avLst/>
          </a:prstGeom>
          <a:solidFill>
            <a:srgbClr val="7C154D"/>
          </a:solidFill>
          <a:ln w="6350">
            <a:solidFill>
              <a:schemeClr val="tx1"/>
            </a:solidFill>
            <a:round/>
            <a:headEnd type="arrow" w="med" len="med"/>
            <a:tailEnd type="none" w="med" len="med"/>
          </a:ln>
          <a:effectLst/>
        </p:spPr>
        <p:txBody>
          <a:bodyPr rtlCol="0"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73" name="Textfeld 272">
            <a:extLst>
              <a:ext uri="{FF2B5EF4-FFF2-40B4-BE49-F238E27FC236}">
                <a16:creationId xmlns:a16="http://schemas.microsoft.com/office/drawing/2014/main" id="{3F06C556-C732-4200-2634-DB57514473BD}"/>
              </a:ext>
            </a:extLst>
          </p:cNvPr>
          <p:cNvSpPr txBox="1"/>
          <p:nvPr/>
        </p:nvSpPr>
        <p:spPr>
          <a:xfrm>
            <a:off x="6307010" y="2050898"/>
            <a:ext cx="595548" cy="225062"/>
          </a:xfrm>
          <a:prstGeom prst="rect">
            <a:avLst/>
          </a:prstGeom>
          <a:noFill/>
        </p:spPr>
        <p:txBody>
          <a:bodyPr wrap="square" lIns="0" tIns="0" rIns="0" bIns="0" rtlCol="0">
            <a:spAutoFit/>
          </a:bodyPr>
          <a:lstStyle/>
          <a:p>
            <a:pPr marL="0" marR="0" lvl="0" indent="0" algn="l" defTabSz="914400" rtl="0" eaLnBrk="1" fontAlgn="auto" latinLnBrk="0" hangingPunct="1">
              <a:lnSpc>
                <a:spcPts val="1960"/>
              </a:lnSpc>
              <a:spcBef>
                <a:spcPts val="0"/>
              </a:spcBef>
              <a:spcAft>
                <a:spcPts val="0"/>
              </a:spcAft>
              <a:buClr>
                <a:srgbClr val="179C7D"/>
              </a:buClr>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Galway</a:t>
            </a:r>
          </a:p>
        </p:txBody>
      </p:sp>
      <p:sp>
        <p:nvSpPr>
          <p:cNvPr id="274" name="Textfeld 273">
            <a:extLst>
              <a:ext uri="{FF2B5EF4-FFF2-40B4-BE49-F238E27FC236}">
                <a16:creationId xmlns:a16="http://schemas.microsoft.com/office/drawing/2014/main" id="{80F59604-FEFA-3E82-62E8-43D3D782AB20}"/>
              </a:ext>
            </a:extLst>
          </p:cNvPr>
          <p:cNvSpPr txBox="1"/>
          <p:nvPr/>
        </p:nvSpPr>
        <p:spPr>
          <a:xfrm>
            <a:off x="4039647" y="3297992"/>
            <a:ext cx="475581" cy="231854"/>
          </a:xfrm>
          <a:prstGeom prst="rect">
            <a:avLst/>
          </a:prstGeom>
          <a:noFill/>
        </p:spPr>
        <p:txBody>
          <a:bodyPr wrap="square" lIns="0" tIns="0" rIns="0" bIns="0" rtlCol="0">
            <a:spAutoFit/>
          </a:bodyPr>
          <a:lstStyle/>
          <a:p>
            <a:pPr marL="0" marR="0" lvl="0" indent="0" algn="l" defTabSz="914400" rtl="0" eaLnBrk="1" fontAlgn="auto" latinLnBrk="0" hangingPunct="1">
              <a:lnSpc>
                <a:spcPts val="1960"/>
              </a:lnSpc>
              <a:spcBef>
                <a:spcPts val="0"/>
              </a:spcBef>
              <a:spcAft>
                <a:spcPts val="0"/>
              </a:spcAft>
              <a:buClr>
                <a:srgbClr val="179C7D"/>
              </a:buClr>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Boulder</a:t>
            </a:r>
          </a:p>
        </p:txBody>
      </p:sp>
      <p:sp>
        <p:nvSpPr>
          <p:cNvPr id="275" name="Ellipse 274">
            <a:extLst>
              <a:ext uri="{FF2B5EF4-FFF2-40B4-BE49-F238E27FC236}">
                <a16:creationId xmlns:a16="http://schemas.microsoft.com/office/drawing/2014/main" id="{58AC7E5A-0A2C-E8DA-8A4F-F3FC608FB8B9}"/>
              </a:ext>
            </a:extLst>
          </p:cNvPr>
          <p:cNvSpPr>
            <a:spLocks noChangeAspect="1"/>
          </p:cNvSpPr>
          <p:nvPr/>
        </p:nvSpPr>
        <p:spPr bwMode="auto">
          <a:xfrm>
            <a:off x="4461457" y="3417997"/>
            <a:ext cx="72020" cy="72000"/>
          </a:xfrm>
          <a:prstGeom prst="ellipse">
            <a:avLst/>
          </a:prstGeom>
          <a:solidFill>
            <a:srgbClr val="7C154D"/>
          </a:solid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76" name="Ellipse 275">
            <a:extLst>
              <a:ext uri="{FF2B5EF4-FFF2-40B4-BE49-F238E27FC236}">
                <a16:creationId xmlns:a16="http://schemas.microsoft.com/office/drawing/2014/main" id="{BF646303-613A-11DB-DCCF-70D7FEF94930}"/>
              </a:ext>
            </a:extLst>
          </p:cNvPr>
          <p:cNvSpPr>
            <a:spLocks noChangeAspect="1"/>
          </p:cNvSpPr>
          <p:nvPr/>
        </p:nvSpPr>
        <p:spPr bwMode="auto">
          <a:xfrm>
            <a:off x="6960851" y="3186671"/>
            <a:ext cx="73966" cy="73945"/>
          </a:xfrm>
          <a:prstGeom prst="ellipse">
            <a:avLst/>
          </a:prstGeom>
          <a:noFill/>
          <a:ln w="6350">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sp>
        <p:nvSpPr>
          <p:cNvPr id="277" name="Ellipse 276">
            <a:extLst>
              <a:ext uri="{FF2B5EF4-FFF2-40B4-BE49-F238E27FC236}">
                <a16:creationId xmlns:a16="http://schemas.microsoft.com/office/drawing/2014/main" id="{23E7B4B8-B297-2F6A-855B-073B139BDCBD}"/>
              </a:ext>
            </a:extLst>
          </p:cNvPr>
          <p:cNvSpPr>
            <a:spLocks noChangeAspect="1"/>
          </p:cNvSpPr>
          <p:nvPr/>
        </p:nvSpPr>
        <p:spPr bwMode="auto">
          <a:xfrm>
            <a:off x="10455778" y="3523990"/>
            <a:ext cx="72000" cy="72000"/>
          </a:xfrm>
          <a:prstGeom prst="ellipse">
            <a:avLst/>
          </a:prstGeom>
          <a:solidFill>
            <a:schemeClr val="tx2"/>
          </a:solidFill>
          <a:ln w="3175">
            <a:solidFill>
              <a:schemeClr val="tx1"/>
            </a:solidFill>
            <a:round/>
            <a:headEnd type="arrow"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Frutiger LT Com 45 Light"/>
              <a:ea typeface="+mn-ea"/>
              <a:cs typeface="+mn-cs"/>
            </a:endParaRPr>
          </a:p>
        </p:txBody>
      </p:sp>
      <p:cxnSp>
        <p:nvCxnSpPr>
          <p:cNvPr id="278" name="Gerader Verbinder 277">
            <a:extLst>
              <a:ext uri="{FF2B5EF4-FFF2-40B4-BE49-F238E27FC236}">
                <a16:creationId xmlns:a16="http://schemas.microsoft.com/office/drawing/2014/main" id="{81148870-F6AE-674F-3852-7D8FE417D9E0}"/>
              </a:ext>
            </a:extLst>
          </p:cNvPr>
          <p:cNvCxnSpPr>
            <a:cxnSpLocks/>
          </p:cNvCxnSpPr>
          <p:nvPr/>
        </p:nvCxnSpPr>
        <p:spPr>
          <a:xfrm flipH="1">
            <a:off x="10510334" y="3364312"/>
            <a:ext cx="140209" cy="174369"/>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9" name="Textfeld 278">
            <a:extLst>
              <a:ext uri="{FF2B5EF4-FFF2-40B4-BE49-F238E27FC236}">
                <a16:creationId xmlns:a16="http://schemas.microsoft.com/office/drawing/2014/main" id="{759339BB-B0AF-E8F4-00EA-7F13CB106251}"/>
              </a:ext>
            </a:extLst>
          </p:cNvPr>
          <p:cNvSpPr txBox="1"/>
          <p:nvPr/>
        </p:nvSpPr>
        <p:spPr>
          <a:xfrm>
            <a:off x="10546754" y="3217127"/>
            <a:ext cx="689104"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cap="none" normalizeH="0" baseline="0" noProof="0">
                <a:ln>
                  <a:noFill/>
                </a:ln>
                <a:solidFill>
                  <a:prstClr val="black"/>
                </a:solidFill>
                <a:effectLst/>
                <a:uLnTx/>
                <a:uFillTx/>
                <a:latin typeface="Frutiger LT Com 45 Light"/>
                <a:ea typeface="+mn-ea"/>
                <a:cs typeface="+mn-cs"/>
              </a:rPr>
              <a:t>Kanazawa</a:t>
            </a:r>
          </a:p>
        </p:txBody>
      </p:sp>
      <p:cxnSp>
        <p:nvCxnSpPr>
          <p:cNvPr id="280" name="Gerader Verbinder 279">
            <a:extLst>
              <a:ext uri="{FF2B5EF4-FFF2-40B4-BE49-F238E27FC236}">
                <a16:creationId xmlns:a16="http://schemas.microsoft.com/office/drawing/2014/main" id="{0DEA422D-E338-20F1-A8A8-0813578C0351}"/>
              </a:ext>
            </a:extLst>
          </p:cNvPr>
          <p:cNvCxnSpPr>
            <a:cxnSpLocks/>
            <a:stCxn id="177" idx="5"/>
            <a:endCxn id="166" idx="0"/>
          </p:cNvCxnSpPr>
          <p:nvPr/>
        </p:nvCxnSpPr>
        <p:spPr>
          <a:xfrm>
            <a:off x="10383440" y="3650259"/>
            <a:ext cx="300233" cy="229466"/>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Gerader Verbinder 280">
            <a:extLst>
              <a:ext uri="{FF2B5EF4-FFF2-40B4-BE49-F238E27FC236}">
                <a16:creationId xmlns:a16="http://schemas.microsoft.com/office/drawing/2014/main" id="{74E8FDD1-1A1A-7C55-107B-EEB786CED844}"/>
              </a:ext>
            </a:extLst>
          </p:cNvPr>
          <p:cNvCxnSpPr>
            <a:cxnSpLocks/>
            <a:stCxn id="246" idx="1"/>
          </p:cNvCxnSpPr>
          <p:nvPr/>
        </p:nvCxnSpPr>
        <p:spPr>
          <a:xfrm flipH="1" flipV="1">
            <a:off x="10619115" y="3545041"/>
            <a:ext cx="158365" cy="28814"/>
          </a:xfrm>
          <a:prstGeom prst="line">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Datumsplatzhalter 15">
            <a:extLst>
              <a:ext uri="{FF2B5EF4-FFF2-40B4-BE49-F238E27FC236}">
                <a16:creationId xmlns:a16="http://schemas.microsoft.com/office/drawing/2014/main" id="{B9B4E24A-21FE-FFB0-E3E5-4C74B5603A82}"/>
              </a:ext>
            </a:extLst>
          </p:cNvPr>
          <p:cNvSpPr txBox="1">
            <a:spLocks/>
          </p:cNvSpPr>
          <p:nvPr/>
        </p:nvSpPr>
        <p:spPr bwMode="gray">
          <a:xfrm>
            <a:off x="1309947" y="6455836"/>
            <a:ext cx="864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9ED5A2-9F45-4C08-BBDB-9D43E7B50590}" type="datetime4">
              <a:rPr lang="en-US" smtClean="0"/>
              <a:pPr/>
              <a:t>May 13, 2026</a:t>
            </a:fld>
            <a:endParaRPr lang="de-DE" dirty="0"/>
          </a:p>
        </p:txBody>
      </p:sp>
    </p:spTree>
    <p:extLst>
      <p:ext uri="{BB962C8B-B14F-4D97-AF65-F5344CB8AC3E}">
        <p14:creationId xmlns:p14="http://schemas.microsoft.com/office/powerpoint/2010/main" val="1987346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platzhalter 6">
            <a:extLst>
              <a:ext uri="{FF2B5EF4-FFF2-40B4-BE49-F238E27FC236}">
                <a16:creationId xmlns:a16="http://schemas.microsoft.com/office/drawing/2014/main" id="{1247207D-6C34-E34D-9DFB-BCF41E372991}"/>
              </a:ext>
            </a:extLst>
          </p:cNvPr>
          <p:cNvSpPr txBox="1">
            <a:spLocks/>
          </p:cNvSpPr>
          <p:nvPr/>
        </p:nvSpPr>
        <p:spPr bwMode="gray">
          <a:xfrm>
            <a:off x="6275387" y="1700214"/>
            <a:ext cx="5432425" cy="1431796"/>
          </a:xfrm>
          <a:prstGeom prst="rect">
            <a:avLst/>
          </a:prstGeom>
          <a:gradFill flip="none" rotWithShape="1">
            <a:gsLst>
              <a:gs pos="34000">
                <a:srgbClr val="00779A"/>
              </a:gs>
              <a:gs pos="0">
                <a:srgbClr val="014A6B"/>
              </a:gs>
              <a:gs pos="74000">
                <a:schemeClr val="accent5">
                  <a:lumMod val="90000"/>
                  <a:lumOff val="10000"/>
                </a:schemeClr>
              </a:gs>
              <a:gs pos="100000">
                <a:srgbClr val="09B2AC"/>
              </a:gs>
            </a:gsLst>
            <a:path path="circle">
              <a:fillToRect l="100000" t="100000"/>
            </a:path>
            <a:tileRect r="-100000" b="-100000"/>
          </a:gradFill>
        </p:spPr>
        <p:txBody>
          <a:bodyPr vert="horz" lIns="0" tIns="0" rIns="0" bIns="0" rtlCol="0">
            <a:noAutofit/>
          </a:bodyPr>
          <a:lstStyle>
            <a:defPPr>
              <a:defRPr lang="de-DE"/>
            </a:defPPr>
            <a:lvl1pPr indent="0">
              <a:lnSpc>
                <a:spcPct val="110000"/>
              </a:lnSpc>
              <a:spcBef>
                <a:spcPts val="0"/>
              </a:spcBef>
              <a:spcAft>
                <a:spcPts val="1900"/>
              </a:spcAft>
              <a:buFont typeface="Arial" panose="020B0604020202020204" pitchFamily="34" charset="0"/>
              <a:buNone/>
              <a:defRPr sz="2000" b="0">
                <a:solidFill>
                  <a:schemeClr val="accent2"/>
                </a:solidFill>
              </a:defRPr>
            </a:lvl1pPr>
            <a:lvl2pPr marL="0" indent="0">
              <a:lnSpc>
                <a:spcPct val="110000"/>
              </a:lnSpc>
              <a:spcBef>
                <a:spcPts val="0"/>
              </a:spcBef>
              <a:spcAft>
                <a:spcPts val="1900"/>
              </a:spcAft>
              <a:buFont typeface="Arial" panose="020B0604020202020204" pitchFamily="34" charset="0"/>
              <a:buNone/>
              <a:defRPr sz="1400"/>
            </a:lvl2pPr>
            <a:lvl3pPr marL="0" indent="0">
              <a:lnSpc>
                <a:spcPct val="110000"/>
              </a:lnSpc>
              <a:spcBef>
                <a:spcPts val="0"/>
              </a:spcBef>
              <a:buFont typeface="Arial" panose="020B0604020202020204" pitchFamily="34" charset="0"/>
              <a:buNone/>
              <a:defRPr sz="1400" b="0">
                <a:latin typeface="+mj-lt"/>
              </a:defRPr>
            </a:lvl3pPr>
            <a:lvl4pPr marL="180000" indent="-180000">
              <a:lnSpc>
                <a:spcPct val="110000"/>
              </a:lnSpc>
              <a:spcBef>
                <a:spcPts val="0"/>
              </a:spcBef>
              <a:buClr>
                <a:schemeClr val="accent1"/>
              </a:buClr>
              <a:buFont typeface="Wingdings" panose="05000000000000000000" pitchFamily="2" charset="2"/>
              <a:buChar char="§"/>
              <a:defRPr sz="1400"/>
            </a:lvl4pPr>
            <a:lvl5pPr marL="360000" indent="-180000">
              <a:lnSpc>
                <a:spcPct val="110000"/>
              </a:lnSpc>
              <a:spcBef>
                <a:spcPts val="0"/>
              </a:spcBef>
              <a:buClr>
                <a:schemeClr val="bg2"/>
              </a:buClr>
              <a:buFont typeface="Wingdings" panose="05000000000000000000" pitchFamily="2" charset="2"/>
              <a:buChar char="§"/>
              <a:defRPr sz="1400"/>
            </a:lvl5pPr>
            <a:lvl6pPr marL="540000" indent="-180000">
              <a:lnSpc>
                <a:spcPct val="110000"/>
              </a:lnSpc>
              <a:spcBef>
                <a:spcPts val="0"/>
              </a:spcBef>
              <a:buClr>
                <a:schemeClr val="bg2"/>
              </a:buClr>
              <a:buFont typeface="Wingdings" panose="05000000000000000000" pitchFamily="2" charset="2"/>
              <a:buChar char="§"/>
              <a:defRPr sz="1400"/>
            </a:lvl6pPr>
            <a:lvl7pPr marL="0" lvl="6" indent="0">
              <a:lnSpc>
                <a:spcPct val="110000"/>
              </a:lnSpc>
              <a:spcBef>
                <a:spcPts val="0"/>
              </a:spcBef>
              <a:buClr>
                <a:schemeClr val="accent1"/>
              </a:buClr>
              <a:buFont typeface="+mj-lt"/>
              <a:buNone/>
              <a:defRPr sz="1600" b="1">
                <a:solidFill>
                  <a:schemeClr val="bg1"/>
                </a:solidFill>
              </a:defRPr>
            </a:lvl7pPr>
            <a:lvl8pPr marL="432000" indent="-216000">
              <a:lnSpc>
                <a:spcPct val="110000"/>
              </a:lnSpc>
              <a:spcBef>
                <a:spcPts val="0"/>
              </a:spcBef>
              <a:buClr>
                <a:schemeClr val="bg2"/>
              </a:buClr>
              <a:buFont typeface="+mj-lt"/>
              <a:buAutoNum type="arabicPeriod"/>
              <a:defRPr sz="1400"/>
            </a:lvl8pPr>
            <a:lvl9pPr marL="648000" indent="-216000">
              <a:lnSpc>
                <a:spcPct val="110000"/>
              </a:lnSpc>
              <a:spcBef>
                <a:spcPts val="0"/>
              </a:spcBef>
              <a:buClr>
                <a:schemeClr val="bg2"/>
              </a:buClr>
              <a:buFont typeface="+mj-lt"/>
              <a:buAutoNum type="arabicPeriod"/>
              <a:defRPr sz="1400"/>
            </a:lvl9pPr>
          </a:lstStyle>
          <a:p>
            <a:endParaRPr lang="de-DE" dirty="0"/>
          </a:p>
        </p:txBody>
      </p:sp>
      <p:sp>
        <p:nvSpPr>
          <p:cNvPr id="38" name="Textplatzhalter 6">
            <a:extLst>
              <a:ext uri="{FF2B5EF4-FFF2-40B4-BE49-F238E27FC236}">
                <a16:creationId xmlns:a16="http://schemas.microsoft.com/office/drawing/2014/main" id="{F0FD6377-A80E-364E-B1A4-7D6E21DBF598}"/>
              </a:ext>
            </a:extLst>
          </p:cNvPr>
          <p:cNvSpPr txBox="1">
            <a:spLocks/>
          </p:cNvSpPr>
          <p:nvPr/>
        </p:nvSpPr>
        <p:spPr bwMode="gray">
          <a:xfrm>
            <a:off x="479425" y="1700213"/>
            <a:ext cx="5437188" cy="1431795"/>
          </a:xfrm>
          <a:prstGeom prst="rect">
            <a:avLst/>
          </a:prstGeom>
          <a:gradFill flip="none" rotWithShape="1">
            <a:gsLst>
              <a:gs pos="34000">
                <a:srgbClr val="00779A"/>
              </a:gs>
              <a:gs pos="0">
                <a:srgbClr val="014A6B"/>
              </a:gs>
              <a:gs pos="74000">
                <a:schemeClr val="accent5">
                  <a:lumMod val="90000"/>
                  <a:lumOff val="10000"/>
                </a:schemeClr>
              </a:gs>
              <a:gs pos="100000">
                <a:srgbClr val="09B2AC"/>
              </a:gs>
            </a:gsLst>
            <a:path path="circle">
              <a:fillToRect r="100000" b="100000"/>
            </a:path>
            <a:tileRect l="-100000" t="-100000"/>
          </a:gradFill>
        </p:spPr>
        <p:txBody>
          <a:bodyPr vert="horz" lIns="0" tIns="0" rIns="0" bIns="0" rtlCol="0">
            <a:noAutofit/>
          </a:bodyPr>
          <a:lstStyle>
            <a:defPPr>
              <a:defRPr lang="de-DE"/>
            </a:defPPr>
            <a:lvl1pPr indent="0">
              <a:lnSpc>
                <a:spcPct val="110000"/>
              </a:lnSpc>
              <a:spcBef>
                <a:spcPts val="0"/>
              </a:spcBef>
              <a:spcAft>
                <a:spcPts val="1900"/>
              </a:spcAft>
              <a:buFont typeface="Arial" panose="020B0604020202020204" pitchFamily="34" charset="0"/>
              <a:buNone/>
              <a:defRPr sz="2000" b="0">
                <a:solidFill>
                  <a:schemeClr val="accent2"/>
                </a:solidFill>
              </a:defRPr>
            </a:lvl1pPr>
            <a:lvl2pPr marL="0" indent="0">
              <a:lnSpc>
                <a:spcPct val="110000"/>
              </a:lnSpc>
              <a:spcBef>
                <a:spcPts val="0"/>
              </a:spcBef>
              <a:spcAft>
                <a:spcPts val="1900"/>
              </a:spcAft>
              <a:buFont typeface="Arial" panose="020B0604020202020204" pitchFamily="34" charset="0"/>
              <a:buNone/>
              <a:defRPr sz="1400"/>
            </a:lvl2pPr>
            <a:lvl3pPr marL="0" indent="0">
              <a:lnSpc>
                <a:spcPct val="110000"/>
              </a:lnSpc>
              <a:spcBef>
                <a:spcPts val="0"/>
              </a:spcBef>
              <a:buFont typeface="Arial" panose="020B0604020202020204" pitchFamily="34" charset="0"/>
              <a:buNone/>
              <a:defRPr sz="1400" b="0">
                <a:latin typeface="+mj-lt"/>
              </a:defRPr>
            </a:lvl3pPr>
            <a:lvl4pPr marL="180000" indent="-180000">
              <a:lnSpc>
                <a:spcPct val="110000"/>
              </a:lnSpc>
              <a:spcBef>
                <a:spcPts val="0"/>
              </a:spcBef>
              <a:buClr>
                <a:schemeClr val="accent1"/>
              </a:buClr>
              <a:buFont typeface="Wingdings" panose="05000000000000000000" pitchFamily="2" charset="2"/>
              <a:buChar char="§"/>
              <a:defRPr sz="1400"/>
            </a:lvl4pPr>
            <a:lvl5pPr marL="360000" indent="-180000">
              <a:lnSpc>
                <a:spcPct val="110000"/>
              </a:lnSpc>
              <a:spcBef>
                <a:spcPts val="0"/>
              </a:spcBef>
              <a:buClr>
                <a:schemeClr val="bg2"/>
              </a:buClr>
              <a:buFont typeface="Wingdings" panose="05000000000000000000" pitchFamily="2" charset="2"/>
              <a:buChar char="§"/>
              <a:defRPr sz="1400"/>
            </a:lvl5pPr>
            <a:lvl6pPr marL="540000" indent="-180000">
              <a:lnSpc>
                <a:spcPct val="110000"/>
              </a:lnSpc>
              <a:spcBef>
                <a:spcPts val="0"/>
              </a:spcBef>
              <a:buClr>
                <a:schemeClr val="bg2"/>
              </a:buClr>
              <a:buFont typeface="Wingdings" panose="05000000000000000000" pitchFamily="2" charset="2"/>
              <a:buChar char="§"/>
              <a:defRPr sz="1400"/>
            </a:lvl6pPr>
            <a:lvl7pPr marL="0" lvl="6" indent="0">
              <a:lnSpc>
                <a:spcPct val="110000"/>
              </a:lnSpc>
              <a:spcBef>
                <a:spcPts val="0"/>
              </a:spcBef>
              <a:buClr>
                <a:schemeClr val="accent1"/>
              </a:buClr>
              <a:buFont typeface="+mj-lt"/>
              <a:buNone/>
              <a:defRPr sz="1600" b="1">
                <a:solidFill>
                  <a:schemeClr val="bg1"/>
                </a:solidFill>
              </a:defRPr>
            </a:lvl7pPr>
            <a:lvl8pPr marL="432000" indent="-216000">
              <a:lnSpc>
                <a:spcPct val="110000"/>
              </a:lnSpc>
              <a:spcBef>
                <a:spcPts val="0"/>
              </a:spcBef>
              <a:buClr>
                <a:schemeClr val="bg2"/>
              </a:buClr>
              <a:buFont typeface="+mj-lt"/>
              <a:buAutoNum type="arabicPeriod"/>
              <a:defRPr sz="1400"/>
            </a:lvl8pPr>
            <a:lvl9pPr marL="648000" indent="-216000">
              <a:lnSpc>
                <a:spcPct val="110000"/>
              </a:lnSpc>
              <a:spcBef>
                <a:spcPts val="0"/>
              </a:spcBef>
              <a:buClr>
                <a:schemeClr val="bg2"/>
              </a:buClr>
              <a:buFont typeface="+mj-lt"/>
              <a:buAutoNum type="arabicPeriod"/>
              <a:defRPr sz="1400"/>
            </a:lvl9pPr>
          </a:lstStyle>
          <a:p>
            <a:endParaRPr lang="de-DE" dirty="0"/>
          </a:p>
        </p:txBody>
      </p:sp>
      <p:sp>
        <p:nvSpPr>
          <p:cNvPr id="33" name="Textplatzhalter 6">
            <a:extLst>
              <a:ext uri="{FF2B5EF4-FFF2-40B4-BE49-F238E27FC236}">
                <a16:creationId xmlns:a16="http://schemas.microsoft.com/office/drawing/2014/main" id="{8660FE84-E1CD-5341-B8AF-24D9DF93CE50}"/>
              </a:ext>
            </a:extLst>
          </p:cNvPr>
          <p:cNvSpPr txBox="1">
            <a:spLocks/>
          </p:cNvSpPr>
          <p:nvPr/>
        </p:nvSpPr>
        <p:spPr bwMode="gray">
          <a:xfrm>
            <a:off x="6270625" y="3132009"/>
            <a:ext cx="5437188" cy="2852865"/>
          </a:xfrm>
          <a:prstGeom prst="rect">
            <a:avLst/>
          </a:prstGeom>
          <a:solidFill>
            <a:srgbClr val="E5EEF2"/>
          </a:solidFill>
        </p:spPr>
        <p:txBody>
          <a:bodyPr lIns="144000" tIns="144000" rIns="144000" bIns="144000" numCol="1" spcCol="360000">
            <a:noAutofit/>
          </a:bodyPr>
          <a:lstStyle>
            <a:lvl1pPr marL="0" indent="0" algn="l" defTabSz="914400" rtl="0" eaLnBrk="1" latinLnBrk="0" hangingPunct="1">
              <a:lnSpc>
                <a:spcPts val="196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1960"/>
              </a:lnSpc>
              <a:spcBef>
                <a:spcPts val="0"/>
              </a:spcBef>
              <a:spcAft>
                <a:spcPts val="0"/>
              </a:spcAft>
              <a:buFont typeface="Arial" panose="020B0604020202020204" pitchFamily="34" charset="0"/>
              <a:buNone/>
              <a:defRPr sz="2080" b="0"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bg1"/>
                </a:solidFill>
                <a:latin typeface="+mj-lt"/>
                <a:ea typeface="+mn-ea"/>
                <a:cs typeface="+mn-cs"/>
              </a:defRPr>
            </a:lvl3pPr>
            <a:lvl4pPr marL="18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4pPr>
            <a:lvl5pPr marL="36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5pPr>
            <a:lvl6pPr marL="54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6pPr>
            <a:lvl7pPr marL="216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7pPr>
            <a:lvl8pPr marL="432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8pPr>
            <a:lvl9pPr marL="648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9pPr>
          </a:lstStyle>
          <a:p>
            <a:endParaRPr lang="de-DE" dirty="0">
              <a:solidFill>
                <a:schemeClr val="accent2"/>
              </a:solidFill>
            </a:endParaRPr>
          </a:p>
        </p:txBody>
      </p:sp>
      <p:graphicFrame>
        <p:nvGraphicFramePr>
          <p:cNvPr id="6" name="Objekt 5" hidden="1">
            <a:extLst>
              <a:ext uri="{FF2B5EF4-FFF2-40B4-BE49-F238E27FC236}">
                <a16:creationId xmlns:a16="http://schemas.microsoft.com/office/drawing/2014/main" id="{E1F7A04A-71D1-45B6-B350-5FA7CAE858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6" name="Objekt 5" hidden="1">
                        <a:extLst>
                          <a:ext uri="{FF2B5EF4-FFF2-40B4-BE49-F238E27FC236}">
                            <a16:creationId xmlns:a16="http://schemas.microsoft.com/office/drawing/2014/main" id="{E1F7A04A-71D1-45B6-B350-5FA7CAE858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9B520085-9194-4F0F-ABC7-184C219C5562}"/>
              </a:ext>
            </a:extLst>
          </p:cNvPr>
          <p:cNvSpPr>
            <a:spLocks noGrp="1"/>
          </p:cNvSpPr>
          <p:nvPr>
            <p:ph type="title"/>
          </p:nvPr>
        </p:nvSpPr>
        <p:spPr bwMode="gray"/>
        <p:txBody>
          <a:bodyPr vert="horz"/>
          <a:lstStyle/>
          <a:p>
            <a:pPr lvl="0"/>
            <a:r>
              <a:rPr lang="en-US" dirty="0"/>
              <a:t>Fraunhofer-Gesellschaft</a:t>
            </a:r>
          </a:p>
        </p:txBody>
      </p:sp>
      <p:sp>
        <p:nvSpPr>
          <p:cNvPr id="4" name="Datumsplatzhalter 3">
            <a:extLst>
              <a:ext uri="{FF2B5EF4-FFF2-40B4-BE49-F238E27FC236}">
                <a16:creationId xmlns:a16="http://schemas.microsoft.com/office/drawing/2014/main" id="{1F2E0075-9348-43CC-BABA-73A88FFE0D69}"/>
              </a:ext>
            </a:extLst>
          </p:cNvPr>
          <p:cNvSpPr>
            <a:spLocks noGrp="1"/>
          </p:cNvSpPr>
          <p:nvPr>
            <p:ph type="dt" sz="half" idx="10"/>
          </p:nvPr>
        </p:nvSpPr>
        <p:spPr bwMode="gray">
          <a:xfrm>
            <a:off x="1309947" y="6455836"/>
            <a:ext cx="864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6E31DC2-315B-4522-A851-36ED249C304D}" type="datetime1">
              <a:rPr lang="de-DE" smtClean="0"/>
              <a:pPr/>
              <a:t>13.05.2026</a:t>
            </a:fld>
            <a:endParaRPr lang="de-DE"/>
          </a:p>
        </p:txBody>
      </p:sp>
      <p:sp>
        <p:nvSpPr>
          <p:cNvPr id="28" name="Fußzeilenplatzhalter 27">
            <a:extLst>
              <a:ext uri="{FF2B5EF4-FFF2-40B4-BE49-F238E27FC236}">
                <a16:creationId xmlns:a16="http://schemas.microsoft.com/office/drawing/2014/main" id="{358DBF79-B144-4E92-9939-F4E725D12AF4}"/>
              </a:ext>
            </a:extLst>
          </p:cNvPr>
          <p:cNvSpPr>
            <a:spLocks noGrp="1"/>
          </p:cNvSpPr>
          <p:nvPr>
            <p:ph type="ftr" sz="quarter" idx="11"/>
          </p:nvPr>
        </p:nvSpPr>
        <p:spPr bwMode="gray">
          <a:xfrm>
            <a:off x="2297897" y="6455836"/>
            <a:ext cx="2952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Fraunhofer </a:t>
            </a:r>
          </a:p>
        </p:txBody>
      </p:sp>
      <p:sp>
        <p:nvSpPr>
          <p:cNvPr id="14" name="Textplatzhalter 13">
            <a:extLst>
              <a:ext uri="{FF2B5EF4-FFF2-40B4-BE49-F238E27FC236}">
                <a16:creationId xmlns:a16="http://schemas.microsoft.com/office/drawing/2014/main" id="{E93CC14C-F8F5-435A-9FDF-27071DF891F9}"/>
              </a:ext>
            </a:extLst>
          </p:cNvPr>
          <p:cNvSpPr>
            <a:spLocks noGrp="1"/>
          </p:cNvSpPr>
          <p:nvPr>
            <p:ph type="body" sz="quarter" idx="13"/>
          </p:nvPr>
        </p:nvSpPr>
        <p:spPr>
          <a:xfrm>
            <a:off x="479425" y="778321"/>
            <a:ext cx="11233150" cy="319318"/>
          </a:xfrm>
        </p:spPr>
        <p:txBody>
          <a:bodyPr/>
          <a:lstStyle/>
          <a:p>
            <a:r>
              <a:rPr lang="en-US" dirty="0"/>
              <a:t>Our Eponym – Joseph von Fraunhofer</a:t>
            </a:r>
          </a:p>
        </p:txBody>
      </p:sp>
      <p:sp>
        <p:nvSpPr>
          <p:cNvPr id="12" name="Textplatzhalter 6">
            <a:extLst>
              <a:ext uri="{FF2B5EF4-FFF2-40B4-BE49-F238E27FC236}">
                <a16:creationId xmlns:a16="http://schemas.microsoft.com/office/drawing/2014/main" id="{422B2CF4-3A3F-4531-B739-6F5A9BD38398}"/>
              </a:ext>
            </a:extLst>
          </p:cNvPr>
          <p:cNvSpPr txBox="1">
            <a:spLocks/>
          </p:cNvSpPr>
          <p:nvPr/>
        </p:nvSpPr>
        <p:spPr bwMode="gray">
          <a:xfrm>
            <a:off x="479425" y="3132009"/>
            <a:ext cx="5437188" cy="2852865"/>
          </a:xfrm>
          <a:prstGeom prst="rect">
            <a:avLst/>
          </a:prstGeom>
          <a:solidFill>
            <a:srgbClr val="E5EEF2"/>
          </a:solidFill>
        </p:spPr>
        <p:txBody>
          <a:bodyPr lIns="144000" tIns="144000" rIns="144000" bIns="144000" numCol="1" spcCol="360000">
            <a:noAutofit/>
          </a:bodyPr>
          <a:lstStyle>
            <a:lvl1pPr marL="0" indent="0" algn="l" defTabSz="914400" rtl="0" eaLnBrk="1" latinLnBrk="0" hangingPunct="1">
              <a:lnSpc>
                <a:spcPts val="196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1960"/>
              </a:lnSpc>
              <a:spcBef>
                <a:spcPts val="0"/>
              </a:spcBef>
              <a:spcAft>
                <a:spcPts val="0"/>
              </a:spcAft>
              <a:buFont typeface="Arial" panose="020B0604020202020204" pitchFamily="34" charset="0"/>
              <a:buNone/>
              <a:defRPr sz="2080" b="0"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bg1"/>
                </a:solidFill>
                <a:latin typeface="+mj-lt"/>
                <a:ea typeface="+mn-ea"/>
                <a:cs typeface="+mn-cs"/>
              </a:defRPr>
            </a:lvl3pPr>
            <a:lvl4pPr marL="18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4pPr>
            <a:lvl5pPr marL="36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5pPr>
            <a:lvl6pPr marL="54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6pPr>
            <a:lvl7pPr marL="216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7pPr>
            <a:lvl8pPr marL="432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8pPr>
            <a:lvl9pPr marL="648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9pPr>
          </a:lstStyle>
          <a:p>
            <a:endParaRPr lang="de-DE" dirty="0">
              <a:solidFill>
                <a:schemeClr val="accent2"/>
              </a:solidFill>
            </a:endParaRPr>
          </a:p>
        </p:txBody>
      </p:sp>
      <p:sp>
        <p:nvSpPr>
          <p:cNvPr id="36" name="Textplatzhalter 6">
            <a:extLst>
              <a:ext uri="{FF2B5EF4-FFF2-40B4-BE49-F238E27FC236}">
                <a16:creationId xmlns:a16="http://schemas.microsoft.com/office/drawing/2014/main" id="{D51B5320-1233-46D4-9904-06ECED2DB1C5}"/>
              </a:ext>
            </a:extLst>
          </p:cNvPr>
          <p:cNvSpPr txBox="1">
            <a:spLocks/>
          </p:cNvSpPr>
          <p:nvPr/>
        </p:nvSpPr>
        <p:spPr bwMode="gray">
          <a:xfrm>
            <a:off x="789525" y="3360135"/>
            <a:ext cx="3497974" cy="494366"/>
          </a:xfrm>
          <a:prstGeom prst="rect">
            <a:avLst/>
          </a:prstGeom>
        </p:spPr>
        <p:txBody>
          <a:bodyPr wrap="square" lIns="0" tIns="0" rIns="0" bIns="0" numCol="1" spcCol="360000">
            <a:spAutoFit/>
          </a:bodyPr>
          <a:lstStyle>
            <a:lvl1pPr marL="0" indent="0" algn="l" defTabSz="914400" rtl="0" eaLnBrk="1" latinLnBrk="0" hangingPunct="1">
              <a:lnSpc>
                <a:spcPts val="196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ts val="196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ts val="196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ts val="196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9pPr>
          </a:lstStyle>
          <a:p>
            <a:pPr lvl="2"/>
            <a:r>
              <a:rPr lang="en-US" dirty="0"/>
              <a:t>Discoverer of the </a:t>
            </a:r>
            <a:r>
              <a:rPr lang="de-DE" dirty="0"/>
              <a:t>»</a:t>
            </a:r>
            <a:r>
              <a:rPr lang="en-US" dirty="0"/>
              <a:t>Fraunhofer Lines</a:t>
            </a:r>
            <a:r>
              <a:rPr lang="de-DE" dirty="0"/>
              <a:t>«</a:t>
            </a:r>
            <a:r>
              <a:rPr lang="en-US" dirty="0"/>
              <a:t> in the solar spectrum</a:t>
            </a:r>
          </a:p>
        </p:txBody>
      </p:sp>
      <p:sp>
        <p:nvSpPr>
          <p:cNvPr id="42" name="Textplatzhalter 6">
            <a:extLst>
              <a:ext uri="{FF2B5EF4-FFF2-40B4-BE49-F238E27FC236}">
                <a16:creationId xmlns:a16="http://schemas.microsoft.com/office/drawing/2014/main" id="{58229D4E-DB38-45D4-AB38-E14AC0199137}"/>
              </a:ext>
            </a:extLst>
          </p:cNvPr>
          <p:cNvSpPr txBox="1">
            <a:spLocks/>
          </p:cNvSpPr>
          <p:nvPr/>
        </p:nvSpPr>
        <p:spPr bwMode="gray">
          <a:xfrm>
            <a:off x="789525" y="4332346"/>
            <a:ext cx="3055630" cy="494366"/>
          </a:xfrm>
          <a:prstGeom prst="rect">
            <a:avLst/>
          </a:prstGeom>
        </p:spPr>
        <p:txBody>
          <a:bodyPr wrap="square" lIns="0" tIns="0" rIns="0" bIns="0" numCol="1" spcCol="360000">
            <a:spAutoFit/>
          </a:bodyPr>
          <a:lstStyle>
            <a:lvl1pPr marL="0" indent="0" algn="l" defTabSz="914400" rtl="0" eaLnBrk="1" latinLnBrk="0" hangingPunct="1">
              <a:lnSpc>
                <a:spcPts val="196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ts val="196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ts val="196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ts val="196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9pPr>
          </a:lstStyle>
          <a:p>
            <a:pPr lvl="2"/>
            <a:r>
              <a:rPr lang="en-US" dirty="0"/>
              <a:t>New methods for grinding lenses</a:t>
            </a:r>
          </a:p>
        </p:txBody>
      </p:sp>
      <p:sp>
        <p:nvSpPr>
          <p:cNvPr id="43" name="Textplatzhalter 6">
            <a:extLst>
              <a:ext uri="{FF2B5EF4-FFF2-40B4-BE49-F238E27FC236}">
                <a16:creationId xmlns:a16="http://schemas.microsoft.com/office/drawing/2014/main" id="{3F3D9B5E-491E-4443-989F-23C0E71E76BC}"/>
              </a:ext>
            </a:extLst>
          </p:cNvPr>
          <p:cNvSpPr txBox="1">
            <a:spLocks/>
          </p:cNvSpPr>
          <p:nvPr/>
        </p:nvSpPr>
        <p:spPr bwMode="gray">
          <a:xfrm>
            <a:off x="788692" y="5157787"/>
            <a:ext cx="3469437" cy="237886"/>
          </a:xfrm>
          <a:prstGeom prst="rect">
            <a:avLst/>
          </a:prstGeom>
        </p:spPr>
        <p:txBody>
          <a:bodyPr wrap="square" lIns="0" tIns="0" rIns="0" bIns="0" numCol="1" spcCol="360000">
            <a:spAutoFit/>
          </a:bodyPr>
          <a:lstStyle>
            <a:lvl1pPr marL="0" indent="0" algn="l" defTabSz="914400" rtl="0" eaLnBrk="1" latinLnBrk="0" hangingPunct="1">
              <a:lnSpc>
                <a:spcPts val="196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ts val="196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ts val="196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ts val="196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9pPr>
          </a:lstStyle>
          <a:p>
            <a:pPr lvl="2"/>
            <a:r>
              <a:rPr lang="en-US" dirty="0"/>
              <a:t>Director and partner of a glassworks</a:t>
            </a:r>
          </a:p>
        </p:txBody>
      </p:sp>
      <p:pic>
        <p:nvPicPr>
          <p:cNvPr id="47" name="Picture 22" descr="10_Fraunhofer-Haus 01">
            <a:extLst>
              <a:ext uri="{FF2B5EF4-FFF2-40B4-BE49-F238E27FC236}">
                <a16:creationId xmlns:a16="http://schemas.microsoft.com/office/drawing/2014/main" id="{AC6B6CF4-1385-4EBA-A494-14DD5ECD9277}"/>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10751798" y="1820654"/>
            <a:ext cx="808301" cy="1221904"/>
          </a:xfrm>
          <a:prstGeom prst="rect">
            <a:avLst/>
          </a:prstGeom>
          <a:noFill/>
          <a:extLst>
            <a:ext uri="{909E8E84-426E-40DD-AFC4-6F175D3DCCD1}">
              <a14:hiddenFill xmlns:a14="http://schemas.microsoft.com/office/drawing/2010/main">
                <a:solidFill>
                  <a:srgbClr val="FFFFFF"/>
                </a:solidFill>
              </a14:hiddenFill>
            </a:ext>
          </a:extLst>
        </p:spPr>
      </p:pic>
      <p:sp>
        <p:nvSpPr>
          <p:cNvPr id="48" name="Textplatzhalter 6">
            <a:extLst>
              <a:ext uri="{FF2B5EF4-FFF2-40B4-BE49-F238E27FC236}">
                <a16:creationId xmlns:a16="http://schemas.microsoft.com/office/drawing/2014/main" id="{CA292B09-DEB7-49C9-87D5-777671730C25}"/>
              </a:ext>
            </a:extLst>
          </p:cNvPr>
          <p:cNvSpPr txBox="1">
            <a:spLocks/>
          </p:cNvSpPr>
          <p:nvPr/>
        </p:nvSpPr>
        <p:spPr bwMode="gray">
          <a:xfrm>
            <a:off x="8346845" y="3360135"/>
            <a:ext cx="3213254" cy="494366"/>
          </a:xfrm>
          <a:prstGeom prst="rect">
            <a:avLst/>
          </a:prstGeom>
        </p:spPr>
        <p:txBody>
          <a:bodyPr wrap="square" lIns="0" tIns="0" rIns="0" bIns="0" numCol="1" spcCol="360000">
            <a:spAutoFit/>
          </a:bodyPr>
          <a:lstStyle>
            <a:lvl1pPr marL="0" indent="0" algn="l" defTabSz="914400" rtl="0" eaLnBrk="1" latinLnBrk="0" hangingPunct="1">
              <a:lnSpc>
                <a:spcPts val="196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ts val="196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ts val="196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ts val="196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9pPr>
          </a:lstStyle>
          <a:p>
            <a:pPr lvl="2"/>
            <a:r>
              <a:rPr lang="en-US" dirty="0"/>
              <a:t>Research and development contracted by industry and government</a:t>
            </a:r>
          </a:p>
        </p:txBody>
      </p:sp>
      <p:sp>
        <p:nvSpPr>
          <p:cNvPr id="49" name="Textplatzhalter 6">
            <a:extLst>
              <a:ext uri="{FF2B5EF4-FFF2-40B4-BE49-F238E27FC236}">
                <a16:creationId xmlns:a16="http://schemas.microsoft.com/office/drawing/2014/main" id="{B9AA7FCA-7BD6-42A2-AE1E-27AE8C327828}"/>
              </a:ext>
            </a:extLst>
          </p:cNvPr>
          <p:cNvSpPr txBox="1">
            <a:spLocks/>
          </p:cNvSpPr>
          <p:nvPr/>
        </p:nvSpPr>
        <p:spPr bwMode="gray">
          <a:xfrm>
            <a:off x="8346845" y="4209894"/>
            <a:ext cx="3213253" cy="750847"/>
          </a:xfrm>
          <a:prstGeom prst="rect">
            <a:avLst/>
          </a:prstGeom>
        </p:spPr>
        <p:txBody>
          <a:bodyPr wrap="square" lIns="0" tIns="0" rIns="0" bIns="0" numCol="1" spcCol="360000">
            <a:spAutoFit/>
          </a:bodyPr>
          <a:lstStyle>
            <a:lvl1pPr marL="0" indent="0" algn="l" defTabSz="914400" rtl="0" eaLnBrk="1" latinLnBrk="0" hangingPunct="1">
              <a:lnSpc>
                <a:spcPts val="196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ts val="196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ts val="196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ts val="196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9pPr>
          </a:lstStyle>
          <a:p>
            <a:pPr lvl="2"/>
            <a:r>
              <a:rPr lang="en-US" dirty="0"/>
              <a:t>The mp3 music format, white LEDs, high-resolution thermal-imaging camera</a:t>
            </a:r>
          </a:p>
        </p:txBody>
      </p:sp>
      <p:sp>
        <p:nvSpPr>
          <p:cNvPr id="50" name="Textplatzhalter 6">
            <a:extLst>
              <a:ext uri="{FF2B5EF4-FFF2-40B4-BE49-F238E27FC236}">
                <a16:creationId xmlns:a16="http://schemas.microsoft.com/office/drawing/2014/main" id="{3E8A38E8-ED5F-4DA7-8905-1A40EBCE2419}"/>
              </a:ext>
            </a:extLst>
          </p:cNvPr>
          <p:cNvSpPr txBox="1">
            <a:spLocks/>
          </p:cNvSpPr>
          <p:nvPr/>
        </p:nvSpPr>
        <p:spPr bwMode="gray">
          <a:xfrm>
            <a:off x="8346845" y="5301173"/>
            <a:ext cx="3055630" cy="494366"/>
          </a:xfrm>
          <a:prstGeom prst="rect">
            <a:avLst/>
          </a:prstGeom>
        </p:spPr>
        <p:txBody>
          <a:bodyPr wrap="square" lIns="0" tIns="0" rIns="0" bIns="0" numCol="1" spcCol="360000">
            <a:spAutoFit/>
          </a:bodyPr>
          <a:lstStyle>
            <a:lvl1pPr marL="0" indent="0" algn="l" defTabSz="914400" rtl="0" eaLnBrk="1" latinLnBrk="0" hangingPunct="1">
              <a:lnSpc>
                <a:spcPts val="196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ts val="196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ts val="196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ts val="196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9pPr>
          </a:lstStyle>
          <a:p>
            <a:pPr lvl="2"/>
            <a:r>
              <a:rPr lang="en-US" dirty="0"/>
              <a:t>Business volume:</a:t>
            </a:r>
            <a:br>
              <a:rPr lang="en-US" dirty="0"/>
            </a:br>
            <a:r>
              <a:rPr lang="en-US" dirty="0"/>
              <a:t>approximately €3.4 billion annually</a:t>
            </a:r>
          </a:p>
        </p:txBody>
      </p:sp>
      <p:sp>
        <p:nvSpPr>
          <p:cNvPr id="51" name="Rectangle 2">
            <a:extLst>
              <a:ext uri="{FF2B5EF4-FFF2-40B4-BE49-F238E27FC236}">
                <a16:creationId xmlns:a16="http://schemas.microsoft.com/office/drawing/2014/main" id="{1AB04DBB-67CB-4709-96A2-0CF95CF4B683}"/>
              </a:ext>
            </a:extLst>
          </p:cNvPr>
          <p:cNvSpPr>
            <a:spLocks noChangeArrowheads="1"/>
          </p:cNvSpPr>
          <p:nvPr/>
        </p:nvSpPr>
        <p:spPr bwMode="auto">
          <a:xfrm>
            <a:off x="1740147" y="2222826"/>
            <a:ext cx="365313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spcAft>
                <a:spcPct val="0"/>
              </a:spcAft>
              <a:buFontTx/>
              <a:buNone/>
            </a:pPr>
            <a:r>
              <a:rPr lang="en-US" sz="2000" b="1">
                <a:solidFill>
                  <a:schemeClr val="bg1"/>
                </a:solidFill>
                <a:latin typeface="Frutiger LT Com 45 Light" pitchFamily="34" charset="0"/>
              </a:rPr>
              <a:t>Joseph von Fraunhofer </a:t>
            </a:r>
            <a:r>
              <a:rPr lang="en-US" sz="2000" b="1">
                <a:solidFill>
                  <a:schemeClr val="bg1"/>
                </a:solidFill>
                <a:latin typeface="Frutiger 45 Light" pitchFamily="34" charset="0"/>
              </a:rPr>
              <a:t>	</a:t>
            </a:r>
          </a:p>
        </p:txBody>
      </p:sp>
      <p:sp>
        <p:nvSpPr>
          <p:cNvPr id="52" name="Rectangle 21">
            <a:extLst>
              <a:ext uri="{FF2B5EF4-FFF2-40B4-BE49-F238E27FC236}">
                <a16:creationId xmlns:a16="http://schemas.microsoft.com/office/drawing/2014/main" id="{02472221-24F4-4F0B-9478-C4D047BB50D3}"/>
              </a:ext>
            </a:extLst>
          </p:cNvPr>
          <p:cNvSpPr>
            <a:spLocks noChangeArrowheads="1"/>
          </p:cNvSpPr>
          <p:nvPr/>
        </p:nvSpPr>
        <p:spPr bwMode="auto">
          <a:xfrm>
            <a:off x="8346845" y="2222826"/>
            <a:ext cx="267723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spcAft>
                <a:spcPct val="0"/>
              </a:spcAft>
              <a:buFontTx/>
              <a:buNone/>
            </a:pPr>
            <a:r>
              <a:rPr lang="en-US" sz="2000" b="1">
                <a:solidFill>
                  <a:schemeClr val="bg1"/>
                </a:solidFill>
                <a:latin typeface="Frutiger LT Com 45 Light" pitchFamily="34" charset="0"/>
              </a:rPr>
              <a:t>The Fraunhofer-Gesellschaft 	</a:t>
            </a:r>
          </a:p>
        </p:txBody>
      </p:sp>
      <p:sp>
        <p:nvSpPr>
          <p:cNvPr id="25" name="Gleichschenkliges Dreieck 24">
            <a:extLst>
              <a:ext uri="{FF2B5EF4-FFF2-40B4-BE49-F238E27FC236}">
                <a16:creationId xmlns:a16="http://schemas.microsoft.com/office/drawing/2014/main" id="{911C05B2-3BA1-4CB5-BAF0-714CC896F445}"/>
              </a:ext>
            </a:extLst>
          </p:cNvPr>
          <p:cNvSpPr>
            <a:spLocks/>
          </p:cNvSpPr>
          <p:nvPr/>
        </p:nvSpPr>
        <p:spPr bwMode="gray">
          <a:xfrm rot="5400000">
            <a:off x="6274212" y="2298953"/>
            <a:ext cx="517268" cy="360364"/>
          </a:xfrm>
          <a:prstGeom prst="triangle">
            <a:avLst/>
          </a:prstGeom>
          <a:solidFill>
            <a:schemeClr val="accent2"/>
          </a:solidFill>
          <a:ln w="9525">
            <a:noFill/>
            <a:round/>
            <a:headEnd type="arrow" w="med" len="med"/>
            <a:tailEnd type="non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vert270" rtlCol="0" anchor="ctr"/>
          <a:lstStyle/>
          <a:p>
            <a:pPr algn="ctr"/>
            <a:endParaRPr lang="de-DE" dirty="0">
              <a:solidFill>
                <a:schemeClr val="bg1"/>
              </a:solidFill>
              <a:latin typeface="+mj-lt"/>
            </a:endParaRPr>
          </a:p>
        </p:txBody>
      </p:sp>
      <p:sp>
        <p:nvSpPr>
          <p:cNvPr id="26" name="Gleichschenkliges Dreieck 25">
            <a:extLst>
              <a:ext uri="{FF2B5EF4-FFF2-40B4-BE49-F238E27FC236}">
                <a16:creationId xmlns:a16="http://schemas.microsoft.com/office/drawing/2014/main" id="{3BD4A94A-8686-401D-9773-9C131971E3E5}"/>
              </a:ext>
            </a:extLst>
          </p:cNvPr>
          <p:cNvSpPr>
            <a:spLocks/>
          </p:cNvSpPr>
          <p:nvPr/>
        </p:nvSpPr>
        <p:spPr bwMode="gray">
          <a:xfrm rot="16200000">
            <a:off x="5364327" y="2298953"/>
            <a:ext cx="517268" cy="360364"/>
          </a:xfrm>
          <a:prstGeom prst="triangle">
            <a:avLst/>
          </a:prstGeom>
          <a:solidFill>
            <a:schemeClr val="accent2"/>
          </a:solidFill>
          <a:ln w="9525">
            <a:noFill/>
            <a:round/>
            <a:headEnd type="arrow" w="med" len="med"/>
            <a:tailEnd type="non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vert270" rtlCol="0" anchor="ctr"/>
          <a:lstStyle/>
          <a:p>
            <a:pPr algn="ctr"/>
            <a:endParaRPr lang="de-DE" dirty="0">
              <a:solidFill>
                <a:schemeClr val="bg1"/>
              </a:solidFill>
              <a:latin typeface="+mj-lt"/>
            </a:endParaRPr>
          </a:p>
        </p:txBody>
      </p:sp>
      <p:cxnSp>
        <p:nvCxnSpPr>
          <p:cNvPr id="5" name="Gerader Verbinder 4">
            <a:extLst>
              <a:ext uri="{FF2B5EF4-FFF2-40B4-BE49-F238E27FC236}">
                <a16:creationId xmlns:a16="http://schemas.microsoft.com/office/drawing/2014/main" id="{E306289F-2EFB-49DD-95B5-9FDD0A50BCBA}"/>
              </a:ext>
            </a:extLst>
          </p:cNvPr>
          <p:cNvCxnSpPr>
            <a:cxnSpLocks/>
          </p:cNvCxnSpPr>
          <p:nvPr/>
        </p:nvCxnSpPr>
        <p:spPr>
          <a:xfrm>
            <a:off x="5788344" y="2595054"/>
            <a:ext cx="18901" cy="765081"/>
          </a:xfrm>
          <a:prstGeom prst="line">
            <a:avLst/>
          </a:prstGeom>
          <a:ln w="19050">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239E1F79-0405-4101-B7CB-FBC963286265}"/>
              </a:ext>
            </a:extLst>
          </p:cNvPr>
          <p:cNvCxnSpPr>
            <a:cxnSpLocks/>
          </p:cNvCxnSpPr>
          <p:nvPr/>
        </p:nvCxnSpPr>
        <p:spPr>
          <a:xfrm>
            <a:off x="6363718" y="2627968"/>
            <a:ext cx="0" cy="732167"/>
          </a:xfrm>
          <a:prstGeom prst="line">
            <a:avLst/>
          </a:prstGeom>
          <a:ln w="19050">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Oval 15">
            <a:extLst>
              <a:ext uri="{FF2B5EF4-FFF2-40B4-BE49-F238E27FC236}">
                <a16:creationId xmlns:a16="http://schemas.microsoft.com/office/drawing/2014/main" id="{CAA67435-C5A8-9747-B83E-DCEE982E1FD3}"/>
              </a:ext>
            </a:extLst>
          </p:cNvPr>
          <p:cNvSpPr/>
          <p:nvPr/>
        </p:nvSpPr>
        <p:spPr bwMode="gray">
          <a:xfrm>
            <a:off x="4823262" y="3303496"/>
            <a:ext cx="2492041" cy="2492043"/>
          </a:xfrm>
          <a:prstGeom prst="ellipse">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10000"/>
              </a:lnSpc>
            </a:pPr>
            <a:r>
              <a:rPr lang="en-US" b="1">
                <a:solidFill>
                  <a:schemeClr val="bg1"/>
                </a:solidFill>
                <a:cs typeface="Arial" pitchFamily="34" charset="0"/>
              </a:rPr>
              <a:t>Researcher</a:t>
            </a:r>
          </a:p>
          <a:p>
            <a:pPr algn="ctr">
              <a:lnSpc>
                <a:spcPct val="110000"/>
              </a:lnSpc>
            </a:pPr>
            <a:endParaRPr lang="de-DE" altLang="ko-KR" b="1" dirty="0">
              <a:solidFill>
                <a:schemeClr val="bg1"/>
              </a:solidFill>
              <a:cs typeface="Arial" pitchFamily="34" charset="0"/>
            </a:endParaRPr>
          </a:p>
          <a:p>
            <a:pPr algn="ctr">
              <a:lnSpc>
                <a:spcPct val="110000"/>
              </a:lnSpc>
            </a:pPr>
            <a:r>
              <a:rPr lang="en-US" b="1">
                <a:solidFill>
                  <a:schemeClr val="bg1"/>
                </a:solidFill>
                <a:cs typeface="Arial" pitchFamily="34" charset="0"/>
              </a:rPr>
              <a:t>Inventor</a:t>
            </a:r>
          </a:p>
          <a:p>
            <a:pPr algn="ctr">
              <a:lnSpc>
                <a:spcPct val="110000"/>
              </a:lnSpc>
            </a:pPr>
            <a:endParaRPr lang="de-DE" altLang="ko-KR" b="1" dirty="0">
              <a:solidFill>
                <a:schemeClr val="bg1"/>
              </a:solidFill>
              <a:cs typeface="Arial" pitchFamily="34" charset="0"/>
            </a:endParaRPr>
          </a:p>
          <a:p>
            <a:pPr algn="ctr">
              <a:lnSpc>
                <a:spcPct val="110000"/>
              </a:lnSpc>
            </a:pPr>
            <a:r>
              <a:rPr lang="en-US" b="1">
                <a:solidFill>
                  <a:schemeClr val="bg1"/>
                </a:solidFill>
                <a:cs typeface="Arial" pitchFamily="34" charset="0"/>
              </a:rPr>
              <a:t>Entrepreneur</a:t>
            </a:r>
          </a:p>
        </p:txBody>
      </p:sp>
      <p:pic>
        <p:nvPicPr>
          <p:cNvPr id="8" name="Grafik 7">
            <a:extLst>
              <a:ext uri="{FF2B5EF4-FFF2-40B4-BE49-F238E27FC236}">
                <a16:creationId xmlns:a16="http://schemas.microsoft.com/office/drawing/2014/main" id="{538ECEE9-901C-4F31-8E0F-64DF2D1FCA24}"/>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588432" y="1824567"/>
            <a:ext cx="969435" cy="1206500"/>
          </a:xfrm>
          <a:prstGeom prst="rect">
            <a:avLst/>
          </a:prstGeom>
        </p:spPr>
      </p:pic>
      <p:sp>
        <p:nvSpPr>
          <p:cNvPr id="3" name="Foliennummernplatzhalter 1">
            <a:extLst>
              <a:ext uri="{FF2B5EF4-FFF2-40B4-BE49-F238E27FC236}">
                <a16:creationId xmlns:a16="http://schemas.microsoft.com/office/drawing/2014/main" id="{805671D9-9673-8E99-CCFE-B3AFEFDE52DB}"/>
              </a:ext>
            </a:extLst>
          </p:cNvPr>
          <p:cNvSpPr txBox="1">
            <a:spLocks/>
          </p:cNvSpPr>
          <p:nvPr/>
        </p:nvSpPr>
        <p:spPr bwMode="gray">
          <a:xfrm>
            <a:off x="711843" y="6455835"/>
            <a:ext cx="408932" cy="127727"/>
          </a:xfrm>
          <a:prstGeom prst="rect">
            <a:avLst/>
          </a:prstGeom>
        </p:spPr>
        <p:txBody>
          <a:bodyPr vert="horz" lIns="0" tIns="0" rIns="0" bIns="0" rtlCol="0">
            <a:spAutoFit/>
          </a:bodyPr>
          <a:lstStyle>
            <a:lvl1pPr marL="0" indent="0" algn="l" defTabSz="914400" rtl="0" eaLnBrk="1" latinLnBrk="0" hangingPunct="1">
              <a:lnSpc>
                <a:spcPct val="11000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ct val="11000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ct val="11000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ct val="11000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ct val="11000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9pPr>
          </a:lstStyle>
          <a:p>
            <a:pPr>
              <a:lnSpc>
                <a:spcPct val="100000"/>
              </a:lnSpc>
              <a:spcAft>
                <a:spcPts val="0"/>
              </a:spcAft>
            </a:pPr>
            <a:fld id="{3D81EE41-304C-41C3-8185-350F2275D756}" type="slidenum">
              <a:rPr lang="de-DE" sz="800" smtClean="0">
                <a:solidFill>
                  <a:schemeClr val="tx1"/>
                </a:solidFill>
                <a:latin typeface="+mn-lt"/>
              </a:rPr>
              <a:pPr>
                <a:lnSpc>
                  <a:spcPct val="100000"/>
                </a:lnSpc>
                <a:spcAft>
                  <a:spcPts val="0"/>
                </a:spcAft>
              </a:pPr>
              <a:t>8</a:t>
            </a:fld>
            <a:endParaRPr lang="de-DE" sz="800">
              <a:solidFill>
                <a:schemeClr val="tx1"/>
              </a:solidFill>
              <a:latin typeface="+mn-lt"/>
            </a:endParaRPr>
          </a:p>
        </p:txBody>
      </p:sp>
    </p:spTree>
    <p:extLst>
      <p:ext uri="{BB962C8B-B14F-4D97-AF65-F5344CB8AC3E}">
        <p14:creationId xmlns:p14="http://schemas.microsoft.com/office/powerpoint/2010/main" val="2416133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6992D92-2069-4297-A5D8-E4B5281F0E42}"/>
              </a:ext>
            </a:extLst>
          </p:cNvPr>
          <p:cNvSpPr>
            <a:spLocks noGrp="1"/>
          </p:cNvSpPr>
          <p:nvPr>
            <p:ph type="title"/>
          </p:nvPr>
        </p:nvSpPr>
        <p:spPr/>
        <p:txBody>
          <a:bodyPr/>
          <a:lstStyle/>
          <a:p>
            <a:r>
              <a:rPr lang="en-US"/>
              <a:t>Fraunhofer Research</a:t>
            </a:r>
          </a:p>
        </p:txBody>
      </p:sp>
      <p:sp>
        <p:nvSpPr>
          <p:cNvPr id="4" name="Fußzeilenplatzhalter 3">
            <a:extLst>
              <a:ext uri="{FF2B5EF4-FFF2-40B4-BE49-F238E27FC236}">
                <a16:creationId xmlns:a16="http://schemas.microsoft.com/office/drawing/2014/main" id="{DC848C61-E297-41D0-BB66-621166394138}"/>
              </a:ext>
            </a:extLst>
          </p:cNvPr>
          <p:cNvSpPr>
            <a:spLocks noGrp="1"/>
          </p:cNvSpPr>
          <p:nvPr>
            <p:ph type="ftr" sz="quarter" idx="11"/>
          </p:nvPr>
        </p:nvSpPr>
        <p:spPr bwMode="gray">
          <a:xfrm>
            <a:off x="2297897" y="6455836"/>
            <a:ext cx="2952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Fraunhofer </a:t>
            </a:r>
          </a:p>
        </p:txBody>
      </p:sp>
      <p:sp>
        <p:nvSpPr>
          <p:cNvPr id="12" name="Textplatzhalter 11">
            <a:extLst>
              <a:ext uri="{FF2B5EF4-FFF2-40B4-BE49-F238E27FC236}">
                <a16:creationId xmlns:a16="http://schemas.microsoft.com/office/drawing/2014/main" id="{73368004-360F-475E-8401-608B86F54821}"/>
              </a:ext>
            </a:extLst>
          </p:cNvPr>
          <p:cNvSpPr>
            <a:spLocks noGrp="1"/>
          </p:cNvSpPr>
          <p:nvPr>
            <p:ph type="body" sz="quarter" idx="13"/>
          </p:nvPr>
        </p:nvSpPr>
        <p:spPr/>
        <p:txBody>
          <a:bodyPr/>
          <a:lstStyle/>
          <a:p>
            <a:r>
              <a:rPr lang="en-US"/>
              <a:t>Highlights</a:t>
            </a:r>
          </a:p>
        </p:txBody>
      </p:sp>
      <p:grpSp>
        <p:nvGrpSpPr>
          <p:cNvPr id="24" name="Gruppieren 23">
            <a:extLst>
              <a:ext uri="{FF2B5EF4-FFF2-40B4-BE49-F238E27FC236}">
                <a16:creationId xmlns:a16="http://schemas.microsoft.com/office/drawing/2014/main" id="{60D30DEB-9006-4BB1-8C40-A044007CB20F}"/>
              </a:ext>
            </a:extLst>
          </p:cNvPr>
          <p:cNvGrpSpPr/>
          <p:nvPr/>
        </p:nvGrpSpPr>
        <p:grpSpPr>
          <a:xfrm>
            <a:off x="304023" y="1371601"/>
            <a:ext cx="11425726" cy="4733506"/>
            <a:chOff x="303269" y="1316894"/>
            <a:chExt cx="11427214" cy="4734123"/>
          </a:xfrm>
        </p:grpSpPr>
        <p:sp>
          <p:nvSpPr>
            <p:cNvPr id="25" name="Rechteck 24">
              <a:extLst>
                <a:ext uri="{FF2B5EF4-FFF2-40B4-BE49-F238E27FC236}">
                  <a16:creationId xmlns:a16="http://schemas.microsoft.com/office/drawing/2014/main" id="{B3D33A3F-315A-42EB-8BB1-FCF0A2BB6568}"/>
                </a:ext>
              </a:extLst>
            </p:cNvPr>
            <p:cNvSpPr/>
            <p:nvPr/>
          </p:nvSpPr>
          <p:spPr bwMode="auto">
            <a:xfrm>
              <a:off x="4086144" y="1316894"/>
              <a:ext cx="6542609" cy="4667349"/>
            </a:xfrm>
            <a:prstGeom prst="rect">
              <a:avLst/>
            </a:prstGeom>
            <a:solidFill>
              <a:srgbClr val="008598">
                <a:alpha val="5000"/>
              </a:srgbClr>
            </a:solidFill>
            <a:ln w="19050">
              <a:noFill/>
              <a:miter lim="800000"/>
              <a:headEnd/>
              <a:tailEnd/>
            </a:ln>
            <a:effectLst/>
          </p:spPr>
          <p:txBody>
            <a:bodyPr wrap="none" rtlCol="0" anchor="ctr"/>
            <a:lstStyle/>
            <a:p>
              <a:pPr algn="l"/>
              <a:endParaRPr lang="de-DE" dirty="0"/>
            </a:p>
          </p:txBody>
        </p:sp>
        <p:sp>
          <p:nvSpPr>
            <p:cNvPr id="26" name="Rechteck 25">
              <a:extLst>
                <a:ext uri="{FF2B5EF4-FFF2-40B4-BE49-F238E27FC236}">
                  <a16:creationId xmlns:a16="http://schemas.microsoft.com/office/drawing/2014/main" id="{1EE2FA23-C80C-451E-A48E-9AEF378D6660}"/>
                </a:ext>
              </a:extLst>
            </p:cNvPr>
            <p:cNvSpPr/>
            <p:nvPr/>
          </p:nvSpPr>
          <p:spPr bwMode="auto">
            <a:xfrm>
              <a:off x="10660065" y="1316894"/>
              <a:ext cx="1059418" cy="4734123"/>
            </a:xfrm>
            <a:prstGeom prst="rect">
              <a:avLst/>
            </a:prstGeom>
            <a:solidFill>
              <a:srgbClr val="005B7F">
                <a:alpha val="7000"/>
              </a:srgbClr>
            </a:solidFill>
            <a:ln w="19050">
              <a:noFill/>
              <a:miter lim="800000"/>
              <a:headEnd/>
              <a:tailEnd/>
            </a:ln>
            <a:effectLst/>
          </p:spPr>
          <p:txBody>
            <a:bodyPr wrap="none" rtlCol="0" anchor="ctr"/>
            <a:lstStyle/>
            <a:p>
              <a:pPr algn="l"/>
              <a:endParaRPr lang="de-DE" dirty="0"/>
            </a:p>
          </p:txBody>
        </p:sp>
        <p:sp>
          <p:nvSpPr>
            <p:cNvPr id="27" name="Rechteck 26">
              <a:extLst>
                <a:ext uri="{FF2B5EF4-FFF2-40B4-BE49-F238E27FC236}">
                  <a16:creationId xmlns:a16="http://schemas.microsoft.com/office/drawing/2014/main" id="{C2AA5337-D6AC-41ED-BFB7-B20418FC3CC1}"/>
                </a:ext>
              </a:extLst>
            </p:cNvPr>
            <p:cNvSpPr/>
            <p:nvPr/>
          </p:nvSpPr>
          <p:spPr bwMode="auto">
            <a:xfrm>
              <a:off x="1937741" y="1316894"/>
              <a:ext cx="2124874" cy="4734123"/>
            </a:xfrm>
            <a:prstGeom prst="rect">
              <a:avLst/>
            </a:prstGeom>
            <a:solidFill>
              <a:srgbClr val="9AB2C2">
                <a:alpha val="5000"/>
              </a:srgbClr>
            </a:solidFill>
            <a:ln w="19050">
              <a:noFill/>
              <a:miter lim="800000"/>
              <a:headEnd/>
              <a:tailEnd/>
            </a:ln>
            <a:effectLst/>
          </p:spPr>
          <p:txBody>
            <a:bodyPr wrap="none" rtlCol="0" anchor="ctr"/>
            <a:lstStyle/>
            <a:p>
              <a:pPr algn="l"/>
              <a:endParaRPr lang="de-DE" dirty="0"/>
            </a:p>
          </p:txBody>
        </p:sp>
        <p:sp>
          <p:nvSpPr>
            <p:cNvPr id="28" name="Rechteck 27">
              <a:extLst>
                <a:ext uri="{FF2B5EF4-FFF2-40B4-BE49-F238E27FC236}">
                  <a16:creationId xmlns:a16="http://schemas.microsoft.com/office/drawing/2014/main" id="{54108B12-4452-4B9C-800F-651C8E071AC9}"/>
                </a:ext>
              </a:extLst>
            </p:cNvPr>
            <p:cNvSpPr/>
            <p:nvPr/>
          </p:nvSpPr>
          <p:spPr bwMode="auto">
            <a:xfrm>
              <a:off x="461731" y="1316894"/>
              <a:ext cx="1454499" cy="4734123"/>
            </a:xfrm>
            <a:prstGeom prst="rect">
              <a:avLst/>
            </a:prstGeom>
            <a:solidFill>
              <a:srgbClr val="179C7D">
                <a:alpha val="5000"/>
              </a:srgbClr>
            </a:solidFill>
            <a:ln w="19050">
              <a:noFill/>
              <a:miter lim="800000"/>
              <a:headEnd/>
              <a:tailEnd/>
            </a:ln>
            <a:effectLst/>
          </p:spPr>
          <p:txBody>
            <a:bodyPr wrap="none" rtlCol="0" anchor="ctr"/>
            <a:lstStyle/>
            <a:p>
              <a:pPr algn="l"/>
              <a:endParaRPr lang="de-DE" dirty="0"/>
            </a:p>
          </p:txBody>
        </p:sp>
        <p:pic>
          <p:nvPicPr>
            <p:cNvPr id="29" name="Grafik 28">
              <a:extLst>
                <a:ext uri="{FF2B5EF4-FFF2-40B4-BE49-F238E27FC236}">
                  <a16:creationId xmlns:a16="http://schemas.microsoft.com/office/drawing/2014/main" id="{E14DC1B5-091C-4939-B3AC-27906FDF3AC8}"/>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303269" y="2480724"/>
              <a:ext cx="11413917" cy="2404191"/>
            </a:xfrm>
            <a:prstGeom prst="rect">
              <a:avLst/>
            </a:prstGeom>
          </p:spPr>
        </p:pic>
        <p:grpSp>
          <p:nvGrpSpPr>
            <p:cNvPr id="30" name="Gruppieren 29">
              <a:extLst>
                <a:ext uri="{FF2B5EF4-FFF2-40B4-BE49-F238E27FC236}">
                  <a16:creationId xmlns:a16="http://schemas.microsoft.com/office/drawing/2014/main" id="{00BAEBBB-8430-4A9F-9D7B-D371082FC744}"/>
                </a:ext>
              </a:extLst>
            </p:cNvPr>
            <p:cNvGrpSpPr/>
            <p:nvPr/>
          </p:nvGrpSpPr>
          <p:grpSpPr>
            <a:xfrm>
              <a:off x="845269" y="1801747"/>
              <a:ext cx="99085" cy="938329"/>
              <a:chOff x="828101" y="1325793"/>
              <a:chExt cx="99085" cy="938329"/>
            </a:xfrm>
          </p:grpSpPr>
          <p:cxnSp>
            <p:nvCxnSpPr>
              <p:cNvPr id="122" name="Gerader Verbinder 121">
                <a:extLst>
                  <a:ext uri="{FF2B5EF4-FFF2-40B4-BE49-F238E27FC236}">
                    <a16:creationId xmlns:a16="http://schemas.microsoft.com/office/drawing/2014/main" id="{C36B4E43-1B06-4C33-A3B1-7A80AC03B189}"/>
                  </a:ext>
                </a:extLst>
              </p:cNvPr>
              <p:cNvCxnSpPr/>
              <p:nvPr/>
            </p:nvCxnSpPr>
            <p:spPr bwMode="auto">
              <a:xfrm flipH="1">
                <a:off x="877631" y="1325793"/>
                <a:ext cx="25" cy="892569"/>
              </a:xfrm>
              <a:prstGeom prst="line">
                <a:avLst/>
              </a:prstGeom>
              <a:noFill/>
              <a:ln w="12700"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 name="Ellipse 122">
                <a:extLst>
                  <a:ext uri="{FF2B5EF4-FFF2-40B4-BE49-F238E27FC236}">
                    <a16:creationId xmlns:a16="http://schemas.microsoft.com/office/drawing/2014/main" id="{DB6C3E34-DF83-449D-BF94-868975E51305}"/>
                  </a:ext>
                </a:extLst>
              </p:cNvPr>
              <p:cNvSpPr/>
              <p:nvPr/>
            </p:nvSpPr>
            <p:spPr bwMode="auto">
              <a:xfrm>
                <a:off x="828101" y="2165037"/>
                <a:ext cx="99085" cy="99085"/>
              </a:xfrm>
              <a:prstGeom prst="ellipse">
                <a:avLst/>
              </a:prstGeom>
              <a:solidFill>
                <a:schemeClr val="tx2"/>
              </a:solidFill>
              <a:ln w="19050">
                <a:noFill/>
                <a:miter lim="800000"/>
                <a:headEnd/>
                <a:tailEnd/>
              </a:ln>
              <a:effectLst/>
            </p:spPr>
            <p:txBody>
              <a:bodyPr wrap="none" rtlCol="0" anchor="ctr"/>
              <a:lstStyle/>
              <a:p>
                <a:pPr algn="l"/>
                <a:endParaRPr lang="de-DE" dirty="0"/>
              </a:p>
            </p:txBody>
          </p:sp>
        </p:grpSp>
        <p:grpSp>
          <p:nvGrpSpPr>
            <p:cNvPr id="31" name="Gruppieren 30">
              <a:extLst>
                <a:ext uri="{FF2B5EF4-FFF2-40B4-BE49-F238E27FC236}">
                  <a16:creationId xmlns:a16="http://schemas.microsoft.com/office/drawing/2014/main" id="{C67E0248-6938-48D5-832F-22305055263D}"/>
                </a:ext>
              </a:extLst>
            </p:cNvPr>
            <p:cNvGrpSpPr/>
            <p:nvPr/>
          </p:nvGrpSpPr>
          <p:grpSpPr>
            <a:xfrm flipH="1" flipV="1">
              <a:off x="1032916" y="2696599"/>
              <a:ext cx="99085" cy="938329"/>
              <a:chOff x="828101" y="1325793"/>
              <a:chExt cx="99085" cy="938329"/>
            </a:xfrm>
          </p:grpSpPr>
          <p:cxnSp>
            <p:nvCxnSpPr>
              <p:cNvPr id="120" name="Gerader Verbinder 119">
                <a:extLst>
                  <a:ext uri="{FF2B5EF4-FFF2-40B4-BE49-F238E27FC236}">
                    <a16:creationId xmlns:a16="http://schemas.microsoft.com/office/drawing/2014/main" id="{607E082B-6BCD-4A94-BF32-8EA26B8030EB}"/>
                  </a:ext>
                </a:extLst>
              </p:cNvPr>
              <p:cNvCxnSpPr/>
              <p:nvPr/>
            </p:nvCxnSpPr>
            <p:spPr bwMode="auto">
              <a:xfrm flipH="1">
                <a:off x="877631" y="1325793"/>
                <a:ext cx="25" cy="892569"/>
              </a:xfrm>
              <a:prstGeom prst="line">
                <a:avLst/>
              </a:prstGeom>
              <a:noFill/>
              <a:ln w="12700"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1" name="Ellipse 120">
                <a:extLst>
                  <a:ext uri="{FF2B5EF4-FFF2-40B4-BE49-F238E27FC236}">
                    <a16:creationId xmlns:a16="http://schemas.microsoft.com/office/drawing/2014/main" id="{75381582-6FD7-4128-B530-F5DCF8C1A138}"/>
                  </a:ext>
                </a:extLst>
              </p:cNvPr>
              <p:cNvSpPr/>
              <p:nvPr/>
            </p:nvSpPr>
            <p:spPr bwMode="auto">
              <a:xfrm>
                <a:off x="828101" y="2165037"/>
                <a:ext cx="99085" cy="99085"/>
              </a:xfrm>
              <a:prstGeom prst="ellipse">
                <a:avLst/>
              </a:prstGeom>
              <a:solidFill>
                <a:schemeClr val="tx2"/>
              </a:solidFill>
              <a:ln w="19050">
                <a:noFill/>
                <a:miter lim="800000"/>
                <a:headEnd/>
                <a:tailEnd/>
              </a:ln>
              <a:effectLst/>
            </p:spPr>
            <p:txBody>
              <a:bodyPr wrap="none" rtlCol="0" anchor="ctr"/>
              <a:lstStyle/>
              <a:p>
                <a:pPr algn="l"/>
                <a:endParaRPr lang="de-DE" dirty="0"/>
              </a:p>
            </p:txBody>
          </p:sp>
        </p:grpSp>
        <p:grpSp>
          <p:nvGrpSpPr>
            <p:cNvPr id="32" name="Gruppieren 31">
              <a:extLst>
                <a:ext uri="{FF2B5EF4-FFF2-40B4-BE49-F238E27FC236}">
                  <a16:creationId xmlns:a16="http://schemas.microsoft.com/office/drawing/2014/main" id="{07C76783-D037-4000-A2D4-A22EA12E0BE1}"/>
                </a:ext>
              </a:extLst>
            </p:cNvPr>
            <p:cNvGrpSpPr/>
            <p:nvPr/>
          </p:nvGrpSpPr>
          <p:grpSpPr>
            <a:xfrm>
              <a:off x="1269395" y="2217214"/>
              <a:ext cx="99085" cy="727172"/>
              <a:chOff x="1245868" y="1874178"/>
              <a:chExt cx="99085" cy="727172"/>
            </a:xfrm>
          </p:grpSpPr>
          <p:cxnSp>
            <p:nvCxnSpPr>
              <p:cNvPr id="118" name="Gerader Verbinder 117">
                <a:extLst>
                  <a:ext uri="{FF2B5EF4-FFF2-40B4-BE49-F238E27FC236}">
                    <a16:creationId xmlns:a16="http://schemas.microsoft.com/office/drawing/2014/main" id="{F054FBB5-D06A-4109-BEEE-197A3D4E85A5}"/>
                  </a:ext>
                </a:extLst>
              </p:cNvPr>
              <p:cNvCxnSpPr/>
              <p:nvPr/>
            </p:nvCxnSpPr>
            <p:spPr bwMode="auto">
              <a:xfrm>
                <a:off x="1293193" y="1874178"/>
                <a:ext cx="2206" cy="681412"/>
              </a:xfrm>
              <a:prstGeom prst="line">
                <a:avLst/>
              </a:prstGeom>
              <a:noFill/>
              <a:ln w="12700" cap="flat" cmpd="sng" algn="ctr">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9" name="Ellipse 118">
                <a:extLst>
                  <a:ext uri="{FF2B5EF4-FFF2-40B4-BE49-F238E27FC236}">
                    <a16:creationId xmlns:a16="http://schemas.microsoft.com/office/drawing/2014/main" id="{9003E57C-025F-4D92-9B78-2703711DB58F}"/>
                  </a:ext>
                </a:extLst>
              </p:cNvPr>
              <p:cNvSpPr/>
              <p:nvPr/>
            </p:nvSpPr>
            <p:spPr bwMode="auto">
              <a:xfrm>
                <a:off x="1245868" y="2502265"/>
                <a:ext cx="99085" cy="99085"/>
              </a:xfrm>
              <a:prstGeom prst="ellipse">
                <a:avLst/>
              </a:prstGeom>
              <a:solidFill>
                <a:schemeClr val="tx2"/>
              </a:solidFill>
              <a:ln w="19050">
                <a:noFill/>
                <a:miter lim="800000"/>
                <a:headEnd/>
                <a:tailEnd/>
              </a:ln>
              <a:effectLst/>
            </p:spPr>
            <p:txBody>
              <a:bodyPr wrap="none" rtlCol="0" anchor="ctr"/>
              <a:lstStyle/>
              <a:p>
                <a:pPr algn="l"/>
                <a:endParaRPr lang="de-DE" dirty="0"/>
              </a:p>
            </p:txBody>
          </p:sp>
        </p:grpSp>
        <p:sp>
          <p:nvSpPr>
            <p:cNvPr id="33" name="Rechteck 32">
              <a:extLst>
                <a:ext uri="{FF2B5EF4-FFF2-40B4-BE49-F238E27FC236}">
                  <a16:creationId xmlns:a16="http://schemas.microsoft.com/office/drawing/2014/main" id="{7BEBE4D8-1F40-4EBE-B437-E724E95D2B08}"/>
                </a:ext>
              </a:extLst>
            </p:cNvPr>
            <p:cNvSpPr/>
            <p:nvPr/>
          </p:nvSpPr>
          <p:spPr bwMode="auto">
            <a:xfrm>
              <a:off x="1006592" y="1401347"/>
              <a:ext cx="1418536" cy="488201"/>
            </a:xfrm>
            <a:prstGeom prst="rect">
              <a:avLst/>
            </a:prstGeom>
            <a:solidFill>
              <a:schemeClr val="bg1"/>
            </a:solidFill>
            <a:ln w="9525">
              <a:solidFill>
                <a:schemeClr val="tx2"/>
              </a:solidFill>
              <a:prstDash val="sysDash"/>
              <a:miter lim="800000"/>
              <a:headEnd/>
              <a:tailEnd/>
            </a:ln>
            <a:effectLst/>
          </p:spPr>
          <p:txBody>
            <a:bodyPr wrap="square" lIns="215972" tIns="35995" rIns="71991" bIns="35995" rtlCol="0" anchor="ctr">
              <a:spAutoFit/>
            </a:bodyPr>
            <a:lstStyle/>
            <a:p>
              <a:pPr>
                <a:spcAft>
                  <a:spcPts val="1200"/>
                </a:spcAft>
              </a:pPr>
              <a: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mp3</a:t>
              </a:r>
              <a:r>
                <a:rPr lang="en-US" sz="11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 </a:t>
              </a:r>
              <a:b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Development of </a:t>
              </a:r>
              <a:br>
                <a:rPr lang="en-US" sz="8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mp3 audio compression</a:t>
              </a:r>
            </a:p>
          </p:txBody>
        </p:sp>
        <p:grpSp>
          <p:nvGrpSpPr>
            <p:cNvPr id="34" name="Gruppieren 33">
              <a:extLst>
                <a:ext uri="{FF2B5EF4-FFF2-40B4-BE49-F238E27FC236}">
                  <a16:creationId xmlns:a16="http://schemas.microsoft.com/office/drawing/2014/main" id="{EA14B36B-53BD-4EF2-BD69-1046686CE85F}"/>
                </a:ext>
              </a:extLst>
            </p:cNvPr>
            <p:cNvGrpSpPr/>
            <p:nvPr/>
          </p:nvGrpSpPr>
          <p:grpSpPr>
            <a:xfrm flipH="1" flipV="1">
              <a:off x="2530534" y="2965675"/>
              <a:ext cx="99085" cy="1484286"/>
              <a:chOff x="828101" y="779836"/>
              <a:chExt cx="99085" cy="1484286"/>
            </a:xfrm>
            <a:solidFill>
              <a:schemeClr val="accent2"/>
            </a:solidFill>
          </p:grpSpPr>
          <p:cxnSp>
            <p:nvCxnSpPr>
              <p:cNvPr id="116" name="Gerader Verbinder 115">
                <a:extLst>
                  <a:ext uri="{FF2B5EF4-FFF2-40B4-BE49-F238E27FC236}">
                    <a16:creationId xmlns:a16="http://schemas.microsoft.com/office/drawing/2014/main" id="{8648609C-3479-4454-8982-A0AECBBA8749}"/>
                  </a:ext>
                </a:extLst>
              </p:cNvPr>
              <p:cNvCxnSpPr/>
              <p:nvPr/>
            </p:nvCxnSpPr>
            <p:spPr bwMode="auto">
              <a:xfrm flipH="1">
                <a:off x="877631" y="779836"/>
                <a:ext cx="0" cy="1438524"/>
              </a:xfrm>
              <a:prstGeom prst="line">
                <a:avLst/>
              </a:prstGeom>
              <a:grpFill/>
              <a:ln w="12700" cap="flat" cmpd="sng" algn="ctr">
                <a:solidFill>
                  <a:srgbClr val="85A2B5"/>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Ellipse 116">
                <a:extLst>
                  <a:ext uri="{FF2B5EF4-FFF2-40B4-BE49-F238E27FC236}">
                    <a16:creationId xmlns:a16="http://schemas.microsoft.com/office/drawing/2014/main" id="{EA11A152-FA0C-4153-85D8-7E56D007EA8C}"/>
                  </a:ext>
                </a:extLst>
              </p:cNvPr>
              <p:cNvSpPr/>
              <p:nvPr/>
            </p:nvSpPr>
            <p:spPr bwMode="auto">
              <a:xfrm>
                <a:off x="828101" y="2165037"/>
                <a:ext cx="99085" cy="99085"/>
              </a:xfrm>
              <a:prstGeom prst="ellipse">
                <a:avLst/>
              </a:prstGeom>
              <a:solidFill>
                <a:srgbClr val="85A2B5"/>
              </a:solidFill>
              <a:ln w="19050">
                <a:noFill/>
                <a:miter lim="800000"/>
                <a:headEnd/>
                <a:tailEnd/>
              </a:ln>
              <a:effectLst/>
            </p:spPr>
            <p:txBody>
              <a:bodyPr wrap="none" rtlCol="0" anchor="ctr"/>
              <a:lstStyle/>
              <a:p>
                <a:pPr algn="l"/>
                <a:endParaRPr lang="de-DE" dirty="0"/>
              </a:p>
            </p:txBody>
          </p:sp>
        </p:grpSp>
        <p:grpSp>
          <p:nvGrpSpPr>
            <p:cNvPr id="37" name="Gruppieren 36">
              <a:extLst>
                <a:ext uri="{FF2B5EF4-FFF2-40B4-BE49-F238E27FC236}">
                  <a16:creationId xmlns:a16="http://schemas.microsoft.com/office/drawing/2014/main" id="{185D58A3-301D-449D-8386-BA4C4CCBFA83}"/>
                </a:ext>
              </a:extLst>
            </p:cNvPr>
            <p:cNvGrpSpPr/>
            <p:nvPr/>
          </p:nvGrpSpPr>
          <p:grpSpPr>
            <a:xfrm flipH="1">
              <a:off x="2901594" y="1653107"/>
              <a:ext cx="99085" cy="1687787"/>
              <a:chOff x="828101" y="652447"/>
              <a:chExt cx="99085" cy="1611675"/>
            </a:xfrm>
            <a:solidFill>
              <a:schemeClr val="accent2"/>
            </a:solidFill>
          </p:grpSpPr>
          <p:cxnSp>
            <p:nvCxnSpPr>
              <p:cNvPr id="114" name="Gerader Verbinder 113">
                <a:extLst>
                  <a:ext uri="{FF2B5EF4-FFF2-40B4-BE49-F238E27FC236}">
                    <a16:creationId xmlns:a16="http://schemas.microsoft.com/office/drawing/2014/main" id="{141353A4-7848-4BB0-88D0-1E9EC017D82C}"/>
                  </a:ext>
                </a:extLst>
              </p:cNvPr>
              <p:cNvCxnSpPr/>
              <p:nvPr/>
            </p:nvCxnSpPr>
            <p:spPr bwMode="auto">
              <a:xfrm flipH="1">
                <a:off x="877631" y="652447"/>
                <a:ext cx="0" cy="1565914"/>
              </a:xfrm>
              <a:prstGeom prst="line">
                <a:avLst/>
              </a:prstGeom>
              <a:grpFill/>
              <a:ln w="12700" cap="flat" cmpd="sng" algn="ctr">
                <a:solidFill>
                  <a:srgbClr val="85A2B5"/>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5" name="Ellipse 114">
                <a:extLst>
                  <a:ext uri="{FF2B5EF4-FFF2-40B4-BE49-F238E27FC236}">
                    <a16:creationId xmlns:a16="http://schemas.microsoft.com/office/drawing/2014/main" id="{0C7F1E17-31CC-449E-8660-16E83FE68AFE}"/>
                  </a:ext>
                </a:extLst>
              </p:cNvPr>
              <p:cNvSpPr/>
              <p:nvPr/>
            </p:nvSpPr>
            <p:spPr bwMode="auto">
              <a:xfrm>
                <a:off x="828101" y="2165037"/>
                <a:ext cx="99085" cy="99085"/>
              </a:xfrm>
              <a:prstGeom prst="ellipse">
                <a:avLst/>
              </a:prstGeom>
              <a:solidFill>
                <a:srgbClr val="85A2B5"/>
              </a:solidFill>
              <a:ln w="19050">
                <a:noFill/>
                <a:miter lim="800000"/>
                <a:headEnd/>
                <a:tailEnd/>
              </a:ln>
              <a:effectLst/>
            </p:spPr>
            <p:txBody>
              <a:bodyPr wrap="none" rtlCol="0" anchor="ctr"/>
              <a:lstStyle/>
              <a:p>
                <a:pPr algn="l"/>
                <a:endParaRPr lang="de-DE" dirty="0"/>
              </a:p>
            </p:txBody>
          </p:sp>
        </p:grpSp>
        <p:grpSp>
          <p:nvGrpSpPr>
            <p:cNvPr id="38" name="Gruppieren 37">
              <a:extLst>
                <a:ext uri="{FF2B5EF4-FFF2-40B4-BE49-F238E27FC236}">
                  <a16:creationId xmlns:a16="http://schemas.microsoft.com/office/drawing/2014/main" id="{5D968F3D-937D-4D49-819A-4A6212DD437E}"/>
                </a:ext>
              </a:extLst>
            </p:cNvPr>
            <p:cNvGrpSpPr/>
            <p:nvPr/>
          </p:nvGrpSpPr>
          <p:grpSpPr>
            <a:xfrm>
              <a:off x="5090104" y="3316436"/>
              <a:ext cx="99085" cy="601453"/>
              <a:chOff x="5074718" y="3179375"/>
              <a:chExt cx="99085" cy="601453"/>
            </a:xfrm>
          </p:grpSpPr>
          <p:cxnSp>
            <p:nvCxnSpPr>
              <p:cNvPr id="112" name="Gerader Verbinder 111">
                <a:extLst>
                  <a:ext uri="{FF2B5EF4-FFF2-40B4-BE49-F238E27FC236}">
                    <a16:creationId xmlns:a16="http://schemas.microsoft.com/office/drawing/2014/main" id="{CA2DA244-E456-4129-B95D-89A6AE036ADD}"/>
                  </a:ext>
                </a:extLst>
              </p:cNvPr>
              <p:cNvCxnSpPr/>
              <p:nvPr/>
            </p:nvCxnSpPr>
            <p:spPr bwMode="auto">
              <a:xfrm flipV="1">
                <a:off x="5119510" y="3225137"/>
                <a:ext cx="0" cy="555691"/>
              </a:xfrm>
              <a:prstGeom prst="line">
                <a:avLst/>
              </a:prstGeom>
              <a:solidFill>
                <a:schemeClr val="accent4">
                  <a:lumMod val="75000"/>
                </a:schemeClr>
              </a:solidFill>
              <a:ln w="12700" cap="flat" cmpd="sng" algn="ctr">
                <a:solidFill>
                  <a:srgbClr val="00859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3" name="Ellipse 112">
                <a:extLst>
                  <a:ext uri="{FF2B5EF4-FFF2-40B4-BE49-F238E27FC236}">
                    <a16:creationId xmlns:a16="http://schemas.microsoft.com/office/drawing/2014/main" id="{CF551AAD-1AD3-4B13-A1A1-3EEE7CC46D67}"/>
                  </a:ext>
                </a:extLst>
              </p:cNvPr>
              <p:cNvSpPr/>
              <p:nvPr/>
            </p:nvSpPr>
            <p:spPr bwMode="auto">
              <a:xfrm flipH="1" flipV="1">
                <a:off x="5074718" y="3179375"/>
                <a:ext cx="99085" cy="99085"/>
              </a:xfrm>
              <a:prstGeom prst="ellipse">
                <a:avLst/>
              </a:prstGeom>
              <a:solidFill>
                <a:srgbClr val="008598"/>
              </a:solidFill>
              <a:ln w="19050">
                <a:noFill/>
                <a:miter lim="800000"/>
                <a:headEnd/>
                <a:tailEnd/>
              </a:ln>
              <a:effectLst/>
            </p:spPr>
            <p:txBody>
              <a:bodyPr wrap="none" rtlCol="0" anchor="ctr"/>
              <a:lstStyle/>
              <a:p>
                <a:pPr algn="l"/>
                <a:endParaRPr lang="de-DE" dirty="0"/>
              </a:p>
            </p:txBody>
          </p:sp>
        </p:grpSp>
        <p:grpSp>
          <p:nvGrpSpPr>
            <p:cNvPr id="39" name="Gruppieren 38">
              <a:extLst>
                <a:ext uri="{FF2B5EF4-FFF2-40B4-BE49-F238E27FC236}">
                  <a16:creationId xmlns:a16="http://schemas.microsoft.com/office/drawing/2014/main" id="{990DEE7F-B2E6-45EF-A31E-B793B23A7C34}"/>
                </a:ext>
              </a:extLst>
            </p:cNvPr>
            <p:cNvGrpSpPr/>
            <p:nvPr/>
          </p:nvGrpSpPr>
          <p:grpSpPr>
            <a:xfrm flipH="1" flipV="1">
              <a:off x="5944138" y="3442671"/>
              <a:ext cx="99085" cy="1484286"/>
              <a:chOff x="828101" y="779836"/>
              <a:chExt cx="99085" cy="1484286"/>
            </a:xfrm>
            <a:solidFill>
              <a:schemeClr val="accent4">
                <a:lumMod val="75000"/>
              </a:schemeClr>
            </a:solidFill>
          </p:grpSpPr>
          <p:cxnSp>
            <p:nvCxnSpPr>
              <p:cNvPr id="110" name="Gerader Verbinder 109">
                <a:extLst>
                  <a:ext uri="{FF2B5EF4-FFF2-40B4-BE49-F238E27FC236}">
                    <a16:creationId xmlns:a16="http://schemas.microsoft.com/office/drawing/2014/main" id="{BD78AFCE-5ED7-4D87-8362-0CD4781E41C7}"/>
                  </a:ext>
                </a:extLst>
              </p:cNvPr>
              <p:cNvCxnSpPr/>
              <p:nvPr/>
            </p:nvCxnSpPr>
            <p:spPr bwMode="auto">
              <a:xfrm flipH="1">
                <a:off x="877631" y="779836"/>
                <a:ext cx="0" cy="1438524"/>
              </a:xfrm>
              <a:prstGeom prst="line">
                <a:avLst/>
              </a:prstGeom>
              <a:grpFill/>
              <a:ln w="12700" cap="flat" cmpd="sng" algn="ctr">
                <a:solidFill>
                  <a:srgbClr val="00859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Ellipse 110">
                <a:extLst>
                  <a:ext uri="{FF2B5EF4-FFF2-40B4-BE49-F238E27FC236}">
                    <a16:creationId xmlns:a16="http://schemas.microsoft.com/office/drawing/2014/main" id="{0F4C374A-8F20-4269-B0A7-F3052DF7CCE2}"/>
                  </a:ext>
                </a:extLst>
              </p:cNvPr>
              <p:cNvSpPr/>
              <p:nvPr/>
            </p:nvSpPr>
            <p:spPr bwMode="auto">
              <a:xfrm>
                <a:off x="828101" y="2165037"/>
                <a:ext cx="99085" cy="99085"/>
              </a:xfrm>
              <a:prstGeom prst="ellipse">
                <a:avLst/>
              </a:prstGeom>
              <a:solidFill>
                <a:srgbClr val="008598"/>
              </a:solidFill>
              <a:ln w="19050">
                <a:noFill/>
                <a:miter lim="800000"/>
                <a:headEnd/>
                <a:tailEnd/>
              </a:ln>
              <a:effectLst/>
            </p:spPr>
            <p:txBody>
              <a:bodyPr wrap="none" rtlCol="0" anchor="ctr"/>
              <a:lstStyle/>
              <a:p>
                <a:pPr algn="l"/>
                <a:endParaRPr lang="de-DE" dirty="0"/>
              </a:p>
            </p:txBody>
          </p:sp>
        </p:grpSp>
        <p:grpSp>
          <p:nvGrpSpPr>
            <p:cNvPr id="40" name="Gruppieren 39">
              <a:extLst>
                <a:ext uri="{FF2B5EF4-FFF2-40B4-BE49-F238E27FC236}">
                  <a16:creationId xmlns:a16="http://schemas.microsoft.com/office/drawing/2014/main" id="{3CA57807-9DA3-401E-AC51-78A2879D5D90}"/>
                </a:ext>
              </a:extLst>
            </p:cNvPr>
            <p:cNvGrpSpPr/>
            <p:nvPr/>
          </p:nvGrpSpPr>
          <p:grpSpPr>
            <a:xfrm flipH="1">
              <a:off x="7031534" y="2548824"/>
              <a:ext cx="99085" cy="1484286"/>
              <a:chOff x="828101" y="779836"/>
              <a:chExt cx="99085" cy="1484286"/>
            </a:xfrm>
            <a:solidFill>
              <a:schemeClr val="accent4">
                <a:lumMod val="75000"/>
              </a:schemeClr>
            </a:solidFill>
          </p:grpSpPr>
          <p:cxnSp>
            <p:nvCxnSpPr>
              <p:cNvPr id="108" name="Gerader Verbinder 107">
                <a:extLst>
                  <a:ext uri="{FF2B5EF4-FFF2-40B4-BE49-F238E27FC236}">
                    <a16:creationId xmlns:a16="http://schemas.microsoft.com/office/drawing/2014/main" id="{8BF93571-EFC4-432A-99D7-907622E6893F}"/>
                  </a:ext>
                </a:extLst>
              </p:cNvPr>
              <p:cNvCxnSpPr/>
              <p:nvPr/>
            </p:nvCxnSpPr>
            <p:spPr bwMode="auto">
              <a:xfrm flipH="1">
                <a:off x="877631" y="779836"/>
                <a:ext cx="0" cy="1438524"/>
              </a:xfrm>
              <a:prstGeom prst="line">
                <a:avLst/>
              </a:prstGeom>
              <a:grpFill/>
              <a:ln w="12700" cap="flat" cmpd="sng" algn="ctr">
                <a:solidFill>
                  <a:srgbClr val="00859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Ellipse 108">
                <a:extLst>
                  <a:ext uri="{FF2B5EF4-FFF2-40B4-BE49-F238E27FC236}">
                    <a16:creationId xmlns:a16="http://schemas.microsoft.com/office/drawing/2014/main" id="{33160BD8-6CB0-48A6-A872-F216BC058EC8}"/>
                  </a:ext>
                </a:extLst>
              </p:cNvPr>
              <p:cNvSpPr/>
              <p:nvPr/>
            </p:nvSpPr>
            <p:spPr bwMode="auto">
              <a:xfrm>
                <a:off x="828101" y="2165037"/>
                <a:ext cx="99085" cy="99085"/>
              </a:xfrm>
              <a:prstGeom prst="ellipse">
                <a:avLst/>
              </a:prstGeom>
              <a:solidFill>
                <a:srgbClr val="008598"/>
              </a:solidFill>
              <a:ln w="19050">
                <a:noFill/>
                <a:miter lim="800000"/>
                <a:headEnd/>
                <a:tailEnd/>
              </a:ln>
              <a:effectLst/>
            </p:spPr>
            <p:txBody>
              <a:bodyPr wrap="none" rtlCol="0" anchor="ctr"/>
              <a:lstStyle/>
              <a:p>
                <a:pPr algn="l"/>
                <a:endParaRPr lang="de-DE" dirty="0"/>
              </a:p>
            </p:txBody>
          </p:sp>
        </p:grpSp>
        <p:grpSp>
          <p:nvGrpSpPr>
            <p:cNvPr id="55" name="Gruppieren 54">
              <a:extLst>
                <a:ext uri="{FF2B5EF4-FFF2-40B4-BE49-F238E27FC236}">
                  <a16:creationId xmlns:a16="http://schemas.microsoft.com/office/drawing/2014/main" id="{E2D21E79-E55E-4FFD-9F59-A3A0C31E7E25}"/>
                </a:ext>
              </a:extLst>
            </p:cNvPr>
            <p:cNvGrpSpPr/>
            <p:nvPr/>
          </p:nvGrpSpPr>
          <p:grpSpPr>
            <a:xfrm flipH="1">
              <a:off x="5609276" y="2604477"/>
              <a:ext cx="99085" cy="820001"/>
              <a:chOff x="828101" y="1444121"/>
              <a:chExt cx="99085" cy="820001"/>
            </a:xfrm>
            <a:solidFill>
              <a:schemeClr val="accent4">
                <a:lumMod val="75000"/>
              </a:schemeClr>
            </a:solidFill>
          </p:grpSpPr>
          <p:cxnSp>
            <p:nvCxnSpPr>
              <p:cNvPr id="106" name="Gerader Verbinder 105">
                <a:extLst>
                  <a:ext uri="{FF2B5EF4-FFF2-40B4-BE49-F238E27FC236}">
                    <a16:creationId xmlns:a16="http://schemas.microsoft.com/office/drawing/2014/main" id="{4862D1C2-4946-40DB-9954-F4F909286228}"/>
                  </a:ext>
                </a:extLst>
              </p:cNvPr>
              <p:cNvCxnSpPr/>
              <p:nvPr/>
            </p:nvCxnSpPr>
            <p:spPr bwMode="auto">
              <a:xfrm flipH="1">
                <a:off x="877631" y="1444121"/>
                <a:ext cx="0" cy="774239"/>
              </a:xfrm>
              <a:prstGeom prst="line">
                <a:avLst/>
              </a:prstGeom>
              <a:grpFill/>
              <a:ln w="12700" cap="flat" cmpd="sng" algn="ctr">
                <a:solidFill>
                  <a:srgbClr val="00859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7" name="Ellipse 106">
                <a:extLst>
                  <a:ext uri="{FF2B5EF4-FFF2-40B4-BE49-F238E27FC236}">
                    <a16:creationId xmlns:a16="http://schemas.microsoft.com/office/drawing/2014/main" id="{73CC5DA0-E1BF-4377-99AE-2D10582C2749}"/>
                  </a:ext>
                </a:extLst>
              </p:cNvPr>
              <p:cNvSpPr/>
              <p:nvPr/>
            </p:nvSpPr>
            <p:spPr bwMode="auto">
              <a:xfrm>
                <a:off x="828101" y="2165037"/>
                <a:ext cx="99085" cy="99085"/>
              </a:xfrm>
              <a:prstGeom prst="ellipse">
                <a:avLst/>
              </a:prstGeom>
              <a:solidFill>
                <a:srgbClr val="008598"/>
              </a:solidFill>
              <a:ln w="19050">
                <a:noFill/>
                <a:miter lim="800000"/>
                <a:headEnd/>
                <a:tailEnd/>
              </a:ln>
              <a:effectLst/>
            </p:spPr>
            <p:txBody>
              <a:bodyPr wrap="none" rtlCol="0" anchor="ctr"/>
              <a:lstStyle/>
              <a:p>
                <a:pPr algn="l"/>
                <a:endParaRPr lang="de-DE" dirty="0"/>
              </a:p>
            </p:txBody>
          </p:sp>
        </p:grpSp>
        <p:cxnSp>
          <p:nvCxnSpPr>
            <p:cNvPr id="56" name="Gerader Verbinder 55">
              <a:extLst>
                <a:ext uri="{FF2B5EF4-FFF2-40B4-BE49-F238E27FC236}">
                  <a16:creationId xmlns:a16="http://schemas.microsoft.com/office/drawing/2014/main" id="{905415F1-21DD-40C8-B810-8D65C16E90DE}"/>
                </a:ext>
              </a:extLst>
            </p:cNvPr>
            <p:cNvCxnSpPr/>
            <p:nvPr/>
          </p:nvCxnSpPr>
          <p:spPr bwMode="auto">
            <a:xfrm flipV="1">
              <a:off x="8089180" y="4441896"/>
              <a:ext cx="0" cy="900896"/>
            </a:xfrm>
            <a:prstGeom prst="line">
              <a:avLst/>
            </a:prstGeom>
            <a:solidFill>
              <a:schemeClr val="accent2"/>
            </a:solidFill>
            <a:ln w="12700" cap="flat" cmpd="sng" algn="ctr">
              <a:solidFill>
                <a:srgbClr val="00859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Ellipse 56">
              <a:extLst>
                <a:ext uri="{FF2B5EF4-FFF2-40B4-BE49-F238E27FC236}">
                  <a16:creationId xmlns:a16="http://schemas.microsoft.com/office/drawing/2014/main" id="{3BC95B85-B33D-4B50-AC0D-33FA4A9685BE}"/>
                </a:ext>
              </a:extLst>
            </p:cNvPr>
            <p:cNvSpPr/>
            <p:nvPr/>
          </p:nvSpPr>
          <p:spPr bwMode="auto">
            <a:xfrm flipH="1" flipV="1">
              <a:off x="8043662" y="4397076"/>
              <a:ext cx="99085" cy="99085"/>
            </a:xfrm>
            <a:prstGeom prst="ellipse">
              <a:avLst/>
            </a:prstGeom>
            <a:solidFill>
              <a:srgbClr val="008598"/>
            </a:solidFill>
            <a:ln w="19050">
              <a:noFill/>
              <a:miter lim="800000"/>
              <a:headEnd/>
              <a:tailEnd/>
            </a:ln>
            <a:effectLst/>
          </p:spPr>
          <p:txBody>
            <a:bodyPr wrap="none" rtlCol="0" anchor="ctr"/>
            <a:lstStyle/>
            <a:p>
              <a:pPr algn="l"/>
              <a:endParaRPr lang="de-DE" dirty="0"/>
            </a:p>
          </p:txBody>
        </p:sp>
        <p:grpSp>
          <p:nvGrpSpPr>
            <p:cNvPr id="58" name="Gruppieren 57">
              <a:extLst>
                <a:ext uri="{FF2B5EF4-FFF2-40B4-BE49-F238E27FC236}">
                  <a16:creationId xmlns:a16="http://schemas.microsoft.com/office/drawing/2014/main" id="{A5ABE051-9A38-4BFD-B1B1-0E9AFAE29D19}"/>
                </a:ext>
              </a:extLst>
            </p:cNvPr>
            <p:cNvGrpSpPr/>
            <p:nvPr/>
          </p:nvGrpSpPr>
          <p:grpSpPr>
            <a:xfrm>
              <a:off x="8610581" y="3515029"/>
              <a:ext cx="99085" cy="1014432"/>
              <a:chOff x="8617195" y="3406466"/>
              <a:chExt cx="99085" cy="1014432"/>
            </a:xfrm>
          </p:grpSpPr>
          <p:cxnSp>
            <p:nvCxnSpPr>
              <p:cNvPr id="104" name="Gerader Verbinder 103">
                <a:extLst>
                  <a:ext uri="{FF2B5EF4-FFF2-40B4-BE49-F238E27FC236}">
                    <a16:creationId xmlns:a16="http://schemas.microsoft.com/office/drawing/2014/main" id="{3C92FD60-86BB-41B4-9FC6-FA6BE7DAE21B}"/>
                  </a:ext>
                </a:extLst>
              </p:cNvPr>
              <p:cNvCxnSpPr/>
              <p:nvPr/>
            </p:nvCxnSpPr>
            <p:spPr bwMode="auto">
              <a:xfrm>
                <a:off x="8664827" y="3406466"/>
                <a:ext cx="1" cy="983632"/>
              </a:xfrm>
              <a:prstGeom prst="line">
                <a:avLst/>
              </a:prstGeom>
              <a:solidFill>
                <a:schemeClr val="accent2"/>
              </a:solidFill>
              <a:ln w="12700" cap="flat" cmpd="sng" algn="ctr">
                <a:solidFill>
                  <a:srgbClr val="00859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5" name="Ellipse 104">
                <a:extLst>
                  <a:ext uri="{FF2B5EF4-FFF2-40B4-BE49-F238E27FC236}">
                    <a16:creationId xmlns:a16="http://schemas.microsoft.com/office/drawing/2014/main" id="{7208F38B-459F-4C81-AAA1-75D3DE13BDDF}"/>
                  </a:ext>
                </a:extLst>
              </p:cNvPr>
              <p:cNvSpPr/>
              <p:nvPr/>
            </p:nvSpPr>
            <p:spPr bwMode="auto">
              <a:xfrm flipH="1">
                <a:off x="8617195" y="4321813"/>
                <a:ext cx="99085" cy="99085"/>
              </a:xfrm>
              <a:prstGeom prst="ellipse">
                <a:avLst/>
              </a:prstGeom>
              <a:solidFill>
                <a:srgbClr val="008598"/>
              </a:solidFill>
              <a:ln w="19050">
                <a:noFill/>
                <a:miter lim="800000"/>
                <a:headEnd/>
                <a:tailEnd/>
              </a:ln>
              <a:effectLst/>
            </p:spPr>
            <p:txBody>
              <a:bodyPr wrap="none" rtlCol="0" anchor="ctr"/>
              <a:lstStyle/>
              <a:p>
                <a:pPr algn="l"/>
                <a:endParaRPr lang="de-DE" dirty="0"/>
              </a:p>
            </p:txBody>
          </p:sp>
        </p:grpSp>
        <p:sp>
          <p:nvSpPr>
            <p:cNvPr id="59" name="Titel 1">
              <a:extLst>
                <a:ext uri="{FF2B5EF4-FFF2-40B4-BE49-F238E27FC236}">
                  <a16:creationId xmlns:a16="http://schemas.microsoft.com/office/drawing/2014/main" id="{45C05885-7962-48B2-B96C-3DC13BCC5BDA}"/>
                </a:ext>
              </a:extLst>
            </p:cNvPr>
            <p:cNvSpPr txBox="1">
              <a:spLocks/>
            </p:cNvSpPr>
            <p:nvPr/>
          </p:nvSpPr>
          <p:spPr bwMode="auto">
            <a:xfrm>
              <a:off x="4157949" y="5796796"/>
              <a:ext cx="1278045" cy="215444"/>
            </a:xfrm>
            <a:prstGeom prst="rect">
              <a:avLst/>
            </a:prstGeom>
            <a:noFill/>
            <a:ln>
              <a:noFill/>
            </a:ln>
            <a:effectLst/>
          </p:spPr>
          <p:txBody>
            <a:bodyPr vert="horz" wrap="square" lIns="0" tIns="0" rIns="0" bIns="0" numCol="1" anchor="t" anchorCtr="0" compatLnSpc="1">
              <a:prstTxWarp prst="textNoShape">
                <a:avLst/>
              </a:prstTxWarp>
              <a:spAutoFit/>
            </a:bodyPr>
            <a:lstStyle>
              <a:lvl1pPr marL="0" indent="0" algn="l" defTabSz="504000" rtl="0" eaLnBrk="1" fontAlgn="base" hangingPunct="1">
                <a:spcBef>
                  <a:spcPct val="0"/>
                </a:spcBef>
                <a:spcAft>
                  <a:spcPct val="0"/>
                </a:spcAft>
                <a:defRPr sz="2400" b="1">
                  <a:solidFill>
                    <a:schemeClr val="tx1"/>
                  </a:solidFill>
                  <a:latin typeface="+mj-lt"/>
                  <a:ea typeface="+mj-ea"/>
                  <a:cs typeface="+mj-cs"/>
                </a:defRPr>
              </a:lvl1pPr>
              <a:lvl2pPr algn="l" rtl="0" eaLnBrk="1" fontAlgn="base" hangingPunct="1">
                <a:spcBef>
                  <a:spcPct val="0"/>
                </a:spcBef>
                <a:spcAft>
                  <a:spcPct val="0"/>
                </a:spcAft>
                <a:defRPr sz="2400" b="1">
                  <a:solidFill>
                    <a:schemeClr val="tx1"/>
                  </a:solidFill>
                  <a:latin typeface="Frutiger LT Com 45 Light" pitchFamily="34" charset="0"/>
                </a:defRPr>
              </a:lvl2pPr>
              <a:lvl3pPr algn="l" rtl="0" eaLnBrk="1" fontAlgn="base" hangingPunct="1">
                <a:spcBef>
                  <a:spcPct val="0"/>
                </a:spcBef>
                <a:spcAft>
                  <a:spcPct val="0"/>
                </a:spcAft>
                <a:defRPr sz="2400" b="1">
                  <a:solidFill>
                    <a:schemeClr val="tx1"/>
                  </a:solidFill>
                  <a:latin typeface="Frutiger LT Com 45 Light" pitchFamily="34" charset="0"/>
                </a:defRPr>
              </a:lvl3pPr>
              <a:lvl4pPr algn="l" rtl="0" eaLnBrk="1" fontAlgn="base" hangingPunct="1">
                <a:spcBef>
                  <a:spcPct val="0"/>
                </a:spcBef>
                <a:spcAft>
                  <a:spcPct val="0"/>
                </a:spcAft>
                <a:defRPr sz="2400" b="1">
                  <a:solidFill>
                    <a:schemeClr val="tx1"/>
                  </a:solidFill>
                  <a:latin typeface="Frutiger LT Com 45 Light" pitchFamily="34" charset="0"/>
                </a:defRPr>
              </a:lvl4pPr>
              <a:lvl5pPr algn="l" rtl="0" eaLnBrk="1" fontAlgn="base" hangingPunct="1">
                <a:spcBef>
                  <a:spcPct val="0"/>
                </a:spcBef>
                <a:spcAft>
                  <a:spcPct val="0"/>
                </a:spcAft>
                <a:defRPr sz="2400" b="1">
                  <a:solidFill>
                    <a:schemeClr val="tx1"/>
                  </a:solidFill>
                  <a:latin typeface="Frutiger LT Com 45 Light" pitchFamily="34" charset="0"/>
                </a:defRPr>
              </a:lvl5pPr>
              <a:lvl6pPr marL="457200" algn="l" rtl="0" eaLnBrk="1" fontAlgn="base" hangingPunct="1">
                <a:spcBef>
                  <a:spcPct val="0"/>
                </a:spcBef>
                <a:spcAft>
                  <a:spcPct val="0"/>
                </a:spcAft>
                <a:defRPr sz="2400" b="1">
                  <a:solidFill>
                    <a:schemeClr val="tx1"/>
                  </a:solidFill>
                  <a:latin typeface="Frutiger LT Com 45 Light" pitchFamily="34" charset="0"/>
                </a:defRPr>
              </a:lvl6pPr>
              <a:lvl7pPr marL="914400" algn="l" rtl="0" eaLnBrk="1" fontAlgn="base" hangingPunct="1">
                <a:spcBef>
                  <a:spcPct val="0"/>
                </a:spcBef>
                <a:spcAft>
                  <a:spcPct val="0"/>
                </a:spcAft>
                <a:defRPr sz="2400" b="1">
                  <a:solidFill>
                    <a:schemeClr val="tx1"/>
                  </a:solidFill>
                  <a:latin typeface="Frutiger LT Com 45 Light" pitchFamily="34" charset="0"/>
                </a:defRPr>
              </a:lvl7pPr>
              <a:lvl8pPr marL="1371600" algn="l" rtl="0" eaLnBrk="1" fontAlgn="base" hangingPunct="1">
                <a:spcBef>
                  <a:spcPct val="0"/>
                </a:spcBef>
                <a:spcAft>
                  <a:spcPct val="0"/>
                </a:spcAft>
                <a:defRPr sz="2400" b="1">
                  <a:solidFill>
                    <a:schemeClr val="tx1"/>
                  </a:solidFill>
                  <a:latin typeface="Frutiger LT Com 45 Light" pitchFamily="34" charset="0"/>
                </a:defRPr>
              </a:lvl8pPr>
              <a:lvl9pPr marL="1828800" algn="l" rtl="0" eaLnBrk="1" fontAlgn="base" hangingPunct="1">
                <a:spcBef>
                  <a:spcPct val="0"/>
                </a:spcBef>
                <a:spcAft>
                  <a:spcPct val="0"/>
                </a:spcAft>
                <a:defRPr sz="2400" b="1">
                  <a:solidFill>
                    <a:schemeClr val="tx1"/>
                  </a:solidFill>
                  <a:latin typeface="Frutiger LT Com 45 Light" pitchFamily="34" charset="0"/>
                </a:defRPr>
              </a:lvl9pPr>
            </a:lstStyle>
            <a:p>
              <a:pPr>
                <a:buFontTx/>
              </a:pPr>
              <a:r>
                <a:rPr lang="en-US" sz="1400">
                  <a:solidFill>
                    <a:schemeClr val="bg1"/>
                  </a:solidFill>
                </a:rPr>
                <a:t>2010s</a:t>
              </a:r>
            </a:p>
          </p:txBody>
        </p:sp>
        <p:grpSp>
          <p:nvGrpSpPr>
            <p:cNvPr id="60" name="Gruppieren 59">
              <a:extLst>
                <a:ext uri="{FF2B5EF4-FFF2-40B4-BE49-F238E27FC236}">
                  <a16:creationId xmlns:a16="http://schemas.microsoft.com/office/drawing/2014/main" id="{F851E1DE-C92E-40C3-8E35-A80831B0220E}"/>
                </a:ext>
              </a:extLst>
            </p:cNvPr>
            <p:cNvGrpSpPr/>
            <p:nvPr/>
          </p:nvGrpSpPr>
          <p:grpSpPr>
            <a:xfrm flipH="1">
              <a:off x="11078019" y="2413725"/>
              <a:ext cx="99085" cy="1772342"/>
              <a:chOff x="823338" y="491780"/>
              <a:chExt cx="99085" cy="1772342"/>
            </a:xfrm>
            <a:solidFill>
              <a:srgbClr val="00B0F0"/>
            </a:solidFill>
          </p:grpSpPr>
          <p:cxnSp>
            <p:nvCxnSpPr>
              <p:cNvPr id="102" name="Gerader Verbinder 101">
                <a:extLst>
                  <a:ext uri="{FF2B5EF4-FFF2-40B4-BE49-F238E27FC236}">
                    <a16:creationId xmlns:a16="http://schemas.microsoft.com/office/drawing/2014/main" id="{1E2578F5-5D4C-4794-95B0-5FDFD0C080F3}"/>
                  </a:ext>
                </a:extLst>
              </p:cNvPr>
              <p:cNvCxnSpPr/>
              <p:nvPr/>
            </p:nvCxnSpPr>
            <p:spPr bwMode="auto">
              <a:xfrm flipH="1">
                <a:off x="877631" y="491780"/>
                <a:ext cx="0" cy="1726580"/>
              </a:xfrm>
              <a:prstGeom prst="line">
                <a:avLst/>
              </a:prstGeom>
              <a:grpFill/>
              <a:ln w="12700" cap="flat" cmpd="sng" algn="ctr">
                <a:solidFill>
                  <a:srgbClr val="005B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3" name="Ellipse 102">
                <a:extLst>
                  <a:ext uri="{FF2B5EF4-FFF2-40B4-BE49-F238E27FC236}">
                    <a16:creationId xmlns:a16="http://schemas.microsoft.com/office/drawing/2014/main" id="{3A9BF700-268C-415B-AE1A-6C9AAAF2FDD8}"/>
                  </a:ext>
                </a:extLst>
              </p:cNvPr>
              <p:cNvSpPr/>
              <p:nvPr/>
            </p:nvSpPr>
            <p:spPr bwMode="auto">
              <a:xfrm>
                <a:off x="823338" y="2165037"/>
                <a:ext cx="99085" cy="99085"/>
              </a:xfrm>
              <a:prstGeom prst="ellipse">
                <a:avLst/>
              </a:prstGeom>
              <a:solidFill>
                <a:srgbClr val="005B7F"/>
              </a:solidFill>
              <a:ln w="19050">
                <a:noFill/>
                <a:miter lim="800000"/>
                <a:headEnd/>
                <a:tailEnd/>
              </a:ln>
              <a:effectLst/>
            </p:spPr>
            <p:txBody>
              <a:bodyPr wrap="none" rtlCol="0" anchor="ctr"/>
              <a:lstStyle/>
              <a:p>
                <a:pPr algn="l"/>
                <a:endParaRPr lang="de-DE" dirty="0"/>
              </a:p>
            </p:txBody>
          </p:sp>
        </p:grpSp>
        <p:pic>
          <p:nvPicPr>
            <p:cNvPr id="61" name="Grafik 60">
              <a:extLst>
                <a:ext uri="{FF2B5EF4-FFF2-40B4-BE49-F238E27FC236}">
                  <a16:creationId xmlns:a16="http://schemas.microsoft.com/office/drawing/2014/main" id="{69D15DC9-F4DB-4B30-8EDD-AC4B4D6F2FF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87275" y="1425515"/>
              <a:ext cx="425806" cy="425806"/>
            </a:xfrm>
            <a:prstGeom prst="ellipse">
              <a:avLst/>
            </a:prstGeom>
            <a:ln w="19050">
              <a:solidFill>
                <a:schemeClr val="tx2"/>
              </a:solidFill>
            </a:ln>
          </p:spPr>
        </p:pic>
        <p:grpSp>
          <p:nvGrpSpPr>
            <p:cNvPr id="62" name="Gruppieren 61">
              <a:extLst>
                <a:ext uri="{FF2B5EF4-FFF2-40B4-BE49-F238E27FC236}">
                  <a16:creationId xmlns:a16="http://schemas.microsoft.com/office/drawing/2014/main" id="{10DF4839-71D8-40B6-8E10-02FDDC22E271}"/>
                </a:ext>
              </a:extLst>
            </p:cNvPr>
            <p:cNvGrpSpPr/>
            <p:nvPr/>
          </p:nvGrpSpPr>
          <p:grpSpPr>
            <a:xfrm flipH="1" flipV="1">
              <a:off x="10568687" y="4280055"/>
              <a:ext cx="99085" cy="1167466"/>
              <a:chOff x="828101" y="1096656"/>
              <a:chExt cx="99085" cy="1167466"/>
            </a:xfrm>
            <a:solidFill>
              <a:schemeClr val="accent4">
                <a:lumMod val="75000"/>
              </a:schemeClr>
            </a:solidFill>
          </p:grpSpPr>
          <p:cxnSp>
            <p:nvCxnSpPr>
              <p:cNvPr id="100" name="Gerader Verbinder 99">
                <a:extLst>
                  <a:ext uri="{FF2B5EF4-FFF2-40B4-BE49-F238E27FC236}">
                    <a16:creationId xmlns:a16="http://schemas.microsoft.com/office/drawing/2014/main" id="{07801160-E854-48B2-92CF-4730137D19CB}"/>
                  </a:ext>
                </a:extLst>
              </p:cNvPr>
              <p:cNvCxnSpPr/>
              <p:nvPr/>
            </p:nvCxnSpPr>
            <p:spPr bwMode="auto">
              <a:xfrm>
                <a:off x="877187" y="1096656"/>
                <a:ext cx="444" cy="1121704"/>
              </a:xfrm>
              <a:prstGeom prst="line">
                <a:avLst/>
              </a:prstGeom>
              <a:grpFill/>
              <a:ln w="12700" cap="flat" cmpd="sng" algn="ctr">
                <a:solidFill>
                  <a:srgbClr val="00859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 name="Ellipse 100">
                <a:extLst>
                  <a:ext uri="{FF2B5EF4-FFF2-40B4-BE49-F238E27FC236}">
                    <a16:creationId xmlns:a16="http://schemas.microsoft.com/office/drawing/2014/main" id="{87B0E1F2-41A5-4671-AD8E-0BA16387B8CF}"/>
                  </a:ext>
                </a:extLst>
              </p:cNvPr>
              <p:cNvSpPr/>
              <p:nvPr/>
            </p:nvSpPr>
            <p:spPr bwMode="auto">
              <a:xfrm>
                <a:off x="828101" y="2165037"/>
                <a:ext cx="99085" cy="99085"/>
              </a:xfrm>
              <a:prstGeom prst="ellipse">
                <a:avLst/>
              </a:prstGeom>
              <a:solidFill>
                <a:srgbClr val="008598"/>
              </a:solidFill>
              <a:ln w="19050">
                <a:noFill/>
                <a:miter lim="800000"/>
                <a:headEnd/>
                <a:tailEnd/>
              </a:ln>
              <a:effectLst/>
            </p:spPr>
            <p:txBody>
              <a:bodyPr wrap="none" rtlCol="0" anchor="ctr"/>
              <a:lstStyle/>
              <a:p>
                <a:pPr algn="l"/>
                <a:endParaRPr lang="de-DE" dirty="0"/>
              </a:p>
            </p:txBody>
          </p:sp>
        </p:grpSp>
        <p:sp>
          <p:nvSpPr>
            <p:cNvPr id="63" name="Rechteck 62">
              <a:extLst>
                <a:ext uri="{FF2B5EF4-FFF2-40B4-BE49-F238E27FC236}">
                  <a16:creationId xmlns:a16="http://schemas.microsoft.com/office/drawing/2014/main" id="{91C4ECD4-0155-4F07-BAD2-5DF2ED6A8E1F}"/>
                </a:ext>
              </a:extLst>
            </p:cNvPr>
            <p:cNvSpPr/>
            <p:nvPr/>
          </p:nvSpPr>
          <p:spPr bwMode="auto">
            <a:xfrm>
              <a:off x="484959" y="5796796"/>
              <a:ext cx="1454002" cy="252000"/>
            </a:xfrm>
            <a:prstGeom prst="rect">
              <a:avLst/>
            </a:prstGeom>
            <a:solidFill>
              <a:srgbClr val="179C7D"/>
            </a:solidFill>
            <a:ln w="19050">
              <a:solidFill>
                <a:schemeClr val="bg1"/>
              </a:solidFill>
              <a:miter lim="800000"/>
              <a:headEnd/>
              <a:tailEnd/>
            </a:ln>
            <a:effectLst/>
          </p:spPr>
          <p:txBody>
            <a:bodyPr wrap="none" rtlCol="0" anchor="ctr"/>
            <a:lstStyle/>
            <a:p>
              <a:pPr algn="l"/>
              <a:r>
                <a:rPr lang="en-US" sz="1400" b="1">
                  <a:solidFill>
                    <a:schemeClr val="bg1"/>
                  </a:solidFill>
                  <a:latin typeface="+mj-lt"/>
                  <a:ea typeface="+mj-ea"/>
                  <a:cs typeface="+mj-cs"/>
                </a:rPr>
                <a:t>1990s</a:t>
              </a:r>
            </a:p>
          </p:txBody>
        </p:sp>
        <p:sp>
          <p:nvSpPr>
            <p:cNvPr id="64" name="Rechteck 63">
              <a:extLst>
                <a:ext uri="{FF2B5EF4-FFF2-40B4-BE49-F238E27FC236}">
                  <a16:creationId xmlns:a16="http://schemas.microsoft.com/office/drawing/2014/main" id="{89DD94E7-9E92-4A39-BE83-E6968FC814BC}"/>
                </a:ext>
              </a:extLst>
            </p:cNvPr>
            <p:cNvSpPr/>
            <p:nvPr/>
          </p:nvSpPr>
          <p:spPr bwMode="auto">
            <a:xfrm>
              <a:off x="1927230" y="5796796"/>
              <a:ext cx="2141357" cy="252000"/>
            </a:xfrm>
            <a:prstGeom prst="rect">
              <a:avLst/>
            </a:prstGeom>
            <a:solidFill>
              <a:srgbClr val="85A2B5"/>
            </a:solidFill>
            <a:ln w="19050">
              <a:solidFill>
                <a:schemeClr val="bg1"/>
              </a:solidFill>
              <a:miter lim="800000"/>
              <a:headEnd/>
              <a:tailEnd/>
            </a:ln>
            <a:effectLst/>
          </p:spPr>
          <p:txBody>
            <a:bodyPr wrap="none" rtlCol="0" anchor="ctr"/>
            <a:lstStyle/>
            <a:p>
              <a:pPr algn="l"/>
              <a:r>
                <a:rPr lang="en-US" sz="1400" b="1">
                  <a:solidFill>
                    <a:schemeClr val="bg1"/>
                  </a:solidFill>
                  <a:latin typeface="+mj-lt"/>
                  <a:ea typeface="+mj-ea"/>
                  <a:cs typeface="+mj-cs"/>
                </a:rPr>
                <a:t>2000s</a:t>
              </a:r>
            </a:p>
          </p:txBody>
        </p:sp>
        <p:sp>
          <p:nvSpPr>
            <p:cNvPr id="65" name="Rechteck 64">
              <a:extLst>
                <a:ext uri="{FF2B5EF4-FFF2-40B4-BE49-F238E27FC236}">
                  <a16:creationId xmlns:a16="http://schemas.microsoft.com/office/drawing/2014/main" id="{D9EC781D-8508-40BF-8D51-32682AAAFDCA}"/>
                </a:ext>
              </a:extLst>
            </p:cNvPr>
            <p:cNvSpPr/>
            <p:nvPr/>
          </p:nvSpPr>
          <p:spPr bwMode="auto">
            <a:xfrm>
              <a:off x="4068492" y="5796796"/>
              <a:ext cx="6585696" cy="252000"/>
            </a:xfrm>
            <a:prstGeom prst="rect">
              <a:avLst/>
            </a:prstGeom>
            <a:solidFill>
              <a:srgbClr val="008598"/>
            </a:solidFill>
            <a:ln w="19050">
              <a:solidFill>
                <a:schemeClr val="bg1"/>
              </a:solidFill>
              <a:miter lim="800000"/>
              <a:headEnd/>
              <a:tailEnd/>
            </a:ln>
            <a:effectLst/>
          </p:spPr>
          <p:txBody>
            <a:bodyPr wrap="none" rtlCol="0" anchor="ctr"/>
            <a:lstStyle/>
            <a:p>
              <a:pPr algn="l"/>
              <a:r>
                <a:rPr lang="en-US" sz="1400" b="1">
                  <a:solidFill>
                    <a:schemeClr val="bg1"/>
                  </a:solidFill>
                  <a:latin typeface="+mj-lt"/>
                  <a:ea typeface="+mj-ea"/>
                  <a:cs typeface="+mj-cs"/>
                </a:rPr>
                <a:t>2010s</a:t>
              </a:r>
            </a:p>
          </p:txBody>
        </p:sp>
        <p:sp>
          <p:nvSpPr>
            <p:cNvPr id="66" name="Rechteck 65">
              <a:extLst>
                <a:ext uri="{FF2B5EF4-FFF2-40B4-BE49-F238E27FC236}">
                  <a16:creationId xmlns:a16="http://schemas.microsoft.com/office/drawing/2014/main" id="{DCD6AFEB-B178-4432-AEFD-746BE2EF54B4}"/>
                </a:ext>
              </a:extLst>
            </p:cNvPr>
            <p:cNvSpPr/>
            <p:nvPr/>
          </p:nvSpPr>
          <p:spPr bwMode="auto">
            <a:xfrm>
              <a:off x="10641502" y="5796796"/>
              <a:ext cx="1088981" cy="252000"/>
            </a:xfrm>
            <a:prstGeom prst="rect">
              <a:avLst/>
            </a:prstGeom>
            <a:solidFill>
              <a:srgbClr val="005B7F"/>
            </a:solidFill>
            <a:ln w="19050">
              <a:solidFill>
                <a:schemeClr val="bg1"/>
              </a:solidFill>
              <a:miter lim="800000"/>
              <a:headEnd/>
              <a:tailEnd/>
            </a:ln>
            <a:effectLst/>
          </p:spPr>
          <p:txBody>
            <a:bodyPr wrap="none" rtlCol="0" anchor="ctr"/>
            <a:lstStyle/>
            <a:p>
              <a:pPr algn="l"/>
              <a:r>
                <a:rPr lang="en-US" sz="1400" b="1">
                  <a:solidFill>
                    <a:schemeClr val="bg1"/>
                  </a:solidFill>
                  <a:latin typeface="+mj-lt"/>
                  <a:ea typeface="+mj-ea"/>
                  <a:cs typeface="+mj-cs"/>
                </a:rPr>
                <a:t>2020s</a:t>
              </a:r>
            </a:p>
          </p:txBody>
        </p:sp>
        <p:sp>
          <p:nvSpPr>
            <p:cNvPr id="67" name="Rechteck 66">
              <a:extLst>
                <a:ext uri="{FF2B5EF4-FFF2-40B4-BE49-F238E27FC236}">
                  <a16:creationId xmlns:a16="http://schemas.microsoft.com/office/drawing/2014/main" id="{008111FA-B1FE-4E29-85B2-3FF018C1E26D}"/>
                </a:ext>
              </a:extLst>
            </p:cNvPr>
            <p:cNvSpPr/>
            <p:nvPr/>
          </p:nvSpPr>
          <p:spPr bwMode="auto">
            <a:xfrm>
              <a:off x="1444248" y="2088693"/>
              <a:ext cx="1187699" cy="611312"/>
            </a:xfrm>
            <a:prstGeom prst="rect">
              <a:avLst/>
            </a:prstGeom>
            <a:solidFill>
              <a:schemeClr val="bg1"/>
            </a:solidFill>
            <a:ln w="9525">
              <a:solidFill>
                <a:schemeClr val="tx2"/>
              </a:solidFill>
              <a:prstDash val="sysDash"/>
              <a:miter lim="800000"/>
              <a:headEnd/>
              <a:tailEnd/>
            </a:ln>
            <a:effectLst/>
          </p:spPr>
          <p:txBody>
            <a:bodyPr wrap="square" lIns="71991" tIns="35995" rIns="71991" bIns="35995" rtlCol="0" anchor="ctr">
              <a:spAutoFit/>
            </a:bodyPr>
            <a:lstStyle/>
            <a:p>
              <a:pPr>
                <a:spcAft>
                  <a:spcPts val="1200"/>
                </a:spcAft>
              </a:pPr>
              <a: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  Care-O-Bot </a:t>
              </a:r>
              <a:r>
                <a:rPr lang="en-US" sz="11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 </a:t>
              </a:r>
              <a:b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Service robot with reliable human-machine interaction</a:t>
              </a:r>
            </a:p>
          </p:txBody>
        </p:sp>
        <p:pic>
          <p:nvPicPr>
            <p:cNvPr id="68" name="Grafik 67">
              <a:extLst>
                <a:ext uri="{FF2B5EF4-FFF2-40B4-BE49-F238E27FC236}">
                  <a16:creationId xmlns:a16="http://schemas.microsoft.com/office/drawing/2014/main" id="{9E52B277-F6CF-4066-A85C-7A5B4EF64BE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105892" y="1923163"/>
              <a:ext cx="417572" cy="425806"/>
            </a:xfrm>
            <a:prstGeom prst="ellipse">
              <a:avLst/>
            </a:prstGeom>
            <a:ln w="19050">
              <a:solidFill>
                <a:schemeClr val="tx2"/>
              </a:solidFill>
            </a:ln>
          </p:spPr>
        </p:pic>
        <p:sp>
          <p:nvSpPr>
            <p:cNvPr id="69" name="Rechteck 68">
              <a:extLst>
                <a:ext uri="{FF2B5EF4-FFF2-40B4-BE49-F238E27FC236}">
                  <a16:creationId xmlns:a16="http://schemas.microsoft.com/office/drawing/2014/main" id="{A8EAFDC1-EF33-4CAF-A428-A6993BB884D5}"/>
                </a:ext>
              </a:extLst>
            </p:cNvPr>
            <p:cNvSpPr/>
            <p:nvPr/>
          </p:nvSpPr>
          <p:spPr bwMode="auto">
            <a:xfrm>
              <a:off x="3090645" y="2088693"/>
              <a:ext cx="1686257" cy="611312"/>
            </a:xfrm>
            <a:prstGeom prst="rect">
              <a:avLst/>
            </a:prstGeom>
            <a:solidFill>
              <a:schemeClr val="bg1"/>
            </a:solidFill>
            <a:ln w="9525">
              <a:solidFill>
                <a:srgbClr val="85A2B5"/>
              </a:solidFill>
              <a:prstDash val="sysDash"/>
              <a:miter lim="800000"/>
              <a:headEnd/>
              <a:tailEnd/>
            </a:ln>
            <a:effectLst/>
          </p:spPr>
          <p:txBody>
            <a:bodyPr wrap="square" lIns="107986" tIns="35995" rIns="35995" bIns="35995" rtlCol="0" anchor="ctr">
              <a:spAutoFit/>
            </a:bodyPr>
            <a:lstStyle/>
            <a:p>
              <a:pPr>
                <a:spcAft>
                  <a:spcPts val="1200"/>
                </a:spcAft>
              </a:pPr>
              <a: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Lab-on-a-chip system </a:t>
              </a:r>
              <a:r>
                <a:rPr lang="en-US" sz="11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 </a:t>
              </a:r>
              <a:b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Biological and microelectronic components on one chip</a:t>
              </a:r>
            </a:p>
          </p:txBody>
        </p:sp>
        <p:sp>
          <p:nvSpPr>
            <p:cNvPr id="70" name="Rechteck 69">
              <a:extLst>
                <a:ext uri="{FF2B5EF4-FFF2-40B4-BE49-F238E27FC236}">
                  <a16:creationId xmlns:a16="http://schemas.microsoft.com/office/drawing/2014/main" id="{94735E22-6727-4164-B22B-D57CE3DC84FB}"/>
                </a:ext>
              </a:extLst>
            </p:cNvPr>
            <p:cNvSpPr/>
            <p:nvPr/>
          </p:nvSpPr>
          <p:spPr bwMode="auto">
            <a:xfrm>
              <a:off x="562921" y="3949812"/>
              <a:ext cx="1379411" cy="488201"/>
            </a:xfrm>
            <a:prstGeom prst="rect">
              <a:avLst/>
            </a:prstGeom>
            <a:solidFill>
              <a:schemeClr val="bg1"/>
            </a:solidFill>
            <a:ln w="9525">
              <a:solidFill>
                <a:schemeClr val="tx2"/>
              </a:solidFill>
              <a:prstDash val="sysDash"/>
              <a:miter lim="800000"/>
              <a:headEnd/>
              <a:tailEnd/>
            </a:ln>
            <a:effectLst/>
          </p:spPr>
          <p:txBody>
            <a:bodyPr wrap="square" lIns="71991" tIns="35995" rIns="71991" bIns="35995" rtlCol="0" anchor="ctr">
              <a:spAutoFit/>
            </a:bodyPr>
            <a:lstStyle/>
            <a:p>
              <a:pPr>
                <a:spcAft>
                  <a:spcPts val="1200"/>
                </a:spcAft>
              </a:pPr>
              <a: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White-light LED </a:t>
              </a:r>
              <a:r>
                <a:rPr lang="en-US" sz="11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 </a:t>
              </a:r>
              <a:b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For energy-efficient and long-lasting lighting</a:t>
              </a:r>
            </a:p>
          </p:txBody>
        </p:sp>
        <p:sp>
          <p:nvSpPr>
            <p:cNvPr id="71" name="Rechteck 70">
              <a:extLst>
                <a:ext uri="{FF2B5EF4-FFF2-40B4-BE49-F238E27FC236}">
                  <a16:creationId xmlns:a16="http://schemas.microsoft.com/office/drawing/2014/main" id="{56B20256-AD20-462F-9A50-CEBF505B7698}"/>
                </a:ext>
              </a:extLst>
            </p:cNvPr>
            <p:cNvSpPr/>
            <p:nvPr/>
          </p:nvSpPr>
          <p:spPr bwMode="auto">
            <a:xfrm>
              <a:off x="958129" y="4681543"/>
              <a:ext cx="1487628" cy="488201"/>
            </a:xfrm>
            <a:prstGeom prst="rect">
              <a:avLst/>
            </a:prstGeom>
            <a:solidFill>
              <a:schemeClr val="bg1"/>
            </a:solidFill>
            <a:ln w="9525">
              <a:solidFill>
                <a:srgbClr val="85A2B5"/>
              </a:solidFill>
              <a:prstDash val="sysDash"/>
              <a:miter lim="800000"/>
              <a:headEnd/>
              <a:tailEnd/>
            </a:ln>
            <a:effectLst/>
          </p:spPr>
          <p:txBody>
            <a:bodyPr wrap="square" lIns="71991" tIns="35995" rIns="71991" bIns="35995" rtlCol="0" anchor="ctr">
              <a:spAutoFit/>
            </a:bodyPr>
            <a:lstStyle/>
            <a:p>
              <a:pPr>
                <a:spcAft>
                  <a:spcPts val="1200"/>
                </a:spcAft>
              </a:pPr>
              <a: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Video compression</a:t>
              </a:r>
              <a:b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H.264/MPEG-4 AVC standards for multimedia</a:t>
              </a:r>
            </a:p>
          </p:txBody>
        </p:sp>
        <p:sp>
          <p:nvSpPr>
            <p:cNvPr id="72" name="Rechteck 71">
              <a:extLst>
                <a:ext uri="{FF2B5EF4-FFF2-40B4-BE49-F238E27FC236}">
                  <a16:creationId xmlns:a16="http://schemas.microsoft.com/office/drawing/2014/main" id="{E40B474E-763E-4BA7-B0B1-0C5E05D09FAA}"/>
                </a:ext>
              </a:extLst>
            </p:cNvPr>
            <p:cNvSpPr/>
            <p:nvPr/>
          </p:nvSpPr>
          <p:spPr bwMode="auto">
            <a:xfrm>
              <a:off x="2645257" y="5094546"/>
              <a:ext cx="1623482" cy="488255"/>
            </a:xfrm>
            <a:prstGeom prst="rect">
              <a:avLst/>
            </a:prstGeom>
            <a:solidFill>
              <a:schemeClr val="bg1"/>
            </a:solidFill>
            <a:ln w="9525">
              <a:solidFill>
                <a:srgbClr val="85A2B5"/>
              </a:solidFill>
              <a:prstDash val="sysDash"/>
              <a:miter lim="800000"/>
              <a:headEnd/>
              <a:tailEnd/>
            </a:ln>
            <a:effectLst/>
          </p:spPr>
          <p:txBody>
            <a:bodyPr wrap="square" lIns="71991" tIns="35995" rIns="71991" bIns="35995" rtlCol="0" anchor="ctr">
              <a:spAutoFit/>
            </a:bodyPr>
            <a:lstStyle/>
            <a:p>
              <a:pPr>
                <a:spcAft>
                  <a:spcPts val="1200"/>
                </a:spcAft>
              </a:pPr>
              <a: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Femtosecond laser</a:t>
              </a:r>
              <a:b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World record for the most powerful ultrashort pulse laser</a:t>
              </a:r>
            </a:p>
          </p:txBody>
        </p:sp>
        <p:pic>
          <p:nvPicPr>
            <p:cNvPr id="73" name="Grafik 72">
              <a:extLst>
                <a:ext uri="{FF2B5EF4-FFF2-40B4-BE49-F238E27FC236}">
                  <a16:creationId xmlns:a16="http://schemas.microsoft.com/office/drawing/2014/main" id="{6B25EDEA-CA32-4CE0-B964-955687546107}"/>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274919" y="4213194"/>
              <a:ext cx="589586" cy="590590"/>
            </a:xfrm>
            <a:prstGeom prst="ellipse">
              <a:avLst/>
            </a:prstGeom>
            <a:ln w="19050">
              <a:solidFill>
                <a:srgbClr val="85A2B5"/>
              </a:solidFill>
            </a:ln>
          </p:spPr>
        </p:pic>
        <p:pic>
          <p:nvPicPr>
            <p:cNvPr id="74" name="Grafik 73">
              <a:extLst>
                <a:ext uri="{FF2B5EF4-FFF2-40B4-BE49-F238E27FC236}">
                  <a16:creationId xmlns:a16="http://schemas.microsoft.com/office/drawing/2014/main" id="{F0FAD21B-6564-4F70-A2EF-A80811503D95}"/>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802992" y="3532170"/>
              <a:ext cx="432642" cy="432000"/>
            </a:xfrm>
            <a:prstGeom prst="ellipse">
              <a:avLst/>
            </a:prstGeom>
            <a:ln w="19050">
              <a:solidFill>
                <a:schemeClr val="tx2"/>
              </a:solidFill>
            </a:ln>
          </p:spPr>
        </p:pic>
        <p:pic>
          <p:nvPicPr>
            <p:cNvPr id="75" name="Grafik 74">
              <a:extLst>
                <a:ext uri="{FF2B5EF4-FFF2-40B4-BE49-F238E27FC236}">
                  <a16:creationId xmlns:a16="http://schemas.microsoft.com/office/drawing/2014/main" id="{B9110259-68DB-48F2-A154-BD48862254B7}"/>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2703115" y="1594780"/>
              <a:ext cx="589586" cy="579015"/>
            </a:xfrm>
            <a:prstGeom prst="ellipse">
              <a:avLst/>
            </a:prstGeom>
            <a:ln w="19050">
              <a:solidFill>
                <a:srgbClr val="85A2B5"/>
              </a:solidFill>
            </a:ln>
          </p:spPr>
        </p:pic>
        <p:sp>
          <p:nvSpPr>
            <p:cNvPr id="76" name="Rechteck 75">
              <a:extLst>
                <a:ext uri="{FF2B5EF4-FFF2-40B4-BE49-F238E27FC236}">
                  <a16:creationId xmlns:a16="http://schemas.microsoft.com/office/drawing/2014/main" id="{17EC5467-0433-4BED-8716-51FD828481CC}"/>
                </a:ext>
              </a:extLst>
            </p:cNvPr>
            <p:cNvSpPr/>
            <p:nvPr/>
          </p:nvSpPr>
          <p:spPr bwMode="auto">
            <a:xfrm>
              <a:off x="3995609" y="4035484"/>
              <a:ext cx="1386828" cy="949866"/>
            </a:xfrm>
            <a:prstGeom prst="rect">
              <a:avLst/>
            </a:prstGeom>
            <a:solidFill>
              <a:schemeClr val="bg1"/>
            </a:solidFill>
            <a:ln w="9525">
              <a:solidFill>
                <a:schemeClr val="accent2"/>
              </a:solidFill>
              <a:prstDash val="sysDash"/>
              <a:miter lim="800000"/>
              <a:headEnd/>
              <a:tailEnd/>
            </a:ln>
            <a:effectLst/>
          </p:spPr>
          <p:txBody>
            <a:bodyPr wrap="square" lIns="71991" tIns="35995" rIns="71991" bIns="35995" rtlCol="0" anchor="ctr">
              <a:spAutoFit/>
            </a:bodyPr>
            <a:lstStyle/>
            <a:p>
              <a:pPr>
                <a:spcAft>
                  <a:spcPts val="1200"/>
                </a:spcAft>
              </a:pPr>
              <a: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Bionic </a:t>
              </a:r>
              <a:b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handling </a:t>
              </a:r>
              <a:b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assistant </a:t>
              </a:r>
              <a:b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Robotic gripper </a:t>
              </a:r>
              <a:b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modeled after an elephant’s trunk</a:t>
              </a:r>
            </a:p>
          </p:txBody>
        </p:sp>
        <p:pic>
          <p:nvPicPr>
            <p:cNvPr id="77" name="Grafik 76">
              <a:extLst>
                <a:ext uri="{FF2B5EF4-FFF2-40B4-BE49-F238E27FC236}">
                  <a16:creationId xmlns:a16="http://schemas.microsoft.com/office/drawing/2014/main" id="{94E791C4-F421-4376-BA4B-E1EAB613F1AD}"/>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4751913" y="3902786"/>
              <a:ext cx="766763" cy="773103"/>
            </a:xfrm>
            <a:prstGeom prst="ellipse">
              <a:avLst/>
            </a:prstGeom>
            <a:ln w="19050">
              <a:solidFill>
                <a:srgbClr val="008598"/>
              </a:solidFill>
            </a:ln>
          </p:spPr>
        </p:pic>
        <p:sp>
          <p:nvSpPr>
            <p:cNvPr id="78" name="Rechteck 77">
              <a:extLst>
                <a:ext uri="{FF2B5EF4-FFF2-40B4-BE49-F238E27FC236}">
                  <a16:creationId xmlns:a16="http://schemas.microsoft.com/office/drawing/2014/main" id="{79E1A22A-2D66-48C8-9B4D-4AFAC6692E55}"/>
                </a:ext>
              </a:extLst>
            </p:cNvPr>
            <p:cNvSpPr/>
            <p:nvPr/>
          </p:nvSpPr>
          <p:spPr bwMode="auto">
            <a:xfrm>
              <a:off x="4981377" y="1413026"/>
              <a:ext cx="1634819" cy="657479"/>
            </a:xfrm>
            <a:prstGeom prst="rect">
              <a:avLst/>
            </a:prstGeom>
            <a:solidFill>
              <a:schemeClr val="bg1"/>
            </a:solidFill>
            <a:ln w="9525">
              <a:solidFill>
                <a:schemeClr val="accent2"/>
              </a:solidFill>
              <a:prstDash val="sysDash"/>
              <a:miter lim="800000"/>
              <a:headEnd/>
              <a:tailEnd/>
            </a:ln>
            <a:effectLst/>
          </p:spPr>
          <p:txBody>
            <a:bodyPr wrap="square" lIns="71991" tIns="35995" rIns="71991" bIns="35995" rtlCol="0" anchor="ctr">
              <a:spAutoFit/>
            </a:bodyPr>
            <a:lstStyle/>
            <a:p>
              <a:pPr>
                <a:spcAft>
                  <a:spcPts val="1200"/>
                </a:spcAft>
              </a:pPr>
              <a: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Surgery with augmented reality </a:t>
              </a:r>
              <a:b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Mobile image guidance for highly complex surgeries</a:t>
              </a:r>
            </a:p>
          </p:txBody>
        </p:sp>
        <p:pic>
          <p:nvPicPr>
            <p:cNvPr id="79" name="Grafik 78">
              <a:extLst>
                <a:ext uri="{FF2B5EF4-FFF2-40B4-BE49-F238E27FC236}">
                  <a16:creationId xmlns:a16="http://schemas.microsoft.com/office/drawing/2014/main" id="{0EB2540C-1BFC-4A85-8E5B-C6E0821C93C4}"/>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5291824" y="2071564"/>
              <a:ext cx="782154" cy="784284"/>
            </a:xfrm>
            <a:prstGeom prst="ellipse">
              <a:avLst/>
            </a:prstGeom>
            <a:ln w="19050">
              <a:solidFill>
                <a:srgbClr val="008598"/>
              </a:solidFill>
            </a:ln>
          </p:spPr>
        </p:pic>
        <p:sp>
          <p:nvSpPr>
            <p:cNvPr id="80" name="Rechteck 79">
              <a:extLst>
                <a:ext uri="{FF2B5EF4-FFF2-40B4-BE49-F238E27FC236}">
                  <a16:creationId xmlns:a16="http://schemas.microsoft.com/office/drawing/2014/main" id="{8EBCE444-2938-4D89-9A6B-19A7EA61A707}"/>
                </a:ext>
              </a:extLst>
            </p:cNvPr>
            <p:cNvSpPr/>
            <p:nvPr/>
          </p:nvSpPr>
          <p:spPr bwMode="auto">
            <a:xfrm>
              <a:off x="4427997" y="5056823"/>
              <a:ext cx="2053007" cy="657479"/>
            </a:xfrm>
            <a:prstGeom prst="rect">
              <a:avLst/>
            </a:prstGeom>
            <a:solidFill>
              <a:schemeClr val="bg1"/>
            </a:solidFill>
            <a:ln w="9525">
              <a:solidFill>
                <a:schemeClr val="accent2"/>
              </a:solidFill>
              <a:prstDash val="sysDash"/>
              <a:miter lim="800000"/>
              <a:headEnd/>
              <a:tailEnd/>
            </a:ln>
            <a:effectLst/>
          </p:spPr>
          <p:txBody>
            <a:bodyPr wrap="square" lIns="71991" tIns="35995" rIns="71991" bIns="35995" rtlCol="0" anchor="ctr">
              <a:spAutoFit/>
            </a:bodyPr>
            <a:lstStyle/>
            <a:p>
              <a:pPr>
                <a:spcAft>
                  <a:spcPts val="1200"/>
                </a:spcAft>
              </a:pPr>
              <a: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Dandelion rubber </a:t>
              </a:r>
              <a:b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Doubling the raw rubber in dandelions for industrial applications</a:t>
              </a:r>
            </a:p>
          </p:txBody>
        </p:sp>
        <p:pic>
          <p:nvPicPr>
            <p:cNvPr id="81" name="Grafik 80">
              <a:extLst>
                <a:ext uri="{FF2B5EF4-FFF2-40B4-BE49-F238E27FC236}">
                  <a16:creationId xmlns:a16="http://schemas.microsoft.com/office/drawing/2014/main" id="{29201D63-2665-4680-9947-1A9B205B5383}"/>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626912" y="4492421"/>
              <a:ext cx="771247" cy="767055"/>
            </a:xfrm>
            <a:prstGeom prst="ellipse">
              <a:avLst/>
            </a:prstGeom>
            <a:ln w="19050">
              <a:solidFill>
                <a:srgbClr val="008598"/>
              </a:solidFill>
            </a:ln>
          </p:spPr>
        </p:pic>
        <p:sp>
          <p:nvSpPr>
            <p:cNvPr id="82" name="Rechteck 81">
              <a:extLst>
                <a:ext uri="{FF2B5EF4-FFF2-40B4-BE49-F238E27FC236}">
                  <a16:creationId xmlns:a16="http://schemas.microsoft.com/office/drawing/2014/main" id="{076C455D-A860-491C-8106-D0B376A16B9E}"/>
                </a:ext>
              </a:extLst>
            </p:cNvPr>
            <p:cNvSpPr/>
            <p:nvPr/>
          </p:nvSpPr>
          <p:spPr bwMode="auto">
            <a:xfrm>
              <a:off x="6606369" y="5111321"/>
              <a:ext cx="1255321" cy="657479"/>
            </a:xfrm>
            <a:prstGeom prst="rect">
              <a:avLst/>
            </a:prstGeom>
            <a:solidFill>
              <a:schemeClr val="bg1"/>
            </a:solidFill>
            <a:ln w="9525">
              <a:solidFill>
                <a:schemeClr val="accent2"/>
              </a:solidFill>
              <a:prstDash val="sysDash"/>
              <a:miter lim="800000"/>
              <a:headEnd/>
              <a:tailEnd/>
            </a:ln>
            <a:effectLst/>
          </p:spPr>
          <p:txBody>
            <a:bodyPr wrap="square" lIns="71991" tIns="35995" rIns="71991" bIns="35995" rtlCol="0" anchor="ctr">
              <a:spAutoFit/>
            </a:bodyPr>
            <a:lstStyle/>
            <a:p>
              <a:pPr>
                <a:spcAft>
                  <a:spcPts val="1200"/>
                </a:spcAft>
              </a:pPr>
              <a: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Smallest pump </a:t>
              </a:r>
              <a:b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in the world</a:t>
              </a:r>
              <a:b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25 mm</a:t>
              </a:r>
              <a:r>
                <a:rPr lang="en-US" sz="800" baseline="300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2 </a:t>
              </a: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micromembrane </a:t>
              </a:r>
              <a:b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pump</a:t>
              </a:r>
            </a:p>
          </p:txBody>
        </p:sp>
        <p:pic>
          <p:nvPicPr>
            <p:cNvPr id="83" name="Grafik 82">
              <a:extLst>
                <a:ext uri="{FF2B5EF4-FFF2-40B4-BE49-F238E27FC236}">
                  <a16:creationId xmlns:a16="http://schemas.microsoft.com/office/drawing/2014/main" id="{E0FCBDB1-042A-4164-AFFF-29068784A7F2}"/>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7717982" y="4894565"/>
              <a:ext cx="766336" cy="761460"/>
            </a:xfrm>
            <a:prstGeom prst="ellipse">
              <a:avLst/>
            </a:prstGeom>
            <a:ln w="19050">
              <a:solidFill>
                <a:srgbClr val="008598"/>
              </a:solidFill>
            </a:ln>
          </p:spPr>
        </p:pic>
        <p:sp>
          <p:nvSpPr>
            <p:cNvPr id="84" name="Rechteck 83">
              <a:extLst>
                <a:ext uri="{FF2B5EF4-FFF2-40B4-BE49-F238E27FC236}">
                  <a16:creationId xmlns:a16="http://schemas.microsoft.com/office/drawing/2014/main" id="{357D913E-85B7-4020-843A-070725ECC9B0}"/>
                </a:ext>
              </a:extLst>
            </p:cNvPr>
            <p:cNvSpPr/>
            <p:nvPr/>
          </p:nvSpPr>
          <p:spPr bwMode="auto">
            <a:xfrm>
              <a:off x="7328320" y="2197390"/>
              <a:ext cx="1913935" cy="488201"/>
            </a:xfrm>
            <a:prstGeom prst="rect">
              <a:avLst/>
            </a:prstGeom>
            <a:solidFill>
              <a:schemeClr val="bg1"/>
            </a:solidFill>
            <a:ln w="9525">
              <a:solidFill>
                <a:schemeClr val="accent2"/>
              </a:solidFill>
              <a:prstDash val="sysDash"/>
              <a:miter lim="800000"/>
              <a:headEnd/>
              <a:tailEnd/>
            </a:ln>
            <a:effectLst/>
          </p:spPr>
          <p:txBody>
            <a:bodyPr wrap="square" lIns="179977" tIns="35995" rIns="71991" bIns="35995" rtlCol="0" anchor="ctr">
              <a:spAutoFit/>
            </a:bodyPr>
            <a:lstStyle/>
            <a:p>
              <a:pPr>
                <a:spcAft>
                  <a:spcPts val="1200"/>
                </a:spcAft>
              </a:pPr>
              <a: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Industrial data spaces </a:t>
              </a:r>
              <a:b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For secure and self-controlled data exchange</a:t>
              </a:r>
            </a:p>
          </p:txBody>
        </p:sp>
        <p:sp>
          <p:nvSpPr>
            <p:cNvPr id="85" name="Rechteck 84">
              <a:extLst>
                <a:ext uri="{FF2B5EF4-FFF2-40B4-BE49-F238E27FC236}">
                  <a16:creationId xmlns:a16="http://schemas.microsoft.com/office/drawing/2014/main" id="{5EC5DD9C-9480-4201-9F89-4D48B2FEC0F5}"/>
                </a:ext>
              </a:extLst>
            </p:cNvPr>
            <p:cNvSpPr/>
            <p:nvPr/>
          </p:nvSpPr>
          <p:spPr bwMode="auto">
            <a:xfrm>
              <a:off x="7377618" y="2821918"/>
              <a:ext cx="1412369" cy="903700"/>
            </a:xfrm>
            <a:prstGeom prst="rect">
              <a:avLst/>
            </a:prstGeom>
            <a:solidFill>
              <a:schemeClr val="bg1"/>
            </a:solidFill>
            <a:ln w="9525">
              <a:solidFill>
                <a:schemeClr val="accent2"/>
              </a:solidFill>
              <a:prstDash val="sysDash"/>
              <a:miter lim="800000"/>
              <a:headEnd/>
              <a:tailEnd/>
            </a:ln>
            <a:effectLst/>
          </p:spPr>
          <p:txBody>
            <a:bodyPr wrap="square" lIns="71991" tIns="35995" rIns="71991" bIns="35995" rtlCol="0" anchor="ctr">
              <a:spAutoFit/>
            </a:bodyPr>
            <a:lstStyle/>
            <a:p>
              <a:pPr>
                <a:spcAft>
                  <a:spcPts val="1200"/>
                </a:spcAft>
              </a:pPr>
              <a: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CAR T cells for </a:t>
              </a:r>
              <a:b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cancer therapy</a:t>
              </a:r>
              <a:b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Process for the </a:t>
              </a:r>
              <a:b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complex </a:t>
              </a:r>
              <a:b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production of </a:t>
              </a:r>
              <a:b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cell specimens</a:t>
              </a:r>
            </a:p>
          </p:txBody>
        </p:sp>
        <p:sp>
          <p:nvSpPr>
            <p:cNvPr id="86" name="Rechteck 85">
              <a:extLst>
                <a:ext uri="{FF2B5EF4-FFF2-40B4-BE49-F238E27FC236}">
                  <a16:creationId xmlns:a16="http://schemas.microsoft.com/office/drawing/2014/main" id="{3A0953BF-E803-4087-8A98-0AC84225FEEB}"/>
                </a:ext>
              </a:extLst>
            </p:cNvPr>
            <p:cNvSpPr/>
            <p:nvPr/>
          </p:nvSpPr>
          <p:spPr bwMode="auto">
            <a:xfrm>
              <a:off x="8046173" y="1408578"/>
              <a:ext cx="1487628" cy="611312"/>
            </a:xfrm>
            <a:prstGeom prst="rect">
              <a:avLst/>
            </a:prstGeom>
            <a:solidFill>
              <a:schemeClr val="bg1"/>
            </a:solidFill>
            <a:ln w="9525">
              <a:solidFill>
                <a:schemeClr val="accent2"/>
              </a:solidFill>
              <a:prstDash val="sysDash"/>
              <a:miter lim="800000"/>
              <a:headEnd/>
              <a:tailEnd/>
            </a:ln>
            <a:effectLst/>
          </p:spPr>
          <p:txBody>
            <a:bodyPr wrap="square" lIns="71991" tIns="35995" rIns="71991" bIns="35995" rtlCol="0" anchor="ctr">
              <a:spAutoFit/>
            </a:bodyPr>
            <a:lstStyle/>
            <a:p>
              <a:pPr>
                <a:spcAft>
                  <a:spcPts val="1200"/>
                </a:spcAft>
              </a:pPr>
              <a: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AI voice assistant</a:t>
              </a:r>
              <a:b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Data ownership with a smart voice assistant made in Germany</a:t>
              </a:r>
            </a:p>
          </p:txBody>
        </p:sp>
        <p:sp>
          <p:nvSpPr>
            <p:cNvPr id="87" name="Rechteck 86">
              <a:extLst>
                <a:ext uri="{FF2B5EF4-FFF2-40B4-BE49-F238E27FC236}">
                  <a16:creationId xmlns:a16="http://schemas.microsoft.com/office/drawing/2014/main" id="{DDF0F865-13DA-4D14-9D86-933453516153}"/>
                </a:ext>
              </a:extLst>
            </p:cNvPr>
            <p:cNvSpPr/>
            <p:nvPr/>
          </p:nvSpPr>
          <p:spPr bwMode="auto">
            <a:xfrm>
              <a:off x="10237289" y="1730223"/>
              <a:ext cx="1396848" cy="734423"/>
            </a:xfrm>
            <a:prstGeom prst="rect">
              <a:avLst/>
            </a:prstGeom>
            <a:solidFill>
              <a:schemeClr val="bg1"/>
            </a:solidFill>
            <a:ln w="9525">
              <a:solidFill>
                <a:srgbClr val="005B7F"/>
              </a:solidFill>
              <a:prstDash val="sysDash"/>
              <a:miter lim="800000"/>
              <a:headEnd/>
              <a:tailEnd/>
            </a:ln>
            <a:effectLst/>
          </p:spPr>
          <p:txBody>
            <a:bodyPr wrap="square" lIns="71991" tIns="35995" rIns="71991" bIns="35995" rtlCol="0" anchor="ctr">
              <a:spAutoFit/>
            </a:bodyPr>
            <a:lstStyle/>
            <a:p>
              <a:pPr>
                <a:spcAft>
                  <a:spcPts val="1200"/>
                </a:spcAft>
              </a:pPr>
              <a: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H</a:t>
              </a:r>
              <a:r>
                <a:rPr lang="en-US" sz="1100" b="1" baseline="-250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2</a:t>
              </a:r>
              <a: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 technologies</a:t>
              </a:r>
              <a:br>
                <a:rPr lang="en-US" sz="1100" b="1">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Materials, systems and production technology </a:t>
              </a:r>
              <a:br>
                <a:rPr lang="en-US" sz="8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for a sustainable H</a:t>
              </a:r>
              <a:r>
                <a:rPr lang="en-US" sz="800" baseline="-250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2</a:t>
              </a:r>
              <a:r>
                <a:rPr lang="en-US" sz="80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 economy</a:t>
              </a:r>
            </a:p>
          </p:txBody>
        </p:sp>
        <p:sp>
          <p:nvSpPr>
            <p:cNvPr id="88" name="Rechteck 87">
              <a:extLst>
                <a:ext uri="{FF2B5EF4-FFF2-40B4-BE49-F238E27FC236}">
                  <a16:creationId xmlns:a16="http://schemas.microsoft.com/office/drawing/2014/main" id="{5F259542-FEF6-484B-92C2-C0034600F79E}"/>
                </a:ext>
              </a:extLst>
            </p:cNvPr>
            <p:cNvSpPr/>
            <p:nvPr/>
          </p:nvSpPr>
          <p:spPr bwMode="auto">
            <a:xfrm>
              <a:off x="8905265" y="4930909"/>
              <a:ext cx="1487628" cy="780589"/>
            </a:xfrm>
            <a:prstGeom prst="rect">
              <a:avLst/>
            </a:prstGeom>
            <a:solidFill>
              <a:schemeClr val="bg1"/>
            </a:solidFill>
            <a:ln w="9525">
              <a:solidFill>
                <a:schemeClr val="accent2"/>
              </a:solidFill>
              <a:prstDash val="sysDash"/>
              <a:miter lim="800000"/>
              <a:headEnd/>
              <a:tailEnd/>
            </a:ln>
            <a:effectLst/>
          </p:spPr>
          <p:txBody>
            <a:bodyPr wrap="square" lIns="71991" tIns="35995" rIns="71991" bIns="35995" rtlCol="0" anchor="ctr">
              <a:spAutoFit/>
            </a:bodyPr>
            <a:lstStyle/>
            <a:p>
              <a:pPr>
                <a:spcAft>
                  <a:spcPts val="1200"/>
                </a:spcAft>
              </a:pPr>
              <a: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High-security quantum network</a:t>
              </a:r>
              <a:br>
                <a:rPr lang="en-US" sz="1100" b="1"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German pilot network for </a:t>
              </a:r>
              <a:b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a tap- and tamper-proof </a:t>
              </a:r>
              <a:b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br>
              <a:r>
                <a:rPr lang="en-US" sz="800" dirty="0">
                  <a:solidFill>
                    <a:srgbClr val="000000"/>
                  </a:solidFill>
                  <a:latin typeface="Frutiger LT Com 45 Light" panose="020B0303030504020204" pitchFamily="34" charset="0"/>
                  <a:ea typeface="Times New Roman" panose="02020603050405020304" pitchFamily="18" charset="0"/>
                  <a:cs typeface="Times New Roman" panose="02020603050405020304" pitchFamily="18" charset="0"/>
                </a:rPr>
                <a:t>data transmission</a:t>
              </a:r>
            </a:p>
          </p:txBody>
        </p:sp>
        <p:pic>
          <p:nvPicPr>
            <p:cNvPr id="89" name="Grafik 88">
              <a:extLst>
                <a:ext uri="{FF2B5EF4-FFF2-40B4-BE49-F238E27FC236}">
                  <a16:creationId xmlns:a16="http://schemas.microsoft.com/office/drawing/2014/main" id="{682AED76-9351-47F2-83D6-5DF9DEE1CE8F}"/>
                </a:ext>
              </a:extLst>
            </p:cNvPr>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10249660" y="4800239"/>
              <a:ext cx="761460" cy="761460"/>
            </a:xfrm>
            <a:prstGeom prst="ellipse">
              <a:avLst/>
            </a:prstGeom>
            <a:ln w="19050">
              <a:solidFill>
                <a:srgbClr val="008598"/>
              </a:solidFill>
            </a:ln>
          </p:spPr>
        </p:pic>
        <p:pic>
          <p:nvPicPr>
            <p:cNvPr id="90" name="Grafik 89">
              <a:extLst>
                <a:ext uri="{FF2B5EF4-FFF2-40B4-BE49-F238E27FC236}">
                  <a16:creationId xmlns:a16="http://schemas.microsoft.com/office/drawing/2014/main" id="{1FA76B20-2798-416F-B894-B66B2295BF7F}"/>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10603251" y="2445881"/>
              <a:ext cx="1051006" cy="1043889"/>
            </a:xfrm>
            <a:prstGeom prst="ellipse">
              <a:avLst/>
            </a:prstGeom>
            <a:ln w="19050">
              <a:solidFill>
                <a:srgbClr val="005B7F"/>
              </a:solidFill>
            </a:ln>
          </p:spPr>
        </p:pic>
        <p:grpSp>
          <p:nvGrpSpPr>
            <p:cNvPr id="91" name="Gruppieren 90">
              <a:extLst>
                <a:ext uri="{FF2B5EF4-FFF2-40B4-BE49-F238E27FC236}">
                  <a16:creationId xmlns:a16="http://schemas.microsoft.com/office/drawing/2014/main" id="{23732264-2B9F-40D9-8C4D-C20281815CD3}"/>
                </a:ext>
              </a:extLst>
            </p:cNvPr>
            <p:cNvGrpSpPr/>
            <p:nvPr/>
          </p:nvGrpSpPr>
          <p:grpSpPr>
            <a:xfrm>
              <a:off x="9731282" y="2256144"/>
              <a:ext cx="99085" cy="2216842"/>
              <a:chOff x="9598463" y="2164726"/>
              <a:chExt cx="99085" cy="2216842"/>
            </a:xfrm>
          </p:grpSpPr>
          <p:cxnSp>
            <p:nvCxnSpPr>
              <p:cNvPr id="98" name="Gerader Verbinder 97">
                <a:extLst>
                  <a:ext uri="{FF2B5EF4-FFF2-40B4-BE49-F238E27FC236}">
                    <a16:creationId xmlns:a16="http://schemas.microsoft.com/office/drawing/2014/main" id="{D36AE77F-F3B5-4DF3-ADC2-4DC814801050}"/>
                  </a:ext>
                </a:extLst>
              </p:cNvPr>
              <p:cNvCxnSpPr/>
              <p:nvPr/>
            </p:nvCxnSpPr>
            <p:spPr bwMode="auto">
              <a:xfrm flipH="1">
                <a:off x="9644651" y="2164726"/>
                <a:ext cx="1121" cy="2169500"/>
              </a:xfrm>
              <a:prstGeom prst="line">
                <a:avLst/>
              </a:prstGeom>
              <a:solidFill>
                <a:schemeClr val="accent2"/>
              </a:solidFill>
              <a:ln w="12700" cap="flat" cmpd="sng" algn="ctr">
                <a:solidFill>
                  <a:srgbClr val="00859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Ellipse 98">
                <a:extLst>
                  <a:ext uri="{FF2B5EF4-FFF2-40B4-BE49-F238E27FC236}">
                    <a16:creationId xmlns:a16="http://schemas.microsoft.com/office/drawing/2014/main" id="{6C329B79-3CFB-4C67-97C2-D011FD601A63}"/>
                  </a:ext>
                </a:extLst>
              </p:cNvPr>
              <p:cNvSpPr/>
              <p:nvPr/>
            </p:nvSpPr>
            <p:spPr bwMode="auto">
              <a:xfrm flipH="1">
                <a:off x="9598463" y="4282483"/>
                <a:ext cx="99085" cy="99085"/>
              </a:xfrm>
              <a:prstGeom prst="ellipse">
                <a:avLst/>
              </a:prstGeom>
              <a:solidFill>
                <a:srgbClr val="008598"/>
              </a:solidFill>
              <a:ln w="19050">
                <a:noFill/>
                <a:miter lim="800000"/>
                <a:headEnd/>
                <a:tailEnd/>
              </a:ln>
              <a:effectLst/>
            </p:spPr>
            <p:txBody>
              <a:bodyPr wrap="none" rtlCol="0" anchor="ctr"/>
              <a:lstStyle/>
              <a:p>
                <a:pPr algn="l"/>
                <a:endParaRPr lang="de-DE" dirty="0"/>
              </a:p>
            </p:txBody>
          </p:sp>
        </p:grpSp>
        <p:pic>
          <p:nvPicPr>
            <p:cNvPr id="92" name="Grafik 91">
              <a:extLst>
                <a:ext uri="{FF2B5EF4-FFF2-40B4-BE49-F238E27FC236}">
                  <a16:creationId xmlns:a16="http://schemas.microsoft.com/office/drawing/2014/main" id="{150AF5DE-7467-465B-8EC8-F47625B7890D}"/>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9404768" y="1646614"/>
              <a:ext cx="762123" cy="755643"/>
            </a:xfrm>
            <a:prstGeom prst="ellipse">
              <a:avLst/>
            </a:prstGeom>
            <a:ln w="19050">
              <a:solidFill>
                <a:srgbClr val="008598"/>
              </a:solidFill>
            </a:ln>
          </p:spPr>
        </p:pic>
        <p:pic>
          <p:nvPicPr>
            <p:cNvPr id="93" name="Grafik 92">
              <a:extLst>
                <a:ext uri="{FF2B5EF4-FFF2-40B4-BE49-F238E27FC236}">
                  <a16:creationId xmlns:a16="http://schemas.microsoft.com/office/drawing/2014/main" id="{DF37223E-D647-479B-BB91-78954DA2926B}"/>
                </a:ext>
              </a:extLst>
            </p:cNvPr>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a:off x="8274636" y="3213178"/>
              <a:ext cx="762123" cy="756364"/>
            </a:xfrm>
            <a:prstGeom prst="ellipse">
              <a:avLst/>
            </a:prstGeom>
            <a:ln w="19050">
              <a:solidFill>
                <a:srgbClr val="008598"/>
              </a:solidFill>
            </a:ln>
          </p:spPr>
        </p:pic>
        <p:pic>
          <p:nvPicPr>
            <p:cNvPr id="94" name="Grafik 93">
              <a:extLst>
                <a:ext uri="{FF2B5EF4-FFF2-40B4-BE49-F238E27FC236}">
                  <a16:creationId xmlns:a16="http://schemas.microsoft.com/office/drawing/2014/main" id="{0D1F449F-D1AB-4D52-BB09-4909DF65DD16}"/>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a:off x="6697453" y="1882530"/>
              <a:ext cx="763175" cy="761835"/>
            </a:xfrm>
            <a:prstGeom prst="ellipse">
              <a:avLst/>
            </a:prstGeom>
            <a:ln w="19050">
              <a:solidFill>
                <a:srgbClr val="008598"/>
              </a:solidFill>
            </a:ln>
          </p:spPr>
        </p:pic>
        <p:cxnSp>
          <p:nvCxnSpPr>
            <p:cNvPr id="95" name="Gerader Verbinder 94">
              <a:extLst>
                <a:ext uri="{FF2B5EF4-FFF2-40B4-BE49-F238E27FC236}">
                  <a16:creationId xmlns:a16="http://schemas.microsoft.com/office/drawing/2014/main" id="{DAC0E050-C824-450E-859E-A93EDC3B4DFA}"/>
                </a:ext>
              </a:extLst>
            </p:cNvPr>
            <p:cNvCxnSpPr/>
            <p:nvPr/>
          </p:nvCxnSpPr>
          <p:spPr bwMode="auto">
            <a:xfrm flipV="1">
              <a:off x="3316938" y="3521217"/>
              <a:ext cx="0" cy="909159"/>
            </a:xfrm>
            <a:prstGeom prst="line">
              <a:avLst/>
            </a:prstGeom>
            <a:solidFill>
              <a:schemeClr val="accent2"/>
            </a:solidFill>
            <a:ln w="12700" cap="flat" cmpd="sng" algn="ctr">
              <a:solidFill>
                <a:srgbClr val="85A2B5"/>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6" name="Ellipse 95">
              <a:extLst>
                <a:ext uri="{FF2B5EF4-FFF2-40B4-BE49-F238E27FC236}">
                  <a16:creationId xmlns:a16="http://schemas.microsoft.com/office/drawing/2014/main" id="{E460709A-E83A-4689-89B5-D8121EE65611}"/>
                </a:ext>
              </a:extLst>
            </p:cNvPr>
            <p:cNvSpPr/>
            <p:nvPr/>
          </p:nvSpPr>
          <p:spPr bwMode="auto">
            <a:xfrm flipH="1" flipV="1">
              <a:off x="3267383" y="3475455"/>
              <a:ext cx="99085" cy="99085"/>
            </a:xfrm>
            <a:prstGeom prst="ellipse">
              <a:avLst/>
            </a:prstGeom>
            <a:solidFill>
              <a:srgbClr val="85A2B5"/>
            </a:solidFill>
            <a:ln w="19050">
              <a:noFill/>
              <a:miter lim="800000"/>
              <a:headEnd/>
              <a:tailEnd/>
            </a:ln>
            <a:effectLst/>
          </p:spPr>
          <p:txBody>
            <a:bodyPr wrap="none" rtlCol="0" anchor="ctr"/>
            <a:lstStyle/>
            <a:p>
              <a:pPr algn="l"/>
              <a:endParaRPr lang="de-DE" dirty="0"/>
            </a:p>
          </p:txBody>
        </p:sp>
        <p:pic>
          <p:nvPicPr>
            <p:cNvPr id="97" name="Grafik 96">
              <a:extLst>
                <a:ext uri="{FF2B5EF4-FFF2-40B4-BE49-F238E27FC236}">
                  <a16:creationId xmlns:a16="http://schemas.microsoft.com/office/drawing/2014/main" id="{D05DB33E-1FDB-411C-8C74-2C73506EBBD6}"/>
                </a:ext>
              </a:extLst>
            </p:cNvPr>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a:off x="3042095" y="4472986"/>
              <a:ext cx="589586" cy="591188"/>
            </a:xfrm>
            <a:prstGeom prst="ellipse">
              <a:avLst/>
            </a:prstGeom>
            <a:ln w="19050">
              <a:solidFill>
                <a:srgbClr val="85A2B5"/>
              </a:solidFill>
            </a:ln>
          </p:spPr>
        </p:pic>
      </p:grpSp>
      <p:sp>
        <p:nvSpPr>
          <p:cNvPr id="2" name="Foliennummernplatzhalter 1">
            <a:extLst>
              <a:ext uri="{FF2B5EF4-FFF2-40B4-BE49-F238E27FC236}">
                <a16:creationId xmlns:a16="http://schemas.microsoft.com/office/drawing/2014/main" id="{9D7CCA49-70E8-1894-2C56-8AE0A19DB196}"/>
              </a:ext>
            </a:extLst>
          </p:cNvPr>
          <p:cNvSpPr txBox="1">
            <a:spLocks/>
          </p:cNvSpPr>
          <p:nvPr/>
        </p:nvSpPr>
        <p:spPr bwMode="gray">
          <a:xfrm>
            <a:off x="711843" y="6455835"/>
            <a:ext cx="408932" cy="127727"/>
          </a:xfrm>
          <a:prstGeom prst="rect">
            <a:avLst/>
          </a:prstGeom>
        </p:spPr>
        <p:txBody>
          <a:bodyPr vert="horz" lIns="0" tIns="0" rIns="0" bIns="0" rtlCol="0">
            <a:spAutoFit/>
          </a:bodyPr>
          <a:lstStyle>
            <a:lvl1pPr marL="0" indent="0" algn="l" defTabSz="914400" rtl="0" eaLnBrk="1" latinLnBrk="0" hangingPunct="1">
              <a:lnSpc>
                <a:spcPct val="11000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ct val="11000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ct val="11000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ct val="11000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ct val="11000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9pPr>
          </a:lstStyle>
          <a:p>
            <a:pPr>
              <a:lnSpc>
                <a:spcPct val="100000"/>
              </a:lnSpc>
              <a:spcAft>
                <a:spcPts val="0"/>
              </a:spcAft>
            </a:pPr>
            <a:fld id="{3D81EE41-304C-41C3-8185-350F2275D756}" type="slidenum">
              <a:rPr lang="de-DE" sz="800" smtClean="0">
                <a:solidFill>
                  <a:schemeClr val="tx1"/>
                </a:solidFill>
                <a:latin typeface="+mn-lt"/>
              </a:rPr>
              <a:pPr>
                <a:lnSpc>
                  <a:spcPct val="100000"/>
                </a:lnSpc>
                <a:spcAft>
                  <a:spcPts val="0"/>
                </a:spcAft>
              </a:pPr>
              <a:t>9</a:t>
            </a:fld>
            <a:endParaRPr lang="de-DE" sz="800">
              <a:solidFill>
                <a:schemeClr val="tx1"/>
              </a:solidFill>
              <a:latin typeface="+mn-lt"/>
            </a:endParaRPr>
          </a:p>
        </p:txBody>
      </p:sp>
      <p:sp>
        <p:nvSpPr>
          <p:cNvPr id="5" name="Datumsplatzhalter 15">
            <a:extLst>
              <a:ext uri="{FF2B5EF4-FFF2-40B4-BE49-F238E27FC236}">
                <a16:creationId xmlns:a16="http://schemas.microsoft.com/office/drawing/2014/main" id="{6156D6A2-D693-8ACE-32A0-A3827E1F05EA}"/>
              </a:ext>
            </a:extLst>
          </p:cNvPr>
          <p:cNvSpPr txBox="1">
            <a:spLocks/>
          </p:cNvSpPr>
          <p:nvPr/>
        </p:nvSpPr>
        <p:spPr bwMode="gray">
          <a:xfrm>
            <a:off x="1120775" y="6462712"/>
            <a:ext cx="864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034D497-6D11-4F98-9F50-121B40070398}" type="datetime4">
              <a:rPr lang="en-US" smtClean="0"/>
              <a:pPr/>
              <a:t>May 13, 2026</a:t>
            </a:fld>
            <a:endParaRPr lang="de-DE" dirty="0"/>
          </a:p>
        </p:txBody>
      </p:sp>
    </p:spTree>
    <p:extLst>
      <p:ext uri="{BB962C8B-B14F-4D97-AF65-F5344CB8AC3E}">
        <p14:creationId xmlns:p14="http://schemas.microsoft.com/office/powerpoint/2010/main" val="2064199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Bildplatzhalter 18">
            <a:extLst>
              <a:ext uri="{FF2B5EF4-FFF2-40B4-BE49-F238E27FC236}">
                <a16:creationId xmlns:a16="http://schemas.microsoft.com/office/drawing/2014/main" id="{7CAF3CF4-00E0-AC28-97D3-8C1CF3CBC531}"/>
              </a:ext>
            </a:extLst>
          </p:cNvPr>
          <p:cNvPicPr>
            <a:picLocks noGrp="1" noChangeAspect="1"/>
          </p:cNvPicPr>
          <p:nvPr>
            <p:ph type="pic" sz="quarter" idx="13"/>
          </p:nvPr>
        </p:nvPicPr>
        <p:blipFill>
          <a:blip r:embed="rId3"/>
          <a:srcRect l="11895" r="11895"/>
          <a:stretch/>
        </p:blipFill>
        <p:spPr bwMode="gray">
          <a:xfrm>
            <a:off x="0" y="1700291"/>
            <a:ext cx="6794500" cy="4457748"/>
          </a:xfrm>
          <a:prstGeom prst="rect">
            <a:avLst/>
          </a:prstGeom>
          <a:noFill/>
        </p:spPr>
      </p:pic>
      <p:sp>
        <p:nvSpPr>
          <p:cNvPr id="36" name="Text Placeholder 2">
            <a:extLst>
              <a:ext uri="{FF2B5EF4-FFF2-40B4-BE49-F238E27FC236}">
                <a16:creationId xmlns:a16="http://schemas.microsoft.com/office/drawing/2014/main" id="{41BBAEFB-35DC-7793-4D3D-B647B574920E}"/>
              </a:ext>
            </a:extLst>
          </p:cNvPr>
          <p:cNvSpPr>
            <a:spLocks noGrp="1"/>
          </p:cNvSpPr>
          <p:nvPr>
            <p:ph type="body" sz="quarter" idx="14"/>
          </p:nvPr>
        </p:nvSpPr>
        <p:spPr>
          <a:xfrm>
            <a:off x="6275388" y="1968500"/>
            <a:ext cx="5916612" cy="1605279"/>
          </a:xfrm>
        </p:spPr>
        <p:txBody>
          <a:bodyPr/>
          <a:lstStyle/>
          <a:p>
            <a:r>
              <a:rPr lang="en-US" sz="1800" b="1" dirty="0"/>
              <a:t>Applied research ranging from crystal growth to devices, packaging, and high-performance electronic systems.</a:t>
            </a:r>
            <a:endParaRPr lang="en-US" sz="1800" dirty="0"/>
          </a:p>
          <a:p>
            <a:endParaRPr lang="en-US" dirty="0"/>
          </a:p>
        </p:txBody>
      </p:sp>
      <p:sp>
        <p:nvSpPr>
          <p:cNvPr id="37" name="Title 3">
            <a:extLst>
              <a:ext uri="{FF2B5EF4-FFF2-40B4-BE49-F238E27FC236}">
                <a16:creationId xmlns:a16="http://schemas.microsoft.com/office/drawing/2014/main" id="{BA5EB3B0-B433-1DD6-FC7E-91DF68D7E1F6}"/>
              </a:ext>
            </a:extLst>
          </p:cNvPr>
          <p:cNvSpPr>
            <a:spLocks noGrp="1"/>
          </p:cNvSpPr>
          <p:nvPr>
            <p:ph type="title"/>
          </p:nvPr>
        </p:nvSpPr>
        <p:spPr>
          <a:xfrm>
            <a:off x="479425" y="395588"/>
            <a:ext cx="11233150" cy="382733"/>
          </a:xfrm>
        </p:spPr>
        <p:txBody>
          <a:bodyPr/>
          <a:lstStyle/>
          <a:p>
            <a:r>
              <a:rPr lang="en-US" dirty="0"/>
              <a:t>Fraunhofer Institute for Integrated Systems and Device Technology IISB</a:t>
            </a:r>
          </a:p>
        </p:txBody>
      </p:sp>
      <p:sp>
        <p:nvSpPr>
          <p:cNvPr id="3" name="Datumsplatzhalter 2">
            <a:extLst>
              <a:ext uri="{FF2B5EF4-FFF2-40B4-BE49-F238E27FC236}">
                <a16:creationId xmlns:a16="http://schemas.microsoft.com/office/drawing/2014/main" id="{BD08A7B8-F323-0D58-66B5-5B0F4386E298}"/>
              </a:ext>
            </a:extLst>
          </p:cNvPr>
          <p:cNvSpPr>
            <a:spLocks noGrp="1"/>
          </p:cNvSpPr>
          <p:nvPr>
            <p:ph type="dt" sz="half" idx="15"/>
          </p:nvPr>
        </p:nvSpPr>
        <p:spPr>
          <a:xfrm>
            <a:off x="1388048" y="6455836"/>
            <a:ext cx="720000" cy="123111"/>
          </a:xfrm>
        </p:spPr>
        <p:txBody>
          <a:bodyPr anchor="ctr">
            <a:normAutofit/>
          </a:bodyPr>
          <a:lstStyle/>
          <a:p>
            <a:pPr>
              <a:spcAft>
                <a:spcPts val="600"/>
              </a:spcAft>
            </a:pPr>
            <a:fld id="{0047F9E9-11D7-474D-A6DA-3492ADD97332}" type="datetime1">
              <a:rPr lang="de-DE" noProof="0" smtClean="0"/>
              <a:pPr>
                <a:spcAft>
                  <a:spcPts val="600"/>
                </a:spcAft>
              </a:pPr>
              <a:t>13.05.2026</a:t>
            </a:fld>
            <a:endParaRPr lang="de-DE" noProof="0"/>
          </a:p>
        </p:txBody>
      </p:sp>
      <p:sp>
        <p:nvSpPr>
          <p:cNvPr id="4" name="Fußzeilenplatzhalter 3">
            <a:extLst>
              <a:ext uri="{FF2B5EF4-FFF2-40B4-BE49-F238E27FC236}">
                <a16:creationId xmlns:a16="http://schemas.microsoft.com/office/drawing/2014/main" id="{36462ABC-76C1-309B-EEE4-B84B03F36A45}"/>
              </a:ext>
            </a:extLst>
          </p:cNvPr>
          <p:cNvSpPr>
            <a:spLocks noGrp="1"/>
          </p:cNvSpPr>
          <p:nvPr>
            <p:ph type="ftr" sz="quarter" idx="16"/>
          </p:nvPr>
        </p:nvSpPr>
        <p:spPr>
          <a:xfrm>
            <a:off x="2297897" y="6455836"/>
            <a:ext cx="2952000" cy="123111"/>
          </a:xfrm>
        </p:spPr>
        <p:txBody>
          <a:bodyPr anchor="ctr">
            <a:normAutofit/>
          </a:bodyPr>
          <a:lstStyle/>
          <a:p>
            <a:pPr>
              <a:spcAft>
                <a:spcPts val="600"/>
              </a:spcAft>
            </a:pPr>
            <a:r>
              <a:rPr lang="de-DE" noProof="0"/>
              <a:t>© Fraunhofer IISB</a:t>
            </a:r>
          </a:p>
        </p:txBody>
      </p:sp>
      <p:sp>
        <p:nvSpPr>
          <p:cNvPr id="5" name="Foliennummernplatzhalter 4">
            <a:extLst>
              <a:ext uri="{FF2B5EF4-FFF2-40B4-BE49-F238E27FC236}">
                <a16:creationId xmlns:a16="http://schemas.microsoft.com/office/drawing/2014/main" id="{8A3616A2-0220-A319-531A-C6F16796A5FD}"/>
              </a:ext>
            </a:extLst>
          </p:cNvPr>
          <p:cNvSpPr>
            <a:spLocks noGrp="1"/>
          </p:cNvSpPr>
          <p:nvPr>
            <p:ph type="sldNum" sz="quarter" idx="17"/>
          </p:nvPr>
        </p:nvSpPr>
        <p:spPr>
          <a:xfrm>
            <a:off x="479425" y="6455836"/>
            <a:ext cx="720000" cy="123111"/>
          </a:xfrm>
        </p:spPr>
        <p:txBody>
          <a:bodyPr anchor="ctr">
            <a:normAutofit/>
          </a:bodyPr>
          <a:lstStyle/>
          <a:p>
            <a:pPr>
              <a:spcAft>
                <a:spcPts val="600"/>
              </a:spcAft>
            </a:pPr>
            <a:r>
              <a:rPr lang="de-DE" noProof="0"/>
              <a:t>Seite</a:t>
            </a:r>
            <a:r>
              <a:rPr lang="en-US"/>
              <a:t> </a:t>
            </a:r>
            <a:fld id="{401BA3E4-5E55-4F99-AF09-CC6D6B2539E2}" type="slidenum">
              <a:rPr lang="en-US" smtClean="0"/>
              <a:pPr>
                <a:spcAft>
                  <a:spcPts val="600"/>
                </a:spcAft>
              </a:pPr>
              <a:t>10</a:t>
            </a:fld>
            <a:endParaRPr lang="en-US"/>
          </a:p>
        </p:txBody>
      </p:sp>
      <p:sp>
        <p:nvSpPr>
          <p:cNvPr id="38" name="Text Placeholder 7">
            <a:extLst>
              <a:ext uri="{FF2B5EF4-FFF2-40B4-BE49-F238E27FC236}">
                <a16:creationId xmlns:a16="http://schemas.microsoft.com/office/drawing/2014/main" id="{3A90B4FB-8227-44EE-EBA7-B99E22AA3BC8}"/>
              </a:ext>
            </a:extLst>
          </p:cNvPr>
          <p:cNvSpPr>
            <a:spLocks noGrp="1"/>
          </p:cNvSpPr>
          <p:nvPr>
            <p:ph type="body" sz="quarter" idx="18"/>
          </p:nvPr>
        </p:nvSpPr>
        <p:spPr>
          <a:xfrm>
            <a:off x="479425" y="778321"/>
            <a:ext cx="11233150" cy="901529"/>
          </a:xfrm>
        </p:spPr>
        <p:txBody>
          <a:bodyPr/>
          <a:lstStyle/>
          <a:p>
            <a:r>
              <a:rPr lang="en-US" dirty="0"/>
              <a:t>At a glance</a:t>
            </a:r>
          </a:p>
          <a:p>
            <a:endParaRPr lang="en-US" dirty="0"/>
          </a:p>
        </p:txBody>
      </p:sp>
      <p:pic>
        <p:nvPicPr>
          <p:cNvPr id="40" name="Picture 17">
            <a:extLst>
              <a:ext uri="{FF2B5EF4-FFF2-40B4-BE49-F238E27FC236}">
                <a16:creationId xmlns:a16="http://schemas.microsoft.com/office/drawing/2014/main" id="{D29F5129-AF2B-DB97-EBCB-055A1D968F1D}"/>
              </a:ext>
            </a:extLst>
          </p:cNvPr>
          <p:cNvPicPr>
            <a:picLocks noChangeAspect="1"/>
          </p:cNvPicPr>
          <p:nvPr/>
        </p:nvPicPr>
        <p:blipFill>
          <a:blip r:embed="rId4"/>
          <a:stretch>
            <a:fillRect/>
          </a:stretch>
        </p:blipFill>
        <p:spPr>
          <a:xfrm>
            <a:off x="7231522" y="4581668"/>
            <a:ext cx="1566943" cy="482619"/>
          </a:xfrm>
          <a:prstGeom prst="rect">
            <a:avLst/>
          </a:prstGeom>
        </p:spPr>
      </p:pic>
      <p:pic>
        <p:nvPicPr>
          <p:cNvPr id="42" name="Grafik 41">
            <a:extLst>
              <a:ext uri="{FF2B5EF4-FFF2-40B4-BE49-F238E27FC236}">
                <a16:creationId xmlns:a16="http://schemas.microsoft.com/office/drawing/2014/main" id="{1AA51141-8C96-AF0D-AD6D-9479C363FE58}"/>
              </a:ext>
            </a:extLst>
          </p:cNvPr>
          <p:cNvPicPr>
            <a:picLocks noChangeAspect="1"/>
          </p:cNvPicPr>
          <p:nvPr/>
        </p:nvPicPr>
        <p:blipFill>
          <a:blip r:embed="rId5"/>
          <a:stretch>
            <a:fillRect/>
          </a:stretch>
        </p:blipFill>
        <p:spPr>
          <a:xfrm>
            <a:off x="7109602" y="3934878"/>
            <a:ext cx="2772696" cy="514291"/>
          </a:xfrm>
          <a:prstGeom prst="rect">
            <a:avLst/>
          </a:prstGeom>
        </p:spPr>
      </p:pic>
      <p:pic>
        <p:nvPicPr>
          <p:cNvPr id="43" name="Grafik 42">
            <a:extLst>
              <a:ext uri="{FF2B5EF4-FFF2-40B4-BE49-F238E27FC236}">
                <a16:creationId xmlns:a16="http://schemas.microsoft.com/office/drawing/2014/main" id="{477210BF-1630-55D3-0EB6-EEC8EDCE9F97}"/>
              </a:ext>
            </a:extLst>
          </p:cNvPr>
          <p:cNvPicPr>
            <a:picLocks noChangeAspect="1"/>
          </p:cNvPicPr>
          <p:nvPr/>
        </p:nvPicPr>
        <p:blipFill>
          <a:blip r:embed="rId6"/>
          <a:stretch>
            <a:fillRect/>
          </a:stretch>
        </p:blipFill>
        <p:spPr>
          <a:xfrm>
            <a:off x="7231522" y="5234790"/>
            <a:ext cx="719833" cy="715349"/>
          </a:xfrm>
          <a:prstGeom prst="rect">
            <a:avLst/>
          </a:prstGeom>
        </p:spPr>
      </p:pic>
      <p:sp>
        <p:nvSpPr>
          <p:cNvPr id="44" name="Textfeld 43">
            <a:extLst>
              <a:ext uri="{FF2B5EF4-FFF2-40B4-BE49-F238E27FC236}">
                <a16:creationId xmlns:a16="http://schemas.microsoft.com/office/drawing/2014/main" id="{D3DFE142-D2E4-A5E9-D9EE-1A65AA3CB968}"/>
              </a:ext>
            </a:extLst>
          </p:cNvPr>
          <p:cNvSpPr txBox="1"/>
          <p:nvPr/>
        </p:nvSpPr>
        <p:spPr>
          <a:xfrm>
            <a:off x="7078701" y="3640956"/>
            <a:ext cx="2529698" cy="238142"/>
          </a:xfrm>
          <a:prstGeom prst="rect">
            <a:avLst/>
          </a:prstGeom>
          <a:noFill/>
        </p:spPr>
        <p:txBody>
          <a:bodyPr wrap="square" lIns="0" tIns="0" rIns="0" bIns="0" rtlCol="0">
            <a:spAutoFit/>
          </a:bodyPr>
          <a:lstStyle/>
          <a:p>
            <a:pPr algn="l">
              <a:lnSpc>
                <a:spcPts val="1960"/>
              </a:lnSpc>
              <a:buClr>
                <a:schemeClr val="accent1"/>
              </a:buClr>
            </a:pPr>
            <a:r>
              <a:rPr lang="de-DE" sz="1400" b="1" dirty="0">
                <a:solidFill>
                  <a:srgbClr val="179C7D"/>
                </a:solidFill>
              </a:rPr>
              <a:t>Partner </a:t>
            </a:r>
            <a:r>
              <a:rPr lang="de-DE" sz="1400" b="1" dirty="0" err="1">
                <a:solidFill>
                  <a:srgbClr val="179C7D"/>
                </a:solidFill>
              </a:rPr>
              <a:t>Universities</a:t>
            </a:r>
            <a:r>
              <a:rPr lang="de-DE" sz="1400" b="1" dirty="0">
                <a:solidFill>
                  <a:srgbClr val="179C7D"/>
                </a:solidFill>
              </a:rPr>
              <a:t>:</a:t>
            </a:r>
          </a:p>
        </p:txBody>
      </p:sp>
    </p:spTree>
    <p:extLst>
      <p:ext uri="{BB962C8B-B14F-4D97-AF65-F5344CB8AC3E}">
        <p14:creationId xmlns:p14="http://schemas.microsoft.com/office/powerpoint/2010/main" val="1658414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D3E40-6EFA-C5E4-8E85-AFC489C6DC4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D25B903-2837-7A3A-0FE9-6ABD9D6D8ACC}"/>
              </a:ext>
            </a:extLst>
          </p:cNvPr>
          <p:cNvSpPr>
            <a:spLocks noGrp="1"/>
          </p:cNvSpPr>
          <p:nvPr>
            <p:ph type="title"/>
          </p:nvPr>
        </p:nvSpPr>
        <p:spPr/>
        <p:txBody>
          <a:bodyPr/>
          <a:lstStyle/>
          <a:p>
            <a:r>
              <a:rPr lang="en-US" dirty="0"/>
              <a:t>Fraunhofer Institute for Integrated Systems and Device Technology IISB</a:t>
            </a:r>
            <a:endParaRPr lang="en-GB" dirty="0"/>
          </a:p>
        </p:txBody>
      </p:sp>
      <p:sp>
        <p:nvSpPr>
          <p:cNvPr id="3" name="Datumsplatzhalter 2">
            <a:extLst>
              <a:ext uri="{FF2B5EF4-FFF2-40B4-BE49-F238E27FC236}">
                <a16:creationId xmlns:a16="http://schemas.microsoft.com/office/drawing/2014/main" id="{CF9E5F45-2644-A65E-ECB0-63FFA983BAAF}"/>
              </a:ext>
            </a:extLst>
          </p:cNvPr>
          <p:cNvSpPr>
            <a:spLocks noGrp="1"/>
          </p:cNvSpPr>
          <p:nvPr>
            <p:ph type="dt" sz="half" idx="10"/>
          </p:nvPr>
        </p:nvSpPr>
        <p:spPr/>
        <p:txBody>
          <a:bodyPr/>
          <a:lstStyle/>
          <a:p>
            <a:fld id="{65A82B2D-840F-4167-AD44-C02BC9C87CCB}" type="datetime1">
              <a:rPr lang="de-DE" noProof="0" smtClean="0"/>
              <a:t>13.05.2026</a:t>
            </a:fld>
            <a:endParaRPr lang="de-DE" noProof="0" dirty="0"/>
          </a:p>
        </p:txBody>
      </p:sp>
      <p:sp>
        <p:nvSpPr>
          <p:cNvPr id="4" name="Fußzeilenplatzhalter 3">
            <a:extLst>
              <a:ext uri="{FF2B5EF4-FFF2-40B4-BE49-F238E27FC236}">
                <a16:creationId xmlns:a16="http://schemas.microsoft.com/office/drawing/2014/main" id="{87C78770-3EC8-196E-C45E-D56758057561}"/>
              </a:ext>
            </a:extLst>
          </p:cNvPr>
          <p:cNvSpPr>
            <a:spLocks noGrp="1"/>
          </p:cNvSpPr>
          <p:nvPr>
            <p:ph type="ftr" sz="quarter" idx="11"/>
          </p:nvPr>
        </p:nvSpPr>
        <p:spPr/>
        <p:txBody>
          <a:bodyPr/>
          <a:lstStyle/>
          <a:p>
            <a:r>
              <a:rPr lang="de-DE" noProof="0"/>
              <a:t>© Fraunhofer IISB</a:t>
            </a:r>
            <a:endParaRPr lang="de-DE" noProof="0" dirty="0"/>
          </a:p>
        </p:txBody>
      </p:sp>
      <p:sp>
        <p:nvSpPr>
          <p:cNvPr id="5" name="Foliennummernplatzhalter 4">
            <a:extLst>
              <a:ext uri="{FF2B5EF4-FFF2-40B4-BE49-F238E27FC236}">
                <a16:creationId xmlns:a16="http://schemas.microsoft.com/office/drawing/2014/main" id="{CC2126DB-D96C-4E2B-B93E-D615B2C46762}"/>
              </a:ext>
            </a:extLst>
          </p:cNvPr>
          <p:cNvSpPr>
            <a:spLocks noGrp="1"/>
          </p:cNvSpPr>
          <p:nvPr>
            <p:ph type="sldNum" sz="quarter" idx="12"/>
          </p:nvPr>
        </p:nvSpPr>
        <p:spPr/>
        <p:txBody>
          <a:bodyPr/>
          <a:lstStyle/>
          <a:p>
            <a:r>
              <a:rPr lang="de-DE" noProof="0"/>
              <a:t>Seite</a:t>
            </a:r>
            <a:r>
              <a:rPr lang="en-US"/>
              <a:t> </a:t>
            </a:r>
            <a:fld id="{401BA3E4-5E55-4F99-AF09-CC6D6B2539E2}" type="slidenum">
              <a:rPr lang="en-US" smtClean="0"/>
              <a:pPr/>
              <a:t>11</a:t>
            </a:fld>
            <a:endParaRPr lang="en-US" dirty="0"/>
          </a:p>
        </p:txBody>
      </p:sp>
      <p:sp>
        <p:nvSpPr>
          <p:cNvPr id="6" name="Textplatzhalter 5">
            <a:extLst>
              <a:ext uri="{FF2B5EF4-FFF2-40B4-BE49-F238E27FC236}">
                <a16:creationId xmlns:a16="http://schemas.microsoft.com/office/drawing/2014/main" id="{6138AF82-170C-5FD9-7F8D-9E9268C3C7A6}"/>
              </a:ext>
            </a:extLst>
          </p:cNvPr>
          <p:cNvSpPr>
            <a:spLocks noGrp="1"/>
          </p:cNvSpPr>
          <p:nvPr>
            <p:ph type="body" sz="quarter" idx="13"/>
          </p:nvPr>
        </p:nvSpPr>
        <p:spPr>
          <a:xfrm>
            <a:off x="479425" y="778321"/>
            <a:ext cx="11233150" cy="319318"/>
          </a:xfrm>
        </p:spPr>
        <p:txBody>
          <a:bodyPr/>
          <a:lstStyle/>
          <a:p>
            <a:r>
              <a:rPr lang="en-US" dirty="0"/>
              <a:t>At a glance</a:t>
            </a:r>
          </a:p>
        </p:txBody>
      </p:sp>
      <p:sp>
        <p:nvSpPr>
          <p:cNvPr id="7" name="Textplatzhalter 6">
            <a:extLst>
              <a:ext uri="{FF2B5EF4-FFF2-40B4-BE49-F238E27FC236}">
                <a16:creationId xmlns:a16="http://schemas.microsoft.com/office/drawing/2014/main" id="{AA21B2F3-7AD1-8858-E448-1B27B95B01A3}"/>
              </a:ext>
            </a:extLst>
          </p:cNvPr>
          <p:cNvSpPr>
            <a:spLocks noGrp="1"/>
          </p:cNvSpPr>
          <p:nvPr>
            <p:ph type="body" sz="quarter" idx="14"/>
          </p:nvPr>
        </p:nvSpPr>
        <p:spPr>
          <a:xfrm>
            <a:off x="478199" y="1703388"/>
            <a:ext cx="11233150" cy="4265078"/>
          </a:xfrm>
        </p:spPr>
        <p:txBody>
          <a:bodyPr/>
          <a:lstStyle/>
          <a:p>
            <a:r>
              <a:rPr lang="en-GB" dirty="0"/>
              <a:t>Structure of the Fraunhofer IISB</a:t>
            </a:r>
          </a:p>
          <a:p>
            <a:endParaRPr lang="en-GB" dirty="0"/>
          </a:p>
          <a:p>
            <a:endParaRPr lang="en-GB" dirty="0"/>
          </a:p>
          <a:p>
            <a:endParaRPr lang="en-GB" dirty="0"/>
          </a:p>
          <a:p>
            <a:endParaRPr lang="en-GB" dirty="0"/>
          </a:p>
          <a:p>
            <a:endParaRPr lang="en-GB" dirty="0"/>
          </a:p>
          <a:p>
            <a:endParaRPr lang="en-GB" sz="1400" dirty="0">
              <a:solidFill>
                <a:schemeClr val="tx1"/>
              </a:solidFill>
              <a:latin typeface="+mn-lt"/>
            </a:endParaRPr>
          </a:p>
          <a:p>
            <a:pPr>
              <a:spcAft>
                <a:spcPts val="0"/>
              </a:spcAft>
            </a:pPr>
            <a:endParaRPr lang="en-GB" sz="1400" dirty="0">
              <a:solidFill>
                <a:schemeClr val="tx1"/>
              </a:solidFill>
              <a:latin typeface="+mn-lt"/>
            </a:endParaRPr>
          </a:p>
          <a:p>
            <a:r>
              <a:rPr lang="en-GB" sz="1400" dirty="0">
                <a:solidFill>
                  <a:schemeClr val="tx1"/>
                </a:solidFill>
                <a:latin typeface="+mn-lt"/>
              </a:rPr>
              <a:t>University collaborations with the LEE (Prof. März), LEB (Prof. Schulze) and FAPS (Prof. Franke) at </a:t>
            </a:r>
            <a:r>
              <a:rPr lang="en-GB" sz="1400" b="1" dirty="0">
                <a:solidFill>
                  <a:schemeClr val="tx1"/>
                </a:solidFill>
                <a:latin typeface="+mn-lt"/>
              </a:rPr>
              <a:t>FAU Erlangen-Nuremberg</a:t>
            </a:r>
            <a:r>
              <a:rPr lang="en-GB" sz="1400" dirty="0">
                <a:solidFill>
                  <a:schemeClr val="tx1"/>
                </a:solidFill>
                <a:latin typeface="+mn-lt"/>
              </a:rPr>
              <a:t>, </a:t>
            </a:r>
            <a:r>
              <a:rPr lang="en-GB" sz="1400" dirty="0" err="1">
                <a:solidFill>
                  <a:schemeClr val="tx1"/>
                </a:solidFill>
                <a:latin typeface="+mn-lt"/>
              </a:rPr>
              <a:t>BayBatt</a:t>
            </a:r>
            <a:r>
              <a:rPr lang="en-GB" sz="1400" dirty="0">
                <a:solidFill>
                  <a:schemeClr val="tx1"/>
                </a:solidFill>
                <a:latin typeface="+mn-lt"/>
              </a:rPr>
              <a:t> at the </a:t>
            </a:r>
            <a:r>
              <a:rPr lang="en-GB" sz="1400" b="1" dirty="0">
                <a:solidFill>
                  <a:schemeClr val="tx1"/>
                </a:solidFill>
                <a:latin typeface="+mn-lt"/>
              </a:rPr>
              <a:t>University of Bayreuth </a:t>
            </a:r>
            <a:r>
              <a:rPr lang="en-GB" sz="1400" dirty="0">
                <a:solidFill>
                  <a:schemeClr val="tx1"/>
                </a:solidFill>
                <a:latin typeface="+mn-lt"/>
              </a:rPr>
              <a:t>(Prof. Lorentz), </a:t>
            </a:r>
            <a:r>
              <a:rPr lang="en-GB" sz="1400" b="1" dirty="0">
                <a:solidFill>
                  <a:schemeClr val="tx1"/>
                </a:solidFill>
                <a:latin typeface="+mn-lt"/>
              </a:rPr>
              <a:t>and TU </a:t>
            </a:r>
            <a:r>
              <a:rPr lang="en-GB" sz="1400" b="1" dirty="0" err="1">
                <a:solidFill>
                  <a:schemeClr val="tx1"/>
                </a:solidFill>
                <a:latin typeface="+mn-lt"/>
              </a:rPr>
              <a:t>Bergakademie</a:t>
            </a:r>
            <a:r>
              <a:rPr lang="en-GB" sz="1400" b="1" dirty="0">
                <a:solidFill>
                  <a:schemeClr val="tx1"/>
                </a:solidFill>
                <a:latin typeface="+mn-lt"/>
              </a:rPr>
              <a:t> Freiberg </a:t>
            </a:r>
            <a:r>
              <a:rPr lang="en-GB" sz="1400" dirty="0">
                <a:solidFill>
                  <a:schemeClr val="tx1"/>
                </a:solidFill>
                <a:latin typeface="+mn-lt"/>
              </a:rPr>
              <a:t>(Prof. Heitmann).</a:t>
            </a:r>
          </a:p>
        </p:txBody>
      </p:sp>
      <p:pic>
        <p:nvPicPr>
          <p:cNvPr id="8" name="Grafik 7">
            <a:extLst>
              <a:ext uri="{FF2B5EF4-FFF2-40B4-BE49-F238E27FC236}">
                <a16:creationId xmlns:a16="http://schemas.microsoft.com/office/drawing/2014/main" id="{C8E0550E-7F35-081D-F5BD-F893F9262D3A}"/>
              </a:ext>
            </a:extLst>
          </p:cNvPr>
          <p:cNvPicPr>
            <a:picLocks noChangeAspect="1"/>
          </p:cNvPicPr>
          <p:nvPr/>
        </p:nvPicPr>
        <p:blipFill>
          <a:blip r:embed="rId2"/>
          <a:srcRect l="3911" t="31630" r="3953" b="18192"/>
          <a:stretch>
            <a:fillRect/>
          </a:stretch>
        </p:blipFill>
        <p:spPr>
          <a:xfrm>
            <a:off x="479425" y="2241961"/>
            <a:ext cx="10262147" cy="3143755"/>
          </a:xfrm>
          <a:prstGeom prst="rect">
            <a:avLst/>
          </a:prstGeom>
        </p:spPr>
      </p:pic>
      <p:grpSp>
        <p:nvGrpSpPr>
          <p:cNvPr id="12" name="Gruppieren 11">
            <a:extLst>
              <a:ext uri="{FF2B5EF4-FFF2-40B4-BE49-F238E27FC236}">
                <a16:creationId xmlns:a16="http://schemas.microsoft.com/office/drawing/2014/main" id="{1F50180C-FF54-6C6A-D102-FB1C3DD3AF03}"/>
              </a:ext>
            </a:extLst>
          </p:cNvPr>
          <p:cNvGrpSpPr/>
          <p:nvPr/>
        </p:nvGrpSpPr>
        <p:grpSpPr>
          <a:xfrm>
            <a:off x="6340401" y="1700214"/>
            <a:ext cx="5567118" cy="1172725"/>
            <a:chOff x="6340401" y="1700214"/>
            <a:chExt cx="5567118" cy="1172725"/>
          </a:xfrm>
        </p:grpSpPr>
        <p:sp>
          <p:nvSpPr>
            <p:cNvPr id="10" name="Textfeld 9">
              <a:extLst>
                <a:ext uri="{FF2B5EF4-FFF2-40B4-BE49-F238E27FC236}">
                  <a16:creationId xmlns:a16="http://schemas.microsoft.com/office/drawing/2014/main" id="{D848D5D7-B903-6AF7-E562-033496504E60}"/>
                </a:ext>
              </a:extLst>
            </p:cNvPr>
            <p:cNvSpPr txBox="1"/>
            <p:nvPr/>
          </p:nvSpPr>
          <p:spPr>
            <a:xfrm>
              <a:off x="6340402" y="1703388"/>
              <a:ext cx="5567117" cy="1169551"/>
            </a:xfrm>
            <a:prstGeom prst="rect">
              <a:avLst/>
            </a:prstGeom>
            <a:solidFill>
              <a:schemeClr val="bg2">
                <a:lumMod val="40000"/>
                <a:lumOff val="60000"/>
              </a:schemeClr>
            </a:solidFill>
          </p:spPr>
          <p:txBody>
            <a:bodyPr wrap="square">
              <a:spAutoFit/>
            </a:bodyPr>
            <a:lstStyle/>
            <a:p>
              <a:pPr marL="177800"/>
              <a:r>
                <a:rPr lang="de-DE" sz="1400" dirty="0"/>
                <a:t>Fraunhofer IISB </a:t>
              </a:r>
              <a:r>
                <a:rPr lang="de-DE" sz="1400" dirty="0" err="1"/>
                <a:t>operates</a:t>
              </a:r>
              <a:r>
                <a:rPr lang="de-DE" sz="1400" dirty="0"/>
                <a:t> </a:t>
              </a:r>
              <a:r>
                <a:rPr lang="de-DE" sz="1400" dirty="0" err="1"/>
                <a:t>as</a:t>
              </a:r>
              <a:r>
                <a:rPr lang="de-DE" sz="1400" dirty="0"/>
                <a:t> a </a:t>
              </a:r>
              <a:r>
                <a:rPr lang="de-DE" sz="1400" dirty="0" err="1"/>
                <a:t>legally</a:t>
              </a:r>
              <a:r>
                <a:rPr lang="de-DE" sz="1400" dirty="0"/>
                <a:t> </a:t>
              </a:r>
              <a:r>
                <a:rPr lang="de-DE" sz="1400" dirty="0" err="1"/>
                <a:t>dependent</a:t>
              </a:r>
              <a:r>
                <a:rPr lang="de-DE" sz="1400" dirty="0"/>
                <a:t> </a:t>
              </a:r>
              <a:r>
                <a:rPr lang="de-DE" sz="1400" dirty="0" err="1"/>
                <a:t>entity</a:t>
              </a:r>
              <a:r>
                <a:rPr lang="de-DE" sz="1400" dirty="0"/>
                <a:t> </a:t>
              </a:r>
              <a:r>
                <a:rPr lang="de-DE" sz="1400" dirty="0" err="1"/>
                <a:t>of</a:t>
              </a:r>
              <a:r>
                <a:rPr lang="de-DE" sz="1400" dirty="0"/>
                <a:t> Fraunhofer-Gesellschaft zur Förderung der angewandten Forschung e. V.</a:t>
              </a:r>
            </a:p>
            <a:p>
              <a:pPr marL="447675" indent="-269875">
                <a:buClr>
                  <a:srgbClr val="179C7D"/>
                </a:buClr>
              </a:pPr>
              <a:r>
                <a:rPr lang="de-DE" sz="1400" dirty="0" err="1"/>
                <a:t>Some</a:t>
              </a:r>
              <a:r>
                <a:rPr lang="de-DE" sz="1400" dirty="0"/>
                <a:t> </a:t>
              </a:r>
              <a:r>
                <a:rPr lang="de-DE" sz="1400" b="1" dirty="0"/>
                <a:t>IISB </a:t>
              </a:r>
              <a:r>
                <a:rPr lang="de-DE" sz="1400" b="1" dirty="0" err="1"/>
                <a:t>key</a:t>
              </a:r>
              <a:r>
                <a:rPr lang="de-DE" sz="1400" b="1" dirty="0"/>
                <a:t> </a:t>
              </a:r>
              <a:r>
                <a:rPr lang="de-DE" sz="1400" b="1" dirty="0" err="1"/>
                <a:t>figures</a:t>
              </a:r>
              <a:r>
                <a:rPr lang="de-DE" sz="1400" dirty="0"/>
                <a:t>:</a:t>
              </a:r>
            </a:p>
            <a:p>
              <a:pPr marL="447675" indent="-269875">
                <a:buClr>
                  <a:srgbClr val="179C7D"/>
                </a:buClr>
                <a:buFont typeface="Wingdings" panose="05000000000000000000" pitchFamily="2" charset="2"/>
                <a:buChar char="§"/>
              </a:pPr>
              <a:r>
                <a:rPr lang="de-DE" sz="1400" dirty="0"/>
                <a:t>Over 500 </a:t>
              </a:r>
              <a:r>
                <a:rPr lang="de-DE" sz="1400" dirty="0" err="1"/>
                <a:t>employees</a:t>
              </a:r>
              <a:endParaRPr lang="de-DE" sz="1400" dirty="0"/>
            </a:p>
            <a:p>
              <a:pPr marL="447675" indent="-269875">
                <a:buClr>
                  <a:srgbClr val="179C7D"/>
                </a:buClr>
                <a:buFont typeface="Wingdings" panose="05000000000000000000" pitchFamily="2" charset="2"/>
                <a:buChar char="§"/>
              </a:pPr>
              <a:r>
                <a:rPr lang="de-DE" sz="1400" dirty="0"/>
                <a:t>Over 45 </a:t>
              </a:r>
              <a:r>
                <a:rPr lang="de-DE" sz="1400" dirty="0" err="1"/>
                <a:t>million</a:t>
              </a:r>
              <a:r>
                <a:rPr lang="de-DE" sz="1400" dirty="0"/>
                <a:t> EUR in annual </a:t>
              </a:r>
              <a:r>
                <a:rPr lang="de-DE" sz="1400" dirty="0" err="1"/>
                <a:t>revenue</a:t>
              </a:r>
              <a:endParaRPr lang="de-DE" sz="1400" dirty="0"/>
            </a:p>
          </p:txBody>
        </p:sp>
        <p:sp>
          <p:nvSpPr>
            <p:cNvPr id="11" name="Gleichschenkliges Dreieck 10">
              <a:extLst>
                <a:ext uri="{FF2B5EF4-FFF2-40B4-BE49-F238E27FC236}">
                  <a16:creationId xmlns:a16="http://schemas.microsoft.com/office/drawing/2014/main" id="{8379B39E-A667-63C6-7A20-1595A908B223}"/>
                </a:ext>
              </a:extLst>
            </p:cNvPr>
            <p:cNvSpPr/>
            <p:nvPr/>
          </p:nvSpPr>
          <p:spPr>
            <a:xfrm rot="5400000">
              <a:off x="5850892" y="2189723"/>
              <a:ext cx="1169552" cy="190533"/>
            </a:xfrm>
            <a:prstGeom prst="triangle">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marL="180000" indent="-180000" algn="l">
                <a:lnSpc>
                  <a:spcPts val="1960"/>
                </a:lnSpc>
                <a:buClr>
                  <a:schemeClr val="accent1"/>
                </a:buClr>
                <a:buFont typeface="Wingdings" panose="05000000000000000000" pitchFamily="2" charset="2"/>
                <a:buChar char="§"/>
              </a:pPr>
              <a:endParaRPr lang="de-DE" sz="1400" dirty="0">
                <a:solidFill>
                  <a:schemeClr val="tx1"/>
                </a:solidFill>
              </a:endParaRPr>
            </a:p>
          </p:txBody>
        </p:sp>
      </p:grpSp>
    </p:spTree>
    <p:extLst>
      <p:ext uri="{BB962C8B-B14F-4D97-AF65-F5344CB8AC3E}">
        <p14:creationId xmlns:p14="http://schemas.microsoft.com/office/powerpoint/2010/main" val="2015053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1C0C5-14EC-7269-67F0-575A929BA06C}"/>
            </a:ext>
          </a:extLst>
        </p:cNvPr>
        <p:cNvGrpSpPr/>
        <p:nvPr/>
      </p:nvGrpSpPr>
      <p:grpSpPr>
        <a:xfrm>
          <a:off x="0" y="0"/>
          <a:ext cx="0" cy="0"/>
          <a:chOff x="0" y="0"/>
          <a:chExt cx="0" cy="0"/>
        </a:xfrm>
      </p:grpSpPr>
      <p:sp>
        <p:nvSpPr>
          <p:cNvPr id="3" name="Datumsplatzhalter 2">
            <a:extLst>
              <a:ext uri="{FF2B5EF4-FFF2-40B4-BE49-F238E27FC236}">
                <a16:creationId xmlns:a16="http://schemas.microsoft.com/office/drawing/2014/main" id="{018E0088-D379-27CE-EF8A-24A22DD5E0FC}"/>
              </a:ext>
            </a:extLst>
          </p:cNvPr>
          <p:cNvSpPr>
            <a:spLocks noGrp="1"/>
          </p:cNvSpPr>
          <p:nvPr>
            <p:ph type="dt" sz="half" idx="12"/>
          </p:nvPr>
        </p:nvSpPr>
        <p:spPr/>
        <p:txBody>
          <a:bodyPr/>
          <a:lstStyle/>
          <a:p>
            <a:fld id="{BE4F662B-8B67-467B-B579-81B65A21735B}" type="datetime1">
              <a:rPr lang="de-DE" noProof="0" smtClean="0"/>
              <a:t>13.05.2026</a:t>
            </a:fld>
            <a:endParaRPr lang="de-DE" noProof="0" dirty="0"/>
          </a:p>
        </p:txBody>
      </p:sp>
      <p:sp>
        <p:nvSpPr>
          <p:cNvPr id="4" name="Fußzeilenplatzhalter 3">
            <a:extLst>
              <a:ext uri="{FF2B5EF4-FFF2-40B4-BE49-F238E27FC236}">
                <a16:creationId xmlns:a16="http://schemas.microsoft.com/office/drawing/2014/main" id="{FECD4DC4-213E-1C24-539D-469FCF0E115E}"/>
              </a:ext>
            </a:extLst>
          </p:cNvPr>
          <p:cNvSpPr>
            <a:spLocks noGrp="1"/>
          </p:cNvSpPr>
          <p:nvPr>
            <p:ph type="ftr" sz="quarter" idx="13"/>
          </p:nvPr>
        </p:nvSpPr>
        <p:spPr/>
        <p:txBody>
          <a:bodyPr/>
          <a:lstStyle/>
          <a:p>
            <a:r>
              <a:rPr lang="de-DE" noProof="0"/>
              <a:t>© Fraunhofer IISB</a:t>
            </a:r>
            <a:endParaRPr lang="de-DE" noProof="0" dirty="0"/>
          </a:p>
        </p:txBody>
      </p:sp>
      <p:sp>
        <p:nvSpPr>
          <p:cNvPr id="5" name="Foliennummernplatzhalter 4">
            <a:extLst>
              <a:ext uri="{FF2B5EF4-FFF2-40B4-BE49-F238E27FC236}">
                <a16:creationId xmlns:a16="http://schemas.microsoft.com/office/drawing/2014/main" id="{815ABCBB-8778-47E6-E5BE-5A04F78B418F}"/>
              </a:ext>
            </a:extLst>
          </p:cNvPr>
          <p:cNvSpPr>
            <a:spLocks noGrp="1"/>
          </p:cNvSpPr>
          <p:nvPr>
            <p:ph type="sldNum" sz="quarter" idx="14"/>
          </p:nvPr>
        </p:nvSpPr>
        <p:spPr/>
        <p:txBody>
          <a:bodyPr/>
          <a:lstStyle/>
          <a:p>
            <a:r>
              <a:rPr lang="de-DE" noProof="0"/>
              <a:t>Seite</a:t>
            </a:r>
            <a:r>
              <a:rPr lang="en-US"/>
              <a:t> </a:t>
            </a:r>
            <a:fld id="{401BA3E4-5E55-4F99-AF09-CC6D6B2539E2}" type="slidenum">
              <a:rPr lang="en-US" smtClean="0"/>
              <a:pPr/>
              <a:t>12</a:t>
            </a:fld>
            <a:endParaRPr lang="en-US" dirty="0"/>
          </a:p>
        </p:txBody>
      </p:sp>
      <p:sp>
        <p:nvSpPr>
          <p:cNvPr id="6" name="Textplatzhalter 4">
            <a:extLst>
              <a:ext uri="{FF2B5EF4-FFF2-40B4-BE49-F238E27FC236}">
                <a16:creationId xmlns:a16="http://schemas.microsoft.com/office/drawing/2014/main" id="{BCECAA79-3F27-2371-6A01-4DC0E4D640B6}"/>
              </a:ext>
            </a:extLst>
          </p:cNvPr>
          <p:cNvSpPr txBox="1">
            <a:spLocks/>
          </p:cNvSpPr>
          <p:nvPr/>
        </p:nvSpPr>
        <p:spPr bwMode="gray">
          <a:xfrm>
            <a:off x="478198" y="2880000"/>
            <a:ext cx="7453859" cy="2235484"/>
          </a:xfrm>
          <a:prstGeom prst="rect">
            <a:avLst/>
          </a:prstGeom>
          <a:noFill/>
        </p:spPr>
        <p:txBody>
          <a:bodyPr vert="horz" wrap="square" lIns="0" tIns="0" rIns="0" bIns="0" rtlCol="0" anchor="t">
            <a:spAutoFit/>
          </a:bodyPr>
          <a:lstStyle>
            <a:lvl1pPr marL="0" indent="0" algn="l" defTabSz="914400" rtl="0" eaLnBrk="1" latinLnBrk="0" hangingPunct="1">
              <a:lnSpc>
                <a:spcPct val="11000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3200"/>
              </a:lnSpc>
              <a:spcBef>
                <a:spcPts val="0"/>
              </a:spcBef>
              <a:spcAft>
                <a:spcPts val="640"/>
              </a:spcAft>
              <a:buFont typeface="Arial" panose="020B0604020202020204" pitchFamily="34" charset="0"/>
              <a:buNone/>
              <a:defRPr sz="4160" b="1"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ct val="100000"/>
              </a:lnSpc>
              <a:spcBef>
                <a:spcPts val="0"/>
              </a:spcBef>
              <a:spcAft>
                <a:spcPts val="0"/>
              </a:spcAft>
              <a:buFont typeface="Arial" panose="020B0604020202020204" pitchFamily="34" charset="0"/>
              <a:buNone/>
              <a:defRPr sz="3200" b="0" kern="1200">
                <a:solidFill>
                  <a:schemeClr val="bg1"/>
                </a:solidFill>
                <a:latin typeface="+mn-lt"/>
                <a:ea typeface="+mn-ea"/>
                <a:cs typeface="+mn-cs"/>
              </a:defRPr>
            </a:lvl3pPr>
            <a:lvl4pPr marL="0" indent="0" algn="l" defTabSz="914400" rtl="0" eaLnBrk="1" latinLnBrk="0" hangingPunct="1">
              <a:lnSpc>
                <a:spcPts val="2080"/>
              </a:lnSpc>
              <a:spcBef>
                <a:spcPts val="2080"/>
              </a:spcBef>
              <a:spcAft>
                <a:spcPts val="0"/>
              </a:spcAft>
              <a:buClr>
                <a:schemeClr val="accent1"/>
              </a:buClr>
              <a:buFont typeface="Wingdings" panose="05000000000000000000" pitchFamily="2" charset="2"/>
              <a:buNone/>
              <a:defRPr sz="1400" kern="1200">
                <a:solidFill>
                  <a:schemeClr val="bg1"/>
                </a:solidFill>
                <a:latin typeface="+mn-lt"/>
                <a:ea typeface="+mn-ea"/>
                <a:cs typeface="+mn-cs"/>
              </a:defRPr>
            </a:lvl4pPr>
            <a:lvl5pPr marL="360000" indent="-180000" algn="l" defTabSz="914400" rtl="0" eaLnBrk="1" latinLnBrk="0" hangingPunct="1">
              <a:lnSpc>
                <a:spcPct val="110000"/>
              </a:lnSpc>
              <a:spcBef>
                <a:spcPts val="0"/>
              </a:spcBef>
              <a:spcAft>
                <a:spcPts val="0"/>
              </a:spcAft>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ct val="11000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9pPr>
          </a:lstStyle>
          <a:p>
            <a:r>
              <a:rPr lang="en-US" dirty="0"/>
              <a:t>Section 02</a:t>
            </a:r>
          </a:p>
          <a:p>
            <a:pPr lvl="1"/>
            <a:r>
              <a:rPr lang="en-US" dirty="0"/>
              <a:t>—</a:t>
            </a:r>
          </a:p>
          <a:p>
            <a:pPr lvl="2"/>
            <a:r>
              <a:rPr lang="en-US" dirty="0"/>
              <a:t>Introduction to DC-Grids</a:t>
            </a:r>
          </a:p>
          <a:p>
            <a:pPr lvl="2"/>
            <a:br>
              <a:rPr lang="en-US" dirty="0"/>
            </a:br>
            <a:endParaRPr lang="en-US" dirty="0"/>
          </a:p>
        </p:txBody>
      </p:sp>
    </p:spTree>
    <p:extLst>
      <p:ext uri="{BB962C8B-B14F-4D97-AF65-F5344CB8AC3E}">
        <p14:creationId xmlns:p14="http://schemas.microsoft.com/office/powerpoint/2010/main" val="4240873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platzhalter 6">
            <a:extLst>
              <a:ext uri="{FF2B5EF4-FFF2-40B4-BE49-F238E27FC236}">
                <a16:creationId xmlns:a16="http://schemas.microsoft.com/office/drawing/2014/main" id="{1247207D-6C34-E34D-9DFB-BCF41E372991}"/>
              </a:ext>
            </a:extLst>
          </p:cNvPr>
          <p:cNvSpPr txBox="1">
            <a:spLocks/>
          </p:cNvSpPr>
          <p:nvPr/>
        </p:nvSpPr>
        <p:spPr bwMode="gray">
          <a:xfrm>
            <a:off x="6275387" y="1700214"/>
            <a:ext cx="5432425" cy="1431796"/>
          </a:xfrm>
          <a:prstGeom prst="rect">
            <a:avLst/>
          </a:prstGeom>
          <a:gradFill flip="none" rotWithShape="1">
            <a:gsLst>
              <a:gs pos="34000">
                <a:srgbClr val="00779A"/>
              </a:gs>
              <a:gs pos="0">
                <a:srgbClr val="014A6B"/>
              </a:gs>
              <a:gs pos="74000">
                <a:schemeClr val="accent5">
                  <a:lumMod val="90000"/>
                  <a:lumOff val="10000"/>
                </a:schemeClr>
              </a:gs>
              <a:gs pos="100000">
                <a:srgbClr val="09B2AC"/>
              </a:gs>
            </a:gsLst>
            <a:path path="circle">
              <a:fillToRect l="100000" t="100000"/>
            </a:path>
            <a:tileRect r="-100000" b="-100000"/>
          </a:gradFill>
        </p:spPr>
        <p:txBody>
          <a:bodyPr vert="horz" lIns="0" tIns="0" rIns="0" bIns="0" rtlCol="0">
            <a:noAutofit/>
          </a:bodyPr>
          <a:lstStyle>
            <a:defPPr>
              <a:defRPr lang="de-DE"/>
            </a:defPPr>
            <a:lvl1pPr indent="0">
              <a:lnSpc>
                <a:spcPct val="110000"/>
              </a:lnSpc>
              <a:spcBef>
                <a:spcPts val="0"/>
              </a:spcBef>
              <a:spcAft>
                <a:spcPts val="1900"/>
              </a:spcAft>
              <a:buFont typeface="Arial" panose="020B0604020202020204" pitchFamily="34" charset="0"/>
              <a:buNone/>
              <a:defRPr sz="2000" b="0">
                <a:solidFill>
                  <a:schemeClr val="accent2"/>
                </a:solidFill>
              </a:defRPr>
            </a:lvl1pPr>
            <a:lvl2pPr marL="0" indent="0">
              <a:lnSpc>
                <a:spcPct val="110000"/>
              </a:lnSpc>
              <a:spcBef>
                <a:spcPts val="0"/>
              </a:spcBef>
              <a:spcAft>
                <a:spcPts val="1900"/>
              </a:spcAft>
              <a:buFont typeface="Arial" panose="020B0604020202020204" pitchFamily="34" charset="0"/>
              <a:buNone/>
              <a:defRPr sz="1400"/>
            </a:lvl2pPr>
            <a:lvl3pPr marL="0" indent="0">
              <a:lnSpc>
                <a:spcPct val="110000"/>
              </a:lnSpc>
              <a:spcBef>
                <a:spcPts val="0"/>
              </a:spcBef>
              <a:buFont typeface="Arial" panose="020B0604020202020204" pitchFamily="34" charset="0"/>
              <a:buNone/>
              <a:defRPr sz="1400" b="0">
                <a:latin typeface="+mj-lt"/>
              </a:defRPr>
            </a:lvl3pPr>
            <a:lvl4pPr marL="180000" indent="-180000">
              <a:lnSpc>
                <a:spcPct val="110000"/>
              </a:lnSpc>
              <a:spcBef>
                <a:spcPts val="0"/>
              </a:spcBef>
              <a:buClr>
                <a:schemeClr val="accent1"/>
              </a:buClr>
              <a:buFont typeface="Wingdings" panose="05000000000000000000" pitchFamily="2" charset="2"/>
              <a:buChar char="§"/>
              <a:defRPr sz="1400"/>
            </a:lvl4pPr>
            <a:lvl5pPr marL="360000" indent="-180000">
              <a:lnSpc>
                <a:spcPct val="110000"/>
              </a:lnSpc>
              <a:spcBef>
                <a:spcPts val="0"/>
              </a:spcBef>
              <a:buClr>
                <a:schemeClr val="bg2"/>
              </a:buClr>
              <a:buFont typeface="Wingdings" panose="05000000000000000000" pitchFamily="2" charset="2"/>
              <a:buChar char="§"/>
              <a:defRPr sz="1400"/>
            </a:lvl5pPr>
            <a:lvl6pPr marL="540000" indent="-180000">
              <a:lnSpc>
                <a:spcPct val="110000"/>
              </a:lnSpc>
              <a:spcBef>
                <a:spcPts val="0"/>
              </a:spcBef>
              <a:buClr>
                <a:schemeClr val="bg2"/>
              </a:buClr>
              <a:buFont typeface="Wingdings" panose="05000000000000000000" pitchFamily="2" charset="2"/>
              <a:buChar char="§"/>
              <a:defRPr sz="1400"/>
            </a:lvl6pPr>
            <a:lvl7pPr marL="0" lvl="6" indent="0">
              <a:lnSpc>
                <a:spcPct val="110000"/>
              </a:lnSpc>
              <a:spcBef>
                <a:spcPts val="0"/>
              </a:spcBef>
              <a:buClr>
                <a:schemeClr val="accent1"/>
              </a:buClr>
              <a:buFont typeface="+mj-lt"/>
              <a:buNone/>
              <a:defRPr sz="1600" b="1">
                <a:solidFill>
                  <a:schemeClr val="bg1"/>
                </a:solidFill>
              </a:defRPr>
            </a:lvl7pPr>
            <a:lvl8pPr marL="432000" indent="-216000">
              <a:lnSpc>
                <a:spcPct val="110000"/>
              </a:lnSpc>
              <a:spcBef>
                <a:spcPts val="0"/>
              </a:spcBef>
              <a:buClr>
                <a:schemeClr val="bg2"/>
              </a:buClr>
              <a:buFont typeface="+mj-lt"/>
              <a:buAutoNum type="arabicPeriod"/>
              <a:defRPr sz="1400"/>
            </a:lvl8pPr>
            <a:lvl9pPr marL="648000" indent="-216000">
              <a:lnSpc>
                <a:spcPct val="110000"/>
              </a:lnSpc>
              <a:spcBef>
                <a:spcPts val="0"/>
              </a:spcBef>
              <a:buClr>
                <a:schemeClr val="bg2"/>
              </a:buClr>
              <a:buFont typeface="+mj-lt"/>
              <a:buAutoNum type="arabicPeriod"/>
              <a:defRPr sz="1400"/>
            </a:lvl9pPr>
          </a:lstStyle>
          <a:p>
            <a:endParaRPr lang="de-DE" dirty="0"/>
          </a:p>
        </p:txBody>
      </p:sp>
      <p:sp>
        <p:nvSpPr>
          <p:cNvPr id="38" name="Textplatzhalter 6">
            <a:extLst>
              <a:ext uri="{FF2B5EF4-FFF2-40B4-BE49-F238E27FC236}">
                <a16:creationId xmlns:a16="http://schemas.microsoft.com/office/drawing/2014/main" id="{F0FD6377-A80E-364E-B1A4-7D6E21DBF598}"/>
              </a:ext>
            </a:extLst>
          </p:cNvPr>
          <p:cNvSpPr txBox="1">
            <a:spLocks/>
          </p:cNvSpPr>
          <p:nvPr/>
        </p:nvSpPr>
        <p:spPr bwMode="gray">
          <a:xfrm>
            <a:off x="479425" y="1700213"/>
            <a:ext cx="5437188" cy="1431795"/>
          </a:xfrm>
          <a:prstGeom prst="rect">
            <a:avLst/>
          </a:prstGeom>
          <a:gradFill flip="none" rotWithShape="1">
            <a:gsLst>
              <a:gs pos="34000">
                <a:srgbClr val="00779A"/>
              </a:gs>
              <a:gs pos="0">
                <a:srgbClr val="014A6B"/>
              </a:gs>
              <a:gs pos="74000">
                <a:schemeClr val="accent5">
                  <a:lumMod val="90000"/>
                  <a:lumOff val="10000"/>
                </a:schemeClr>
              </a:gs>
              <a:gs pos="100000">
                <a:srgbClr val="09B2AC"/>
              </a:gs>
            </a:gsLst>
            <a:path path="circle">
              <a:fillToRect r="100000" b="100000"/>
            </a:path>
            <a:tileRect l="-100000" t="-100000"/>
          </a:gradFill>
        </p:spPr>
        <p:txBody>
          <a:bodyPr vert="horz" lIns="0" tIns="0" rIns="0" bIns="0" rtlCol="0">
            <a:noAutofit/>
          </a:bodyPr>
          <a:lstStyle>
            <a:defPPr>
              <a:defRPr lang="de-DE"/>
            </a:defPPr>
            <a:lvl1pPr indent="0">
              <a:lnSpc>
                <a:spcPct val="110000"/>
              </a:lnSpc>
              <a:spcBef>
                <a:spcPts val="0"/>
              </a:spcBef>
              <a:spcAft>
                <a:spcPts val="1900"/>
              </a:spcAft>
              <a:buFont typeface="Arial" panose="020B0604020202020204" pitchFamily="34" charset="0"/>
              <a:buNone/>
              <a:defRPr sz="2000" b="0">
                <a:solidFill>
                  <a:schemeClr val="accent2"/>
                </a:solidFill>
              </a:defRPr>
            </a:lvl1pPr>
            <a:lvl2pPr marL="0" indent="0">
              <a:lnSpc>
                <a:spcPct val="110000"/>
              </a:lnSpc>
              <a:spcBef>
                <a:spcPts val="0"/>
              </a:spcBef>
              <a:spcAft>
                <a:spcPts val="1900"/>
              </a:spcAft>
              <a:buFont typeface="Arial" panose="020B0604020202020204" pitchFamily="34" charset="0"/>
              <a:buNone/>
              <a:defRPr sz="1400"/>
            </a:lvl2pPr>
            <a:lvl3pPr marL="0" indent="0">
              <a:lnSpc>
                <a:spcPct val="110000"/>
              </a:lnSpc>
              <a:spcBef>
                <a:spcPts val="0"/>
              </a:spcBef>
              <a:buFont typeface="Arial" panose="020B0604020202020204" pitchFamily="34" charset="0"/>
              <a:buNone/>
              <a:defRPr sz="1400" b="0">
                <a:latin typeface="+mj-lt"/>
              </a:defRPr>
            </a:lvl3pPr>
            <a:lvl4pPr marL="180000" indent="-180000">
              <a:lnSpc>
                <a:spcPct val="110000"/>
              </a:lnSpc>
              <a:spcBef>
                <a:spcPts val="0"/>
              </a:spcBef>
              <a:buClr>
                <a:schemeClr val="accent1"/>
              </a:buClr>
              <a:buFont typeface="Wingdings" panose="05000000000000000000" pitchFamily="2" charset="2"/>
              <a:buChar char="§"/>
              <a:defRPr sz="1400"/>
            </a:lvl4pPr>
            <a:lvl5pPr marL="360000" indent="-180000">
              <a:lnSpc>
                <a:spcPct val="110000"/>
              </a:lnSpc>
              <a:spcBef>
                <a:spcPts val="0"/>
              </a:spcBef>
              <a:buClr>
                <a:schemeClr val="bg2"/>
              </a:buClr>
              <a:buFont typeface="Wingdings" panose="05000000000000000000" pitchFamily="2" charset="2"/>
              <a:buChar char="§"/>
              <a:defRPr sz="1400"/>
            </a:lvl5pPr>
            <a:lvl6pPr marL="540000" indent="-180000">
              <a:lnSpc>
                <a:spcPct val="110000"/>
              </a:lnSpc>
              <a:spcBef>
                <a:spcPts val="0"/>
              </a:spcBef>
              <a:buClr>
                <a:schemeClr val="bg2"/>
              </a:buClr>
              <a:buFont typeface="Wingdings" panose="05000000000000000000" pitchFamily="2" charset="2"/>
              <a:buChar char="§"/>
              <a:defRPr sz="1400"/>
            </a:lvl6pPr>
            <a:lvl7pPr marL="0" lvl="6" indent="0">
              <a:lnSpc>
                <a:spcPct val="110000"/>
              </a:lnSpc>
              <a:spcBef>
                <a:spcPts val="0"/>
              </a:spcBef>
              <a:buClr>
                <a:schemeClr val="accent1"/>
              </a:buClr>
              <a:buFont typeface="+mj-lt"/>
              <a:buNone/>
              <a:defRPr sz="1600" b="1">
                <a:solidFill>
                  <a:schemeClr val="bg1"/>
                </a:solidFill>
              </a:defRPr>
            </a:lvl7pPr>
            <a:lvl8pPr marL="432000" indent="-216000">
              <a:lnSpc>
                <a:spcPct val="110000"/>
              </a:lnSpc>
              <a:spcBef>
                <a:spcPts val="0"/>
              </a:spcBef>
              <a:buClr>
                <a:schemeClr val="bg2"/>
              </a:buClr>
              <a:buFont typeface="+mj-lt"/>
              <a:buAutoNum type="arabicPeriod"/>
              <a:defRPr sz="1400"/>
            </a:lvl8pPr>
            <a:lvl9pPr marL="648000" indent="-216000">
              <a:lnSpc>
                <a:spcPct val="110000"/>
              </a:lnSpc>
              <a:spcBef>
                <a:spcPts val="0"/>
              </a:spcBef>
              <a:buClr>
                <a:schemeClr val="bg2"/>
              </a:buClr>
              <a:buFont typeface="+mj-lt"/>
              <a:buAutoNum type="arabicPeriod"/>
              <a:defRPr sz="1400"/>
            </a:lvl9pPr>
          </a:lstStyle>
          <a:p>
            <a:endParaRPr lang="de-DE" dirty="0"/>
          </a:p>
        </p:txBody>
      </p:sp>
      <p:sp>
        <p:nvSpPr>
          <p:cNvPr id="33" name="Textplatzhalter 6">
            <a:extLst>
              <a:ext uri="{FF2B5EF4-FFF2-40B4-BE49-F238E27FC236}">
                <a16:creationId xmlns:a16="http://schemas.microsoft.com/office/drawing/2014/main" id="{8660FE84-E1CD-5341-B8AF-24D9DF93CE50}"/>
              </a:ext>
            </a:extLst>
          </p:cNvPr>
          <p:cNvSpPr txBox="1">
            <a:spLocks/>
          </p:cNvSpPr>
          <p:nvPr/>
        </p:nvSpPr>
        <p:spPr bwMode="gray">
          <a:xfrm>
            <a:off x="6270625" y="3132009"/>
            <a:ext cx="5437188" cy="2852865"/>
          </a:xfrm>
          <a:prstGeom prst="rect">
            <a:avLst/>
          </a:prstGeom>
          <a:solidFill>
            <a:srgbClr val="E5EEF2"/>
          </a:solidFill>
        </p:spPr>
        <p:txBody>
          <a:bodyPr lIns="144000" tIns="144000" rIns="144000" bIns="144000" numCol="1" spcCol="360000">
            <a:noAutofit/>
          </a:bodyPr>
          <a:lstStyle>
            <a:lvl1pPr marL="0" indent="0" algn="l" defTabSz="914400" rtl="0" eaLnBrk="1" latinLnBrk="0" hangingPunct="1">
              <a:lnSpc>
                <a:spcPts val="196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1960"/>
              </a:lnSpc>
              <a:spcBef>
                <a:spcPts val="0"/>
              </a:spcBef>
              <a:spcAft>
                <a:spcPts val="0"/>
              </a:spcAft>
              <a:buFont typeface="Arial" panose="020B0604020202020204" pitchFamily="34" charset="0"/>
              <a:buNone/>
              <a:defRPr sz="2080" b="0"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bg1"/>
                </a:solidFill>
                <a:latin typeface="+mj-lt"/>
                <a:ea typeface="+mn-ea"/>
                <a:cs typeface="+mn-cs"/>
              </a:defRPr>
            </a:lvl3pPr>
            <a:lvl4pPr marL="18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4pPr>
            <a:lvl5pPr marL="36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5pPr>
            <a:lvl6pPr marL="54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6pPr>
            <a:lvl7pPr marL="216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7pPr>
            <a:lvl8pPr marL="432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8pPr>
            <a:lvl9pPr marL="648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9pPr>
          </a:lstStyle>
          <a:p>
            <a:endParaRPr lang="de-DE" dirty="0">
              <a:solidFill>
                <a:schemeClr val="accent2"/>
              </a:solidFill>
            </a:endParaRPr>
          </a:p>
        </p:txBody>
      </p:sp>
      <p:graphicFrame>
        <p:nvGraphicFramePr>
          <p:cNvPr id="6" name="Objekt 5" hidden="1">
            <a:extLst>
              <a:ext uri="{FF2B5EF4-FFF2-40B4-BE49-F238E27FC236}">
                <a16:creationId xmlns:a16="http://schemas.microsoft.com/office/drawing/2014/main" id="{E1F7A04A-71D1-45B6-B350-5FA7CAE858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6" name="Objekt 5" hidden="1">
                        <a:extLst>
                          <a:ext uri="{FF2B5EF4-FFF2-40B4-BE49-F238E27FC236}">
                            <a16:creationId xmlns:a16="http://schemas.microsoft.com/office/drawing/2014/main" id="{E1F7A04A-71D1-45B6-B350-5FA7CAE858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9B520085-9194-4F0F-ABC7-184C219C5562}"/>
              </a:ext>
            </a:extLst>
          </p:cNvPr>
          <p:cNvSpPr>
            <a:spLocks noGrp="1"/>
          </p:cNvSpPr>
          <p:nvPr>
            <p:ph type="title"/>
          </p:nvPr>
        </p:nvSpPr>
        <p:spPr bwMode="gray"/>
        <p:txBody>
          <a:bodyPr vert="horz"/>
          <a:lstStyle/>
          <a:p>
            <a:pPr lvl="0"/>
            <a:r>
              <a:rPr lang="en-US" dirty="0"/>
              <a:t>History</a:t>
            </a:r>
          </a:p>
        </p:txBody>
      </p:sp>
      <p:sp>
        <p:nvSpPr>
          <p:cNvPr id="4" name="Datumsplatzhalter 3">
            <a:extLst>
              <a:ext uri="{FF2B5EF4-FFF2-40B4-BE49-F238E27FC236}">
                <a16:creationId xmlns:a16="http://schemas.microsoft.com/office/drawing/2014/main" id="{1F2E0075-9348-43CC-BABA-73A88FFE0D69}"/>
              </a:ext>
            </a:extLst>
          </p:cNvPr>
          <p:cNvSpPr>
            <a:spLocks noGrp="1"/>
          </p:cNvSpPr>
          <p:nvPr>
            <p:ph type="dt" sz="half" idx="10"/>
          </p:nvPr>
        </p:nvSpPr>
        <p:spPr bwMode="gray">
          <a:xfrm>
            <a:off x="1309947" y="6455836"/>
            <a:ext cx="864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6E31DC2-315B-4522-A851-36ED249C304D}" type="datetime1">
              <a:rPr lang="de-DE" smtClean="0"/>
              <a:pPr/>
              <a:t>13.05.2026</a:t>
            </a:fld>
            <a:endParaRPr lang="de-DE"/>
          </a:p>
        </p:txBody>
      </p:sp>
      <p:sp>
        <p:nvSpPr>
          <p:cNvPr id="28" name="Fußzeilenplatzhalter 27">
            <a:extLst>
              <a:ext uri="{FF2B5EF4-FFF2-40B4-BE49-F238E27FC236}">
                <a16:creationId xmlns:a16="http://schemas.microsoft.com/office/drawing/2014/main" id="{358DBF79-B144-4E92-9939-F4E725D12AF4}"/>
              </a:ext>
            </a:extLst>
          </p:cNvPr>
          <p:cNvSpPr>
            <a:spLocks noGrp="1"/>
          </p:cNvSpPr>
          <p:nvPr>
            <p:ph type="ftr" sz="quarter" idx="11"/>
          </p:nvPr>
        </p:nvSpPr>
        <p:spPr bwMode="gray">
          <a:xfrm>
            <a:off x="2297897" y="6455836"/>
            <a:ext cx="2952000" cy="123111"/>
          </a:xfrm>
          <a:prstGeom prst="rect">
            <a:avLst/>
          </a:prstGeom>
        </p:spPr>
        <p:txBody>
          <a:bodyPr vert="horz" lIns="0" tIns="0" rIns="0" bIns="0" rtlCol="0" anchor="ctr">
            <a:noAutofit/>
          </a:bodyPr>
          <a:lstStyle>
            <a:defPPr>
              <a:defRPr lang="de-DE"/>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Fraunhofer </a:t>
            </a:r>
          </a:p>
        </p:txBody>
      </p:sp>
      <p:sp>
        <p:nvSpPr>
          <p:cNvPr id="14" name="Textplatzhalter 13">
            <a:extLst>
              <a:ext uri="{FF2B5EF4-FFF2-40B4-BE49-F238E27FC236}">
                <a16:creationId xmlns:a16="http://schemas.microsoft.com/office/drawing/2014/main" id="{E93CC14C-F8F5-435A-9FDF-27071DF891F9}"/>
              </a:ext>
            </a:extLst>
          </p:cNvPr>
          <p:cNvSpPr>
            <a:spLocks noGrp="1"/>
          </p:cNvSpPr>
          <p:nvPr>
            <p:ph type="body" sz="quarter" idx="13"/>
          </p:nvPr>
        </p:nvSpPr>
        <p:spPr>
          <a:xfrm>
            <a:off x="479425" y="778321"/>
            <a:ext cx="11233150" cy="319318"/>
          </a:xfrm>
        </p:spPr>
        <p:txBody>
          <a:bodyPr/>
          <a:lstStyle/>
          <a:p>
            <a:r>
              <a:rPr lang="en-US" dirty="0"/>
              <a:t>War of current ~1890</a:t>
            </a:r>
          </a:p>
        </p:txBody>
      </p:sp>
      <p:sp>
        <p:nvSpPr>
          <p:cNvPr id="12" name="Textplatzhalter 6">
            <a:extLst>
              <a:ext uri="{FF2B5EF4-FFF2-40B4-BE49-F238E27FC236}">
                <a16:creationId xmlns:a16="http://schemas.microsoft.com/office/drawing/2014/main" id="{422B2CF4-3A3F-4531-B739-6F5A9BD38398}"/>
              </a:ext>
            </a:extLst>
          </p:cNvPr>
          <p:cNvSpPr txBox="1">
            <a:spLocks/>
          </p:cNvSpPr>
          <p:nvPr/>
        </p:nvSpPr>
        <p:spPr bwMode="gray">
          <a:xfrm>
            <a:off x="479425" y="3132009"/>
            <a:ext cx="5437188" cy="2852865"/>
          </a:xfrm>
          <a:prstGeom prst="rect">
            <a:avLst/>
          </a:prstGeom>
          <a:solidFill>
            <a:srgbClr val="E5EEF2"/>
          </a:solidFill>
        </p:spPr>
        <p:txBody>
          <a:bodyPr lIns="144000" tIns="144000" rIns="144000" bIns="144000" numCol="1" spcCol="360000">
            <a:noAutofit/>
          </a:bodyPr>
          <a:lstStyle>
            <a:lvl1pPr marL="0" indent="0" algn="l" defTabSz="914400" rtl="0" eaLnBrk="1" latinLnBrk="0" hangingPunct="1">
              <a:lnSpc>
                <a:spcPts val="196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1960"/>
              </a:lnSpc>
              <a:spcBef>
                <a:spcPts val="0"/>
              </a:spcBef>
              <a:spcAft>
                <a:spcPts val="0"/>
              </a:spcAft>
              <a:buFont typeface="Arial" panose="020B0604020202020204" pitchFamily="34" charset="0"/>
              <a:buNone/>
              <a:defRPr sz="2080" b="0"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bg1"/>
                </a:solidFill>
                <a:latin typeface="+mj-lt"/>
                <a:ea typeface="+mn-ea"/>
                <a:cs typeface="+mn-cs"/>
              </a:defRPr>
            </a:lvl3pPr>
            <a:lvl4pPr marL="18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4pPr>
            <a:lvl5pPr marL="36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5pPr>
            <a:lvl6pPr marL="54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6pPr>
            <a:lvl7pPr marL="216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7pPr>
            <a:lvl8pPr marL="432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8pPr>
            <a:lvl9pPr marL="648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9pPr>
          </a:lstStyle>
          <a:p>
            <a:endParaRPr lang="de-DE" dirty="0">
              <a:solidFill>
                <a:schemeClr val="accent2"/>
              </a:solidFill>
            </a:endParaRPr>
          </a:p>
        </p:txBody>
      </p:sp>
      <p:sp>
        <p:nvSpPr>
          <p:cNvPr id="36" name="Textplatzhalter 6">
            <a:extLst>
              <a:ext uri="{FF2B5EF4-FFF2-40B4-BE49-F238E27FC236}">
                <a16:creationId xmlns:a16="http://schemas.microsoft.com/office/drawing/2014/main" id="{D51B5320-1233-46D4-9904-06ECED2DB1C5}"/>
              </a:ext>
            </a:extLst>
          </p:cNvPr>
          <p:cNvSpPr txBox="1">
            <a:spLocks/>
          </p:cNvSpPr>
          <p:nvPr/>
        </p:nvSpPr>
        <p:spPr bwMode="gray">
          <a:xfrm>
            <a:off x="789525" y="3360135"/>
            <a:ext cx="3497974" cy="2289729"/>
          </a:xfrm>
          <a:prstGeom prst="rect">
            <a:avLst/>
          </a:prstGeom>
        </p:spPr>
        <p:txBody>
          <a:bodyPr wrap="square" lIns="0" tIns="0" rIns="0" bIns="0" numCol="1" spcCol="360000">
            <a:spAutoFit/>
          </a:bodyPr>
          <a:lstStyle>
            <a:lvl1pPr marL="0" indent="0" algn="l" defTabSz="914400" rtl="0" eaLnBrk="1" latinLnBrk="0" hangingPunct="1">
              <a:lnSpc>
                <a:spcPts val="196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ts val="196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ts val="196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ts val="196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9pPr>
          </a:lstStyle>
          <a:p>
            <a:pPr marL="285750" lvl="2" indent="-285750">
              <a:buFont typeface="Arial" panose="020B0604020202020204" pitchFamily="34" charset="0"/>
              <a:buChar char="•"/>
            </a:pPr>
            <a:r>
              <a:rPr lang="en-US" dirty="0"/>
              <a:t>Initially small, regional island grids with 110 V</a:t>
            </a:r>
          </a:p>
          <a:p>
            <a:pPr marL="285750" lvl="2" indent="-285750">
              <a:buFont typeface="Arial" panose="020B0604020202020204" pitchFamily="34" charset="0"/>
              <a:buChar char="•"/>
            </a:pPr>
            <a:r>
              <a:rPr lang="en-US" dirty="0"/>
              <a:t>Used for arc lamps, carbon filament lamps, and DC motors</a:t>
            </a:r>
          </a:p>
          <a:p>
            <a:pPr marL="285750" lvl="2" indent="-285750">
              <a:buFont typeface="Arial" panose="020B0604020202020204" pitchFamily="34" charset="0"/>
              <a:buChar char="•"/>
            </a:pPr>
            <a:endParaRPr lang="en-US" dirty="0"/>
          </a:p>
          <a:p>
            <a:pPr lvl="2"/>
            <a:r>
              <a:rPr lang="en-US" u="sng" dirty="0"/>
              <a:t>Problem: </a:t>
            </a:r>
          </a:p>
          <a:p>
            <a:pPr lvl="2"/>
            <a:r>
              <a:rPr lang="en-US" dirty="0"/>
              <a:t>Low voltages limits distribution range due to the lack of power electronics!</a:t>
            </a:r>
          </a:p>
          <a:p>
            <a:pPr marL="285750" lvl="2" indent="-285750">
              <a:buFont typeface="Arial" panose="020B0604020202020204" pitchFamily="34" charset="0"/>
              <a:buChar char="•"/>
            </a:pPr>
            <a:endParaRPr lang="en-US" dirty="0"/>
          </a:p>
        </p:txBody>
      </p:sp>
      <p:sp>
        <p:nvSpPr>
          <p:cNvPr id="51" name="Rectangle 2">
            <a:extLst>
              <a:ext uri="{FF2B5EF4-FFF2-40B4-BE49-F238E27FC236}">
                <a16:creationId xmlns:a16="http://schemas.microsoft.com/office/drawing/2014/main" id="{1AB04DBB-67CB-4709-96A2-0CF95CF4B683}"/>
              </a:ext>
            </a:extLst>
          </p:cNvPr>
          <p:cNvSpPr>
            <a:spLocks noChangeArrowheads="1"/>
          </p:cNvSpPr>
          <p:nvPr/>
        </p:nvSpPr>
        <p:spPr bwMode="auto">
          <a:xfrm>
            <a:off x="1740147" y="2222826"/>
            <a:ext cx="308311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r">
              <a:spcAft>
                <a:spcPct val="0"/>
              </a:spcAft>
              <a:buFontTx/>
              <a:buNone/>
            </a:pPr>
            <a:r>
              <a:rPr lang="en-US" sz="2000" b="1" dirty="0">
                <a:solidFill>
                  <a:schemeClr val="bg1"/>
                </a:solidFill>
                <a:latin typeface="Frutiger LT Com 45 Light" pitchFamily="34" charset="0"/>
              </a:rPr>
              <a:t>Thomas Edison</a:t>
            </a:r>
          </a:p>
          <a:p>
            <a:pPr algn="r">
              <a:spcAft>
                <a:spcPct val="0"/>
              </a:spcAft>
              <a:buFontTx/>
              <a:buNone/>
            </a:pPr>
            <a:r>
              <a:rPr lang="en-US" sz="1400" dirty="0">
                <a:solidFill>
                  <a:schemeClr val="bg1"/>
                </a:solidFill>
                <a:latin typeface="Frutiger LT Com 45 Light" pitchFamily="34" charset="0"/>
              </a:rPr>
              <a:t>		(1847-1931)</a:t>
            </a:r>
            <a:r>
              <a:rPr lang="en-US" sz="2000" b="1" dirty="0">
                <a:solidFill>
                  <a:schemeClr val="bg1"/>
                </a:solidFill>
                <a:latin typeface="Frutiger 45 Light" pitchFamily="34" charset="0"/>
              </a:rPr>
              <a:t>	</a:t>
            </a:r>
          </a:p>
        </p:txBody>
      </p:sp>
      <p:sp>
        <p:nvSpPr>
          <p:cNvPr id="52" name="Rectangle 21">
            <a:extLst>
              <a:ext uri="{FF2B5EF4-FFF2-40B4-BE49-F238E27FC236}">
                <a16:creationId xmlns:a16="http://schemas.microsoft.com/office/drawing/2014/main" id="{02472221-24F4-4F0B-9478-C4D047BB50D3}"/>
              </a:ext>
            </a:extLst>
          </p:cNvPr>
          <p:cNvSpPr>
            <a:spLocks noChangeArrowheads="1"/>
          </p:cNvSpPr>
          <p:nvPr/>
        </p:nvSpPr>
        <p:spPr bwMode="auto">
          <a:xfrm>
            <a:off x="7315303" y="2222826"/>
            <a:ext cx="3708777"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spcAft>
                <a:spcPct val="0"/>
              </a:spcAft>
              <a:buFontTx/>
              <a:buNone/>
            </a:pPr>
            <a:r>
              <a:rPr lang="en-US" sz="2000" b="1" dirty="0">
                <a:solidFill>
                  <a:schemeClr val="bg1"/>
                </a:solidFill>
                <a:latin typeface="Frutiger LT Com 45 Light" pitchFamily="34" charset="0"/>
              </a:rPr>
              <a:t>George Westinghouse</a:t>
            </a:r>
          </a:p>
          <a:p>
            <a:pPr>
              <a:spcAft>
                <a:spcPct val="0"/>
              </a:spcAft>
              <a:buFontTx/>
              <a:buNone/>
            </a:pPr>
            <a:r>
              <a:rPr kumimoji="0" lang="en-US" sz="1400" b="0" i="0" u="none" strike="noStrike" kern="1200" cap="none" spc="0" normalizeH="0" baseline="0" noProof="0" dirty="0">
                <a:ln>
                  <a:noFill/>
                </a:ln>
                <a:solidFill>
                  <a:prstClr val="white"/>
                </a:solidFill>
                <a:effectLst/>
                <a:uLnTx/>
                <a:uFillTx/>
                <a:latin typeface="Frutiger LT Com 45 Light" pitchFamily="34" charset="0"/>
                <a:ea typeface="+mn-ea"/>
                <a:cs typeface="+mn-cs"/>
              </a:rPr>
              <a:t>(1846-1914) </a:t>
            </a:r>
            <a:r>
              <a:rPr lang="en-US" sz="2000" b="1" dirty="0">
                <a:solidFill>
                  <a:schemeClr val="bg1"/>
                </a:solidFill>
                <a:latin typeface="Frutiger LT Com 45 Light" pitchFamily="34" charset="0"/>
              </a:rPr>
              <a:t>	</a:t>
            </a:r>
          </a:p>
        </p:txBody>
      </p:sp>
      <p:sp>
        <p:nvSpPr>
          <p:cNvPr id="25" name="Gleichschenkliges Dreieck 24">
            <a:extLst>
              <a:ext uri="{FF2B5EF4-FFF2-40B4-BE49-F238E27FC236}">
                <a16:creationId xmlns:a16="http://schemas.microsoft.com/office/drawing/2014/main" id="{911C05B2-3BA1-4CB5-BAF0-714CC896F445}"/>
              </a:ext>
            </a:extLst>
          </p:cNvPr>
          <p:cNvSpPr>
            <a:spLocks/>
          </p:cNvSpPr>
          <p:nvPr/>
        </p:nvSpPr>
        <p:spPr bwMode="gray">
          <a:xfrm rot="5400000">
            <a:off x="6274212" y="2298953"/>
            <a:ext cx="517268" cy="360364"/>
          </a:xfrm>
          <a:prstGeom prst="triangle">
            <a:avLst/>
          </a:prstGeom>
          <a:solidFill>
            <a:schemeClr val="accent2"/>
          </a:solidFill>
          <a:ln w="9525">
            <a:noFill/>
            <a:round/>
            <a:headEnd type="arrow" w="med" len="med"/>
            <a:tailEnd type="non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vert270" rtlCol="0" anchor="ctr"/>
          <a:lstStyle/>
          <a:p>
            <a:pPr algn="ctr"/>
            <a:endParaRPr lang="de-DE" dirty="0">
              <a:solidFill>
                <a:schemeClr val="bg1"/>
              </a:solidFill>
              <a:latin typeface="+mj-lt"/>
            </a:endParaRPr>
          </a:p>
        </p:txBody>
      </p:sp>
      <p:sp>
        <p:nvSpPr>
          <p:cNvPr id="26" name="Gleichschenkliges Dreieck 25">
            <a:extLst>
              <a:ext uri="{FF2B5EF4-FFF2-40B4-BE49-F238E27FC236}">
                <a16:creationId xmlns:a16="http://schemas.microsoft.com/office/drawing/2014/main" id="{3BD4A94A-8686-401D-9773-9C131971E3E5}"/>
              </a:ext>
            </a:extLst>
          </p:cNvPr>
          <p:cNvSpPr>
            <a:spLocks/>
          </p:cNvSpPr>
          <p:nvPr/>
        </p:nvSpPr>
        <p:spPr bwMode="gray">
          <a:xfrm rot="16200000">
            <a:off x="5364327" y="2298953"/>
            <a:ext cx="517268" cy="360364"/>
          </a:xfrm>
          <a:prstGeom prst="triangle">
            <a:avLst/>
          </a:prstGeom>
          <a:solidFill>
            <a:schemeClr val="accent2"/>
          </a:solidFill>
          <a:ln w="9525">
            <a:noFill/>
            <a:round/>
            <a:headEnd type="arrow" w="med" len="med"/>
            <a:tailEnd type="non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vert270" rtlCol="0" anchor="ctr"/>
          <a:lstStyle/>
          <a:p>
            <a:pPr algn="ctr"/>
            <a:endParaRPr lang="de-DE" dirty="0">
              <a:solidFill>
                <a:schemeClr val="bg1"/>
              </a:solidFill>
              <a:latin typeface="+mj-lt"/>
            </a:endParaRPr>
          </a:p>
        </p:txBody>
      </p:sp>
      <p:cxnSp>
        <p:nvCxnSpPr>
          <p:cNvPr id="5" name="Gerader Verbinder 4">
            <a:extLst>
              <a:ext uri="{FF2B5EF4-FFF2-40B4-BE49-F238E27FC236}">
                <a16:creationId xmlns:a16="http://schemas.microsoft.com/office/drawing/2014/main" id="{E306289F-2EFB-49DD-95B5-9FDD0A50BCBA}"/>
              </a:ext>
            </a:extLst>
          </p:cNvPr>
          <p:cNvCxnSpPr>
            <a:cxnSpLocks/>
          </p:cNvCxnSpPr>
          <p:nvPr/>
        </p:nvCxnSpPr>
        <p:spPr>
          <a:xfrm>
            <a:off x="5788344" y="2595054"/>
            <a:ext cx="18901" cy="765081"/>
          </a:xfrm>
          <a:prstGeom prst="line">
            <a:avLst/>
          </a:prstGeom>
          <a:ln w="19050">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239E1F79-0405-4101-B7CB-FBC963286265}"/>
              </a:ext>
            </a:extLst>
          </p:cNvPr>
          <p:cNvCxnSpPr>
            <a:cxnSpLocks/>
          </p:cNvCxnSpPr>
          <p:nvPr/>
        </p:nvCxnSpPr>
        <p:spPr>
          <a:xfrm>
            <a:off x="6363718" y="2627968"/>
            <a:ext cx="0" cy="732167"/>
          </a:xfrm>
          <a:prstGeom prst="line">
            <a:avLst/>
          </a:prstGeom>
          <a:ln w="19050">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Oval 15">
            <a:extLst>
              <a:ext uri="{FF2B5EF4-FFF2-40B4-BE49-F238E27FC236}">
                <a16:creationId xmlns:a16="http://schemas.microsoft.com/office/drawing/2014/main" id="{CAA67435-C5A8-9747-B83E-DCEE982E1FD3}"/>
              </a:ext>
            </a:extLst>
          </p:cNvPr>
          <p:cNvSpPr/>
          <p:nvPr/>
        </p:nvSpPr>
        <p:spPr bwMode="gray">
          <a:xfrm>
            <a:off x="4823262" y="3303496"/>
            <a:ext cx="2492041" cy="2492043"/>
          </a:xfrm>
          <a:prstGeom prst="ellipse">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10000"/>
              </a:lnSpc>
            </a:pPr>
            <a:r>
              <a:rPr lang="en-US" b="1" dirty="0">
                <a:solidFill>
                  <a:schemeClr val="bg1"/>
                </a:solidFill>
                <a:cs typeface="Arial" pitchFamily="34" charset="0"/>
              </a:rPr>
              <a:t>DC vs. AC</a:t>
            </a:r>
          </a:p>
        </p:txBody>
      </p:sp>
      <p:sp>
        <p:nvSpPr>
          <p:cNvPr id="3" name="Foliennummernplatzhalter 1">
            <a:extLst>
              <a:ext uri="{FF2B5EF4-FFF2-40B4-BE49-F238E27FC236}">
                <a16:creationId xmlns:a16="http://schemas.microsoft.com/office/drawing/2014/main" id="{805671D9-9673-8E99-CCFE-B3AFEFDE52DB}"/>
              </a:ext>
            </a:extLst>
          </p:cNvPr>
          <p:cNvSpPr txBox="1">
            <a:spLocks/>
          </p:cNvSpPr>
          <p:nvPr/>
        </p:nvSpPr>
        <p:spPr bwMode="gray">
          <a:xfrm>
            <a:off x="711843" y="6455835"/>
            <a:ext cx="408932" cy="127727"/>
          </a:xfrm>
          <a:prstGeom prst="rect">
            <a:avLst/>
          </a:prstGeom>
        </p:spPr>
        <p:txBody>
          <a:bodyPr vert="horz" lIns="0" tIns="0" rIns="0" bIns="0" rtlCol="0">
            <a:spAutoFit/>
          </a:bodyPr>
          <a:lstStyle>
            <a:lvl1pPr marL="0" indent="0" algn="l" defTabSz="914400" rtl="0" eaLnBrk="1" latinLnBrk="0" hangingPunct="1">
              <a:lnSpc>
                <a:spcPct val="11000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ct val="11000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ct val="11000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ct val="11000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ct val="11000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9pPr>
          </a:lstStyle>
          <a:p>
            <a:pPr>
              <a:lnSpc>
                <a:spcPct val="100000"/>
              </a:lnSpc>
              <a:spcAft>
                <a:spcPts val="0"/>
              </a:spcAft>
            </a:pPr>
            <a:fld id="{3D81EE41-304C-41C3-8185-350F2275D756}" type="slidenum">
              <a:rPr lang="de-DE" sz="800" smtClean="0">
                <a:solidFill>
                  <a:schemeClr val="tx1"/>
                </a:solidFill>
                <a:latin typeface="+mn-lt"/>
              </a:rPr>
              <a:pPr>
                <a:lnSpc>
                  <a:spcPct val="100000"/>
                </a:lnSpc>
                <a:spcAft>
                  <a:spcPts val="0"/>
                </a:spcAft>
              </a:pPr>
              <a:t>13</a:t>
            </a:fld>
            <a:endParaRPr lang="de-DE" sz="800">
              <a:solidFill>
                <a:schemeClr val="tx1"/>
              </a:solidFill>
              <a:latin typeface="+mn-lt"/>
            </a:endParaRPr>
          </a:p>
        </p:txBody>
      </p:sp>
      <p:pic>
        <p:nvPicPr>
          <p:cNvPr id="7" name="Grafik 6">
            <a:extLst>
              <a:ext uri="{FF2B5EF4-FFF2-40B4-BE49-F238E27FC236}">
                <a16:creationId xmlns:a16="http://schemas.microsoft.com/office/drawing/2014/main" id="{5D20AB0C-589E-A11B-079C-B7DF410B5BD5}"/>
              </a:ext>
            </a:extLst>
          </p:cNvPr>
          <p:cNvPicPr>
            <a:picLocks noChangeAspect="1"/>
          </p:cNvPicPr>
          <p:nvPr/>
        </p:nvPicPr>
        <p:blipFill>
          <a:blip r:embed="rId5"/>
          <a:stretch>
            <a:fillRect/>
          </a:stretch>
        </p:blipFill>
        <p:spPr>
          <a:xfrm>
            <a:off x="557747" y="1786110"/>
            <a:ext cx="923753" cy="1260000"/>
          </a:xfrm>
          <a:prstGeom prst="rect">
            <a:avLst/>
          </a:prstGeom>
        </p:spPr>
      </p:pic>
      <p:pic>
        <p:nvPicPr>
          <p:cNvPr id="9" name="Grafik 8">
            <a:extLst>
              <a:ext uri="{FF2B5EF4-FFF2-40B4-BE49-F238E27FC236}">
                <a16:creationId xmlns:a16="http://schemas.microsoft.com/office/drawing/2014/main" id="{96AB5015-25D9-9166-178C-17D581C63089}"/>
              </a:ext>
            </a:extLst>
          </p:cNvPr>
          <p:cNvPicPr>
            <a:picLocks noChangeAspect="1"/>
          </p:cNvPicPr>
          <p:nvPr/>
        </p:nvPicPr>
        <p:blipFill>
          <a:blip r:embed="rId6"/>
          <a:stretch>
            <a:fillRect/>
          </a:stretch>
        </p:blipFill>
        <p:spPr>
          <a:xfrm>
            <a:off x="10673886" y="1786110"/>
            <a:ext cx="960367" cy="1260000"/>
          </a:xfrm>
          <a:prstGeom prst="rect">
            <a:avLst/>
          </a:prstGeom>
        </p:spPr>
      </p:pic>
      <p:sp>
        <p:nvSpPr>
          <p:cNvPr id="11" name="Textplatzhalter 6">
            <a:extLst>
              <a:ext uri="{FF2B5EF4-FFF2-40B4-BE49-F238E27FC236}">
                <a16:creationId xmlns:a16="http://schemas.microsoft.com/office/drawing/2014/main" id="{1BCF6905-1CD8-9B09-EFCD-530098607ECE}"/>
              </a:ext>
            </a:extLst>
          </p:cNvPr>
          <p:cNvSpPr txBox="1">
            <a:spLocks/>
          </p:cNvSpPr>
          <p:nvPr/>
        </p:nvSpPr>
        <p:spPr bwMode="gray">
          <a:xfrm>
            <a:off x="8346845" y="3360135"/>
            <a:ext cx="3360967" cy="2546210"/>
          </a:xfrm>
          <a:prstGeom prst="rect">
            <a:avLst/>
          </a:prstGeom>
        </p:spPr>
        <p:txBody>
          <a:bodyPr wrap="square" lIns="0" tIns="0" rIns="0" bIns="0" numCol="1" spcCol="360000">
            <a:spAutoFit/>
          </a:bodyPr>
          <a:lstStyle>
            <a:lvl1pPr marL="0" indent="0" algn="l" defTabSz="914400" rtl="0" eaLnBrk="1" latinLnBrk="0" hangingPunct="1">
              <a:lnSpc>
                <a:spcPts val="1960"/>
              </a:lnSpc>
              <a:spcBef>
                <a:spcPts val="0"/>
              </a:spcBef>
              <a:spcAft>
                <a:spcPts val="1900"/>
              </a:spcAft>
              <a:buFont typeface="Arial" panose="020B0604020202020204" pitchFamily="34" charset="0"/>
              <a:buNone/>
              <a:defRPr sz="1600" b="0" kern="1200">
                <a:solidFill>
                  <a:schemeClr val="accent1"/>
                </a:solidFill>
                <a:latin typeface="+mj-lt"/>
                <a:ea typeface="+mn-ea"/>
                <a:cs typeface="+mn-cs"/>
              </a:defRPr>
            </a:lvl1pPr>
            <a:lvl2pPr marL="0" indent="0" algn="l" defTabSz="914400" rtl="0" eaLnBrk="1" latinLnBrk="0" hangingPunct="1">
              <a:lnSpc>
                <a:spcPts val="1960"/>
              </a:lnSpc>
              <a:spcBef>
                <a:spcPts val="0"/>
              </a:spcBef>
              <a:spcAft>
                <a:spcPts val="1900"/>
              </a:spcAft>
              <a:buFont typeface="Arial" panose="020B0604020202020204" pitchFamily="34" charset="0"/>
              <a:buNone/>
              <a:defRPr sz="1400" kern="1200">
                <a:solidFill>
                  <a:schemeClr val="tx1"/>
                </a:solidFill>
                <a:latin typeface="+mn-lt"/>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tx1"/>
                </a:solidFill>
                <a:latin typeface="+mj-lt"/>
                <a:ea typeface="+mn-ea"/>
                <a:cs typeface="+mn-cs"/>
              </a:defRPr>
            </a:lvl3pPr>
            <a:lvl4pPr marL="180000" indent="-180000" algn="l" defTabSz="914400" rtl="0" eaLnBrk="1" latinLnBrk="0" hangingPunct="1">
              <a:lnSpc>
                <a:spcPts val="1960"/>
              </a:lnSpc>
              <a:spcBef>
                <a:spcPts val="0"/>
              </a:spcBef>
              <a:buClr>
                <a:schemeClr val="accent1"/>
              </a:buClr>
              <a:buFont typeface="Wingdings" panose="05000000000000000000" pitchFamily="2" charset="2"/>
              <a:buChar char="§"/>
              <a:defRPr sz="1400" kern="1200">
                <a:solidFill>
                  <a:schemeClr val="tx1"/>
                </a:solidFill>
                <a:latin typeface="+mn-lt"/>
                <a:ea typeface="+mn-ea"/>
                <a:cs typeface="+mn-cs"/>
              </a:defRPr>
            </a:lvl4pPr>
            <a:lvl5pPr marL="36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ts val="196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ts val="196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ts val="1960"/>
              </a:lnSpc>
              <a:spcBef>
                <a:spcPts val="0"/>
              </a:spcBef>
              <a:buClr>
                <a:schemeClr val="bg2"/>
              </a:buClr>
              <a:buFont typeface="+mj-lt"/>
              <a:buAutoNum type="arabicPeriod"/>
              <a:defRPr sz="1400" kern="1200">
                <a:solidFill>
                  <a:schemeClr val="tx1"/>
                </a:solidFill>
                <a:latin typeface="+mn-lt"/>
                <a:ea typeface="+mn-ea"/>
                <a:cs typeface="+mn-cs"/>
              </a:defRPr>
            </a:lvl9pPr>
          </a:lstStyle>
          <a:p>
            <a:pPr marL="285750" lvl="2" indent="-285750">
              <a:buFont typeface="Arial" panose="020B0604020202020204" pitchFamily="34" charset="0"/>
              <a:buChar char="•"/>
            </a:pPr>
            <a:r>
              <a:rPr lang="en-US" dirty="0"/>
              <a:t>AC systems had grater transmission range due to higher voltages with help of transformers</a:t>
            </a:r>
          </a:p>
          <a:p>
            <a:pPr marL="285750" lvl="2" indent="-285750">
              <a:buFont typeface="Arial" panose="020B0604020202020204" pitchFamily="34" charset="0"/>
              <a:buChar char="•"/>
            </a:pPr>
            <a:r>
              <a:rPr lang="en-US" dirty="0"/>
              <a:t>AC comes naturally with generators</a:t>
            </a:r>
          </a:p>
          <a:p>
            <a:pPr marL="285750" lvl="2" indent="-285750">
              <a:buFont typeface="Arial" panose="020B0604020202020204" pitchFamily="34" charset="0"/>
              <a:buChar char="•"/>
            </a:pPr>
            <a:endParaRPr lang="en-US" dirty="0"/>
          </a:p>
          <a:p>
            <a:pPr lvl="2"/>
            <a:r>
              <a:rPr lang="en-US" u="sng" dirty="0"/>
              <a:t>Problem: </a:t>
            </a:r>
          </a:p>
          <a:p>
            <a:pPr lvl="2"/>
            <a:r>
              <a:rPr lang="en-US" dirty="0"/>
              <a:t>Westinghouse faced patent issues with light bulbs (Edison controlled the market)</a:t>
            </a:r>
            <a:endParaRPr lang="en-US" u="sng" dirty="0"/>
          </a:p>
          <a:p>
            <a:pPr marL="285750" lvl="2" indent="-285750">
              <a:buFont typeface="Arial" panose="020B0604020202020204" pitchFamily="34" charset="0"/>
              <a:buChar char="•"/>
            </a:pPr>
            <a:endParaRPr lang="en-US" dirty="0"/>
          </a:p>
        </p:txBody>
      </p:sp>
      <p:sp>
        <p:nvSpPr>
          <p:cNvPr id="13" name="Textfeld 12">
            <a:extLst>
              <a:ext uri="{FF2B5EF4-FFF2-40B4-BE49-F238E27FC236}">
                <a16:creationId xmlns:a16="http://schemas.microsoft.com/office/drawing/2014/main" id="{85E9687E-72DB-D250-770F-F4CD5B0B033D}"/>
              </a:ext>
            </a:extLst>
          </p:cNvPr>
          <p:cNvSpPr txBox="1"/>
          <p:nvPr/>
        </p:nvSpPr>
        <p:spPr>
          <a:xfrm>
            <a:off x="512027" y="5729238"/>
            <a:ext cx="2284513" cy="228332"/>
          </a:xfrm>
          <a:prstGeom prst="rect">
            <a:avLst/>
          </a:prstGeom>
          <a:noFill/>
        </p:spPr>
        <p:txBody>
          <a:bodyPr wrap="square" lIns="0" tIns="0" rIns="0" bIns="0" rtlCol="0">
            <a:spAutoFit/>
          </a:bodyPr>
          <a:lstStyle/>
          <a:p>
            <a:pPr algn="l">
              <a:lnSpc>
                <a:spcPts val="1960"/>
              </a:lnSpc>
              <a:buClr>
                <a:schemeClr val="accent1"/>
              </a:buClr>
            </a:pPr>
            <a:r>
              <a:rPr lang="de-DE" sz="900" dirty="0"/>
              <a:t>Images: </a:t>
            </a:r>
            <a:r>
              <a:rPr lang="de-DE" sz="900" dirty="0">
                <a:hlinkClick r:id="rId7"/>
              </a:rPr>
              <a:t>Wikipedia</a:t>
            </a:r>
            <a:r>
              <a:rPr lang="de-DE" sz="900" dirty="0"/>
              <a:t> </a:t>
            </a:r>
          </a:p>
        </p:txBody>
      </p:sp>
    </p:spTree>
    <p:extLst>
      <p:ext uri="{BB962C8B-B14F-4D97-AF65-F5344CB8AC3E}">
        <p14:creationId xmlns:p14="http://schemas.microsoft.com/office/powerpoint/2010/main" val="4197531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platzhalter 6">
            <a:extLst>
              <a:ext uri="{FF2B5EF4-FFF2-40B4-BE49-F238E27FC236}">
                <a16:creationId xmlns:a16="http://schemas.microsoft.com/office/drawing/2014/main" id="{F193B025-812E-94A2-BF68-135C6EE8B3B1}"/>
              </a:ext>
            </a:extLst>
          </p:cNvPr>
          <p:cNvSpPr txBox="1">
            <a:spLocks/>
          </p:cNvSpPr>
          <p:nvPr/>
        </p:nvSpPr>
        <p:spPr bwMode="gray">
          <a:xfrm>
            <a:off x="9191626" y="1679851"/>
            <a:ext cx="2519723" cy="2690970"/>
          </a:xfrm>
          <a:prstGeom prst="rect">
            <a:avLst/>
          </a:prstGeom>
          <a:solidFill>
            <a:srgbClr val="E5EEF2"/>
          </a:solidFill>
          <a:ln w="9525">
            <a:solidFill>
              <a:schemeClr val="accent2"/>
            </a:solidFill>
          </a:ln>
        </p:spPr>
        <p:txBody>
          <a:bodyPr lIns="144000" tIns="144000" rIns="144000" bIns="144000" numCol="1" spcCol="360000" anchor="ctr">
            <a:noAutofit/>
          </a:bodyPr>
          <a:lstStyle>
            <a:lvl1pPr marL="0" indent="0" algn="l" defTabSz="914400" rtl="0" eaLnBrk="1" latinLnBrk="0" hangingPunct="1">
              <a:lnSpc>
                <a:spcPts val="196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1960"/>
              </a:lnSpc>
              <a:spcBef>
                <a:spcPts val="0"/>
              </a:spcBef>
              <a:spcAft>
                <a:spcPts val="0"/>
              </a:spcAft>
              <a:buFont typeface="Arial" panose="020B0604020202020204" pitchFamily="34" charset="0"/>
              <a:buNone/>
              <a:defRPr sz="2080" b="0"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bg1"/>
                </a:solidFill>
                <a:latin typeface="+mj-lt"/>
                <a:ea typeface="+mn-ea"/>
                <a:cs typeface="+mn-cs"/>
              </a:defRPr>
            </a:lvl3pPr>
            <a:lvl4pPr marL="18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4pPr>
            <a:lvl5pPr marL="36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5pPr>
            <a:lvl6pPr marL="54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6pPr>
            <a:lvl7pPr marL="216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7pPr>
            <a:lvl8pPr marL="432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8pPr>
            <a:lvl9pPr marL="648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9pPr>
          </a:lstStyle>
          <a:p>
            <a:pPr algn="ctr"/>
            <a:endParaRPr lang="de-DE" dirty="0">
              <a:solidFill>
                <a:schemeClr val="accent2"/>
              </a:solidFill>
            </a:endParaRPr>
          </a:p>
        </p:txBody>
      </p:sp>
      <p:sp>
        <p:nvSpPr>
          <p:cNvPr id="15" name="Textplatzhalter 6">
            <a:extLst>
              <a:ext uri="{FF2B5EF4-FFF2-40B4-BE49-F238E27FC236}">
                <a16:creationId xmlns:a16="http://schemas.microsoft.com/office/drawing/2014/main" id="{11A1484E-D9B8-DA91-0D09-5A9DDFE6421F}"/>
              </a:ext>
            </a:extLst>
          </p:cNvPr>
          <p:cNvSpPr txBox="1">
            <a:spLocks/>
          </p:cNvSpPr>
          <p:nvPr/>
        </p:nvSpPr>
        <p:spPr bwMode="gray">
          <a:xfrm>
            <a:off x="6244792" y="1679851"/>
            <a:ext cx="2519723" cy="2690970"/>
          </a:xfrm>
          <a:prstGeom prst="rect">
            <a:avLst/>
          </a:prstGeom>
          <a:solidFill>
            <a:srgbClr val="E5EEF2"/>
          </a:solidFill>
          <a:ln w="9525">
            <a:solidFill>
              <a:schemeClr val="accent2"/>
            </a:solidFill>
          </a:ln>
        </p:spPr>
        <p:txBody>
          <a:bodyPr lIns="144000" tIns="144000" rIns="144000" bIns="144000" numCol="1" spcCol="360000" anchor="ctr">
            <a:noAutofit/>
          </a:bodyPr>
          <a:lstStyle>
            <a:lvl1pPr marL="0" indent="0" algn="l" defTabSz="914400" rtl="0" eaLnBrk="1" latinLnBrk="0" hangingPunct="1">
              <a:lnSpc>
                <a:spcPts val="196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1960"/>
              </a:lnSpc>
              <a:spcBef>
                <a:spcPts val="0"/>
              </a:spcBef>
              <a:spcAft>
                <a:spcPts val="0"/>
              </a:spcAft>
              <a:buFont typeface="Arial" panose="020B0604020202020204" pitchFamily="34" charset="0"/>
              <a:buNone/>
              <a:defRPr sz="2080" b="0"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bg1"/>
                </a:solidFill>
                <a:latin typeface="+mj-lt"/>
                <a:ea typeface="+mn-ea"/>
                <a:cs typeface="+mn-cs"/>
              </a:defRPr>
            </a:lvl3pPr>
            <a:lvl4pPr marL="18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4pPr>
            <a:lvl5pPr marL="36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5pPr>
            <a:lvl6pPr marL="54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6pPr>
            <a:lvl7pPr marL="216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7pPr>
            <a:lvl8pPr marL="432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8pPr>
            <a:lvl9pPr marL="648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9pPr>
          </a:lstStyle>
          <a:p>
            <a:pPr algn="ctr"/>
            <a:endParaRPr lang="de-DE" dirty="0">
              <a:solidFill>
                <a:schemeClr val="accent2"/>
              </a:solidFill>
            </a:endParaRPr>
          </a:p>
        </p:txBody>
      </p:sp>
      <p:sp>
        <p:nvSpPr>
          <p:cNvPr id="14" name="Textplatzhalter 6">
            <a:extLst>
              <a:ext uri="{FF2B5EF4-FFF2-40B4-BE49-F238E27FC236}">
                <a16:creationId xmlns:a16="http://schemas.microsoft.com/office/drawing/2014/main" id="{8D497C97-7C06-0EA0-A0AE-0C7BA9FA18AE}"/>
              </a:ext>
            </a:extLst>
          </p:cNvPr>
          <p:cNvSpPr txBox="1">
            <a:spLocks/>
          </p:cNvSpPr>
          <p:nvPr/>
        </p:nvSpPr>
        <p:spPr bwMode="gray">
          <a:xfrm>
            <a:off x="3377407" y="1679851"/>
            <a:ext cx="2519723" cy="2690970"/>
          </a:xfrm>
          <a:prstGeom prst="rect">
            <a:avLst/>
          </a:prstGeom>
          <a:solidFill>
            <a:srgbClr val="E5EEF2"/>
          </a:solidFill>
          <a:ln w="9525">
            <a:solidFill>
              <a:schemeClr val="accent2"/>
            </a:solidFill>
          </a:ln>
        </p:spPr>
        <p:txBody>
          <a:bodyPr lIns="144000" tIns="144000" rIns="144000" bIns="144000" numCol="1" spcCol="360000" anchor="ctr">
            <a:noAutofit/>
          </a:bodyPr>
          <a:lstStyle>
            <a:lvl1pPr marL="0" indent="0" algn="l" defTabSz="914400" rtl="0" eaLnBrk="1" latinLnBrk="0" hangingPunct="1">
              <a:lnSpc>
                <a:spcPts val="196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1960"/>
              </a:lnSpc>
              <a:spcBef>
                <a:spcPts val="0"/>
              </a:spcBef>
              <a:spcAft>
                <a:spcPts val="0"/>
              </a:spcAft>
              <a:buFont typeface="Arial" panose="020B0604020202020204" pitchFamily="34" charset="0"/>
              <a:buNone/>
              <a:defRPr sz="2080" b="0"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bg1"/>
                </a:solidFill>
                <a:latin typeface="+mj-lt"/>
                <a:ea typeface="+mn-ea"/>
                <a:cs typeface="+mn-cs"/>
              </a:defRPr>
            </a:lvl3pPr>
            <a:lvl4pPr marL="18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4pPr>
            <a:lvl5pPr marL="36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5pPr>
            <a:lvl6pPr marL="54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6pPr>
            <a:lvl7pPr marL="216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7pPr>
            <a:lvl8pPr marL="432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8pPr>
            <a:lvl9pPr marL="648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9pPr>
          </a:lstStyle>
          <a:p>
            <a:pPr algn="ctr"/>
            <a:endParaRPr lang="de-DE" dirty="0">
              <a:solidFill>
                <a:schemeClr val="accent2"/>
              </a:solidFill>
            </a:endParaRPr>
          </a:p>
        </p:txBody>
      </p:sp>
      <p:sp>
        <p:nvSpPr>
          <p:cNvPr id="13" name="Textplatzhalter 6">
            <a:extLst>
              <a:ext uri="{FF2B5EF4-FFF2-40B4-BE49-F238E27FC236}">
                <a16:creationId xmlns:a16="http://schemas.microsoft.com/office/drawing/2014/main" id="{729A7B1C-6F7C-2BD0-3BCC-A505729C4FDE}"/>
              </a:ext>
            </a:extLst>
          </p:cNvPr>
          <p:cNvSpPr txBox="1">
            <a:spLocks/>
          </p:cNvSpPr>
          <p:nvPr/>
        </p:nvSpPr>
        <p:spPr bwMode="gray">
          <a:xfrm>
            <a:off x="479426" y="1679851"/>
            <a:ext cx="2519723" cy="2690970"/>
          </a:xfrm>
          <a:prstGeom prst="rect">
            <a:avLst/>
          </a:prstGeom>
          <a:solidFill>
            <a:srgbClr val="E5EEF2"/>
          </a:solidFill>
          <a:ln w="9525">
            <a:solidFill>
              <a:schemeClr val="accent2"/>
            </a:solidFill>
          </a:ln>
        </p:spPr>
        <p:txBody>
          <a:bodyPr lIns="144000" tIns="144000" rIns="144000" bIns="144000" numCol="1" spcCol="360000" anchor="ctr">
            <a:noAutofit/>
          </a:bodyPr>
          <a:lstStyle>
            <a:lvl1pPr marL="0" indent="0" algn="l" defTabSz="914400" rtl="0" eaLnBrk="1" latinLnBrk="0" hangingPunct="1">
              <a:lnSpc>
                <a:spcPts val="196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1960"/>
              </a:lnSpc>
              <a:spcBef>
                <a:spcPts val="0"/>
              </a:spcBef>
              <a:spcAft>
                <a:spcPts val="0"/>
              </a:spcAft>
              <a:buFont typeface="Arial" panose="020B0604020202020204" pitchFamily="34" charset="0"/>
              <a:buNone/>
              <a:defRPr sz="2080" b="0"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bg1"/>
                </a:solidFill>
                <a:latin typeface="+mj-lt"/>
                <a:ea typeface="+mn-ea"/>
                <a:cs typeface="+mn-cs"/>
              </a:defRPr>
            </a:lvl3pPr>
            <a:lvl4pPr marL="18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4pPr>
            <a:lvl5pPr marL="36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5pPr>
            <a:lvl6pPr marL="54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6pPr>
            <a:lvl7pPr marL="216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7pPr>
            <a:lvl8pPr marL="432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8pPr>
            <a:lvl9pPr marL="648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9pPr>
          </a:lstStyle>
          <a:p>
            <a:pPr algn="ctr"/>
            <a:endParaRPr lang="de-DE" dirty="0">
              <a:solidFill>
                <a:schemeClr val="accent2"/>
              </a:solidFill>
            </a:endParaRPr>
          </a:p>
        </p:txBody>
      </p:sp>
      <p:sp>
        <p:nvSpPr>
          <p:cNvPr id="2" name="Titel 1">
            <a:extLst>
              <a:ext uri="{FF2B5EF4-FFF2-40B4-BE49-F238E27FC236}">
                <a16:creationId xmlns:a16="http://schemas.microsoft.com/office/drawing/2014/main" id="{073AEA2B-4EB1-C193-8655-7CE628A983EE}"/>
              </a:ext>
            </a:extLst>
          </p:cNvPr>
          <p:cNvSpPr>
            <a:spLocks noGrp="1"/>
          </p:cNvSpPr>
          <p:nvPr>
            <p:ph type="title"/>
          </p:nvPr>
        </p:nvSpPr>
        <p:spPr/>
        <p:txBody>
          <a:bodyPr/>
          <a:lstStyle/>
          <a:p>
            <a:r>
              <a:rPr lang="de-DE" dirty="0"/>
              <a:t>DC </a:t>
            </a:r>
            <a:r>
              <a:rPr lang="de-DE" dirty="0" err="1"/>
              <a:t>for</a:t>
            </a:r>
            <a:r>
              <a:rPr lang="de-DE" dirty="0"/>
              <a:t> Future</a:t>
            </a:r>
          </a:p>
        </p:txBody>
      </p:sp>
      <p:sp>
        <p:nvSpPr>
          <p:cNvPr id="3" name="Datumsplatzhalter 2">
            <a:extLst>
              <a:ext uri="{FF2B5EF4-FFF2-40B4-BE49-F238E27FC236}">
                <a16:creationId xmlns:a16="http://schemas.microsoft.com/office/drawing/2014/main" id="{1472D7D8-FDA9-7242-05FF-C236285C5948}"/>
              </a:ext>
            </a:extLst>
          </p:cNvPr>
          <p:cNvSpPr>
            <a:spLocks noGrp="1"/>
          </p:cNvSpPr>
          <p:nvPr>
            <p:ph type="dt" sz="half" idx="10"/>
          </p:nvPr>
        </p:nvSpPr>
        <p:spPr/>
        <p:txBody>
          <a:bodyPr/>
          <a:lstStyle/>
          <a:p>
            <a:fld id="{862B3568-9F39-45BA-8ABC-B5488CC74074}" type="datetime1">
              <a:rPr lang="de-DE" noProof="0" smtClean="0"/>
              <a:t>13.05.2026</a:t>
            </a:fld>
            <a:endParaRPr lang="de-DE" noProof="0" dirty="0"/>
          </a:p>
        </p:txBody>
      </p:sp>
      <p:sp>
        <p:nvSpPr>
          <p:cNvPr id="4" name="Fußzeilenplatzhalter 3">
            <a:extLst>
              <a:ext uri="{FF2B5EF4-FFF2-40B4-BE49-F238E27FC236}">
                <a16:creationId xmlns:a16="http://schemas.microsoft.com/office/drawing/2014/main" id="{A8D45535-A94E-E997-C147-F9B9571D6867}"/>
              </a:ext>
            </a:extLst>
          </p:cNvPr>
          <p:cNvSpPr>
            <a:spLocks noGrp="1"/>
          </p:cNvSpPr>
          <p:nvPr>
            <p:ph type="ftr" sz="quarter" idx="11"/>
          </p:nvPr>
        </p:nvSpPr>
        <p:spPr/>
        <p:txBody>
          <a:bodyPr/>
          <a:lstStyle/>
          <a:p>
            <a:r>
              <a:rPr lang="de-DE" noProof="0"/>
              <a:t>© Fraunhofer IISB</a:t>
            </a:r>
            <a:endParaRPr lang="de-DE" noProof="0" dirty="0"/>
          </a:p>
        </p:txBody>
      </p:sp>
      <p:sp>
        <p:nvSpPr>
          <p:cNvPr id="5" name="Foliennummernplatzhalter 4">
            <a:extLst>
              <a:ext uri="{FF2B5EF4-FFF2-40B4-BE49-F238E27FC236}">
                <a16:creationId xmlns:a16="http://schemas.microsoft.com/office/drawing/2014/main" id="{5B17067E-B762-0EAA-5718-09BF1B972708}"/>
              </a:ext>
            </a:extLst>
          </p:cNvPr>
          <p:cNvSpPr>
            <a:spLocks noGrp="1"/>
          </p:cNvSpPr>
          <p:nvPr>
            <p:ph type="sldNum" sz="quarter" idx="12"/>
          </p:nvPr>
        </p:nvSpPr>
        <p:spPr/>
        <p:txBody>
          <a:bodyPr/>
          <a:lstStyle/>
          <a:p>
            <a:r>
              <a:rPr lang="de-DE" noProof="0"/>
              <a:t>Seite</a:t>
            </a:r>
            <a:r>
              <a:rPr lang="en-US"/>
              <a:t> </a:t>
            </a:r>
            <a:fld id="{401BA3E4-5E55-4F99-AF09-CC6D6B2539E2}" type="slidenum">
              <a:rPr lang="en-US" smtClean="0"/>
              <a:pPr/>
              <a:t>14</a:t>
            </a:fld>
            <a:endParaRPr lang="en-US" dirty="0"/>
          </a:p>
        </p:txBody>
      </p:sp>
      <p:sp>
        <p:nvSpPr>
          <p:cNvPr id="6" name="Textplatzhalter 5">
            <a:extLst>
              <a:ext uri="{FF2B5EF4-FFF2-40B4-BE49-F238E27FC236}">
                <a16:creationId xmlns:a16="http://schemas.microsoft.com/office/drawing/2014/main" id="{76C857F0-13FC-6C8E-AFD3-DA80A64B4984}"/>
              </a:ext>
            </a:extLst>
          </p:cNvPr>
          <p:cNvSpPr>
            <a:spLocks noGrp="1"/>
          </p:cNvSpPr>
          <p:nvPr>
            <p:ph type="body" sz="quarter" idx="13"/>
          </p:nvPr>
        </p:nvSpPr>
        <p:spPr>
          <a:xfrm>
            <a:off x="479425" y="778321"/>
            <a:ext cx="11233150" cy="901529"/>
          </a:xfrm>
        </p:spPr>
        <p:txBody>
          <a:bodyPr/>
          <a:lstStyle/>
          <a:p>
            <a:r>
              <a:rPr lang="en-US" dirty="0"/>
              <a:t>Sustainable development comes with DC</a:t>
            </a:r>
            <a:endParaRPr lang="de-DE" dirty="0"/>
          </a:p>
          <a:p>
            <a:endParaRPr lang="de-DE" dirty="0"/>
          </a:p>
        </p:txBody>
      </p:sp>
      <p:sp>
        <p:nvSpPr>
          <p:cNvPr id="7" name="Textplatzhalter 6">
            <a:extLst>
              <a:ext uri="{FF2B5EF4-FFF2-40B4-BE49-F238E27FC236}">
                <a16:creationId xmlns:a16="http://schemas.microsoft.com/office/drawing/2014/main" id="{B019C0AE-6860-38A2-0521-F09A268FD763}"/>
              </a:ext>
            </a:extLst>
          </p:cNvPr>
          <p:cNvSpPr>
            <a:spLocks noGrp="1"/>
          </p:cNvSpPr>
          <p:nvPr>
            <p:ph type="body" sz="quarter" idx="14"/>
          </p:nvPr>
        </p:nvSpPr>
        <p:spPr>
          <a:xfrm>
            <a:off x="533399" y="1703388"/>
            <a:ext cx="2465749" cy="1798634"/>
          </a:xfrm>
        </p:spPr>
        <p:txBody>
          <a:bodyPr/>
          <a:lstStyle/>
          <a:p>
            <a:r>
              <a:rPr lang="de-DE" dirty="0" err="1"/>
              <a:t>Renewable</a:t>
            </a:r>
            <a:r>
              <a:rPr lang="de-DE" dirty="0"/>
              <a:t> Energies</a:t>
            </a:r>
          </a:p>
          <a:p>
            <a:pPr marL="285750" indent="-285750">
              <a:buFont typeface="Arial" panose="020B0604020202020204" pitchFamily="34" charset="0"/>
              <a:buChar char="•"/>
            </a:pPr>
            <a:r>
              <a:rPr lang="de-DE" dirty="0" err="1">
                <a:solidFill>
                  <a:schemeClr val="tx1"/>
                </a:solidFill>
              </a:rPr>
              <a:t>Photovoltaics</a:t>
            </a:r>
            <a:endParaRPr lang="de-DE" dirty="0">
              <a:solidFill>
                <a:schemeClr val="tx1"/>
              </a:solidFill>
            </a:endParaRPr>
          </a:p>
          <a:p>
            <a:pPr marL="285750" indent="-285750">
              <a:buFont typeface="Arial" panose="020B0604020202020204" pitchFamily="34" charset="0"/>
              <a:buChar char="•"/>
            </a:pPr>
            <a:r>
              <a:rPr lang="de-DE" dirty="0" err="1">
                <a:solidFill>
                  <a:schemeClr val="tx1"/>
                </a:solidFill>
              </a:rPr>
              <a:t>Battery</a:t>
            </a:r>
            <a:r>
              <a:rPr lang="de-DE" dirty="0">
                <a:solidFill>
                  <a:schemeClr val="tx1"/>
                </a:solidFill>
              </a:rPr>
              <a:t> Storages</a:t>
            </a:r>
          </a:p>
          <a:p>
            <a:pPr marL="285750" indent="-285750">
              <a:buFont typeface="Arial" panose="020B0604020202020204" pitchFamily="34" charset="0"/>
              <a:buChar char="•"/>
            </a:pPr>
            <a:r>
              <a:rPr lang="de-DE" dirty="0">
                <a:solidFill>
                  <a:schemeClr val="tx1"/>
                </a:solidFill>
              </a:rPr>
              <a:t>Fuel Cells</a:t>
            </a:r>
          </a:p>
        </p:txBody>
      </p:sp>
      <p:sp>
        <p:nvSpPr>
          <p:cNvPr id="8" name="Textplatzhalter 7">
            <a:extLst>
              <a:ext uri="{FF2B5EF4-FFF2-40B4-BE49-F238E27FC236}">
                <a16:creationId xmlns:a16="http://schemas.microsoft.com/office/drawing/2014/main" id="{DB1F32B4-298E-7ACA-7BCB-90C569A2D072}"/>
              </a:ext>
            </a:extLst>
          </p:cNvPr>
          <p:cNvSpPr>
            <a:spLocks noGrp="1"/>
          </p:cNvSpPr>
          <p:nvPr>
            <p:ph type="body" sz="quarter" idx="15"/>
          </p:nvPr>
        </p:nvSpPr>
        <p:spPr>
          <a:xfrm>
            <a:off x="3426259" y="1703388"/>
            <a:ext cx="2490354" cy="1582164"/>
          </a:xfrm>
        </p:spPr>
        <p:txBody>
          <a:bodyPr/>
          <a:lstStyle/>
          <a:p>
            <a:r>
              <a:rPr lang="de-DE" dirty="0"/>
              <a:t>Energy Distribution</a:t>
            </a:r>
          </a:p>
          <a:p>
            <a:pPr marL="285750" indent="-285750">
              <a:buFont typeface="Arial" panose="020B0604020202020204" pitchFamily="34" charset="0"/>
              <a:buChar char="•"/>
            </a:pPr>
            <a:r>
              <a:rPr lang="de-DE" dirty="0" err="1">
                <a:solidFill>
                  <a:schemeClr val="tx1"/>
                </a:solidFill>
              </a:rPr>
              <a:t>Efficient</a:t>
            </a:r>
            <a:r>
              <a:rPr lang="de-DE" dirty="0">
                <a:solidFill>
                  <a:schemeClr val="tx1"/>
                </a:solidFill>
              </a:rPr>
              <a:t> </a:t>
            </a:r>
            <a:r>
              <a:rPr lang="de-DE" dirty="0" err="1">
                <a:solidFill>
                  <a:schemeClr val="tx1"/>
                </a:solidFill>
              </a:rPr>
              <a:t>long-distance</a:t>
            </a:r>
            <a:r>
              <a:rPr lang="de-DE" dirty="0">
                <a:solidFill>
                  <a:schemeClr val="tx1"/>
                </a:solidFill>
              </a:rPr>
              <a:t> </a:t>
            </a:r>
            <a:r>
              <a:rPr lang="de-DE" dirty="0" err="1">
                <a:solidFill>
                  <a:schemeClr val="tx1"/>
                </a:solidFill>
              </a:rPr>
              <a:t>engergy</a:t>
            </a:r>
            <a:r>
              <a:rPr lang="de-DE" dirty="0">
                <a:solidFill>
                  <a:schemeClr val="tx1"/>
                </a:solidFill>
              </a:rPr>
              <a:t> </a:t>
            </a:r>
            <a:r>
              <a:rPr lang="de-DE" dirty="0" err="1">
                <a:solidFill>
                  <a:schemeClr val="tx1"/>
                </a:solidFill>
              </a:rPr>
              <a:t>transmission</a:t>
            </a:r>
            <a:r>
              <a:rPr lang="de-DE" dirty="0">
                <a:solidFill>
                  <a:schemeClr val="tx1"/>
                </a:solidFill>
              </a:rPr>
              <a:t> </a:t>
            </a:r>
            <a:r>
              <a:rPr lang="de-DE" dirty="0" err="1">
                <a:solidFill>
                  <a:schemeClr val="tx1"/>
                </a:solidFill>
              </a:rPr>
              <a:t>with</a:t>
            </a:r>
            <a:r>
              <a:rPr lang="de-DE" dirty="0">
                <a:solidFill>
                  <a:schemeClr val="tx1"/>
                </a:solidFill>
              </a:rPr>
              <a:t> High-</a:t>
            </a:r>
            <a:r>
              <a:rPr lang="de-DE" dirty="0" err="1">
                <a:solidFill>
                  <a:schemeClr val="tx1"/>
                </a:solidFill>
              </a:rPr>
              <a:t>Voltage</a:t>
            </a:r>
            <a:r>
              <a:rPr lang="de-DE" dirty="0">
                <a:solidFill>
                  <a:schemeClr val="tx1"/>
                </a:solidFill>
              </a:rPr>
              <a:t> </a:t>
            </a:r>
            <a:r>
              <a:rPr lang="de-DE" dirty="0" err="1">
                <a:solidFill>
                  <a:schemeClr val="tx1"/>
                </a:solidFill>
              </a:rPr>
              <a:t>Direct</a:t>
            </a:r>
            <a:r>
              <a:rPr lang="de-DE" dirty="0">
                <a:solidFill>
                  <a:schemeClr val="tx1"/>
                </a:solidFill>
              </a:rPr>
              <a:t> </a:t>
            </a:r>
            <a:r>
              <a:rPr lang="de-DE" dirty="0" err="1">
                <a:solidFill>
                  <a:schemeClr val="tx1"/>
                </a:solidFill>
              </a:rPr>
              <a:t>Current</a:t>
            </a:r>
            <a:r>
              <a:rPr lang="de-DE" dirty="0">
                <a:solidFill>
                  <a:schemeClr val="tx1"/>
                </a:solidFill>
              </a:rPr>
              <a:t> (HVDC)</a:t>
            </a:r>
          </a:p>
        </p:txBody>
      </p:sp>
      <p:sp>
        <p:nvSpPr>
          <p:cNvPr id="9" name="Textplatzhalter 8">
            <a:extLst>
              <a:ext uri="{FF2B5EF4-FFF2-40B4-BE49-F238E27FC236}">
                <a16:creationId xmlns:a16="http://schemas.microsoft.com/office/drawing/2014/main" id="{5D38FF40-9048-4962-9745-9A6432B72853}"/>
              </a:ext>
            </a:extLst>
          </p:cNvPr>
          <p:cNvSpPr>
            <a:spLocks noGrp="1"/>
          </p:cNvSpPr>
          <p:nvPr>
            <p:ph type="body" sz="quarter" idx="16"/>
          </p:nvPr>
        </p:nvSpPr>
        <p:spPr>
          <a:xfrm>
            <a:off x="6324240" y="1703388"/>
            <a:ext cx="2440275" cy="3125664"/>
          </a:xfrm>
        </p:spPr>
        <p:txBody>
          <a:bodyPr/>
          <a:lstStyle/>
          <a:p>
            <a:r>
              <a:rPr lang="de-DE" dirty="0"/>
              <a:t>Modern Electronics &amp; AI</a:t>
            </a:r>
          </a:p>
          <a:p>
            <a:pPr marL="285750" indent="-285750">
              <a:buFont typeface="Arial" panose="020B0604020202020204" pitchFamily="34" charset="0"/>
              <a:buChar char="•"/>
            </a:pPr>
            <a:r>
              <a:rPr lang="de-DE" dirty="0">
                <a:solidFill>
                  <a:schemeClr val="tx1"/>
                </a:solidFill>
              </a:rPr>
              <a:t>Most </a:t>
            </a:r>
            <a:r>
              <a:rPr lang="de-DE" dirty="0" err="1">
                <a:solidFill>
                  <a:schemeClr val="tx1"/>
                </a:solidFill>
              </a:rPr>
              <a:t>elcectronics</a:t>
            </a:r>
            <a:r>
              <a:rPr lang="de-DE" dirty="0">
                <a:solidFill>
                  <a:schemeClr val="tx1"/>
                </a:solidFill>
              </a:rPr>
              <a:t> </a:t>
            </a:r>
            <a:r>
              <a:rPr lang="de-DE" dirty="0" err="1">
                <a:solidFill>
                  <a:schemeClr val="tx1"/>
                </a:solidFill>
              </a:rPr>
              <a:t>need</a:t>
            </a:r>
            <a:r>
              <a:rPr lang="de-DE" dirty="0">
                <a:solidFill>
                  <a:schemeClr val="tx1"/>
                </a:solidFill>
              </a:rPr>
              <a:t> DC (</a:t>
            </a:r>
            <a:r>
              <a:rPr lang="de-DE" dirty="0" err="1">
                <a:solidFill>
                  <a:schemeClr val="tx1"/>
                </a:solidFill>
              </a:rPr>
              <a:t>smartphones</a:t>
            </a:r>
            <a:r>
              <a:rPr lang="de-DE" dirty="0">
                <a:solidFill>
                  <a:schemeClr val="tx1"/>
                </a:solidFill>
              </a:rPr>
              <a:t>, </a:t>
            </a:r>
            <a:r>
              <a:rPr lang="de-DE" dirty="0" err="1">
                <a:solidFill>
                  <a:schemeClr val="tx1"/>
                </a:solidFill>
              </a:rPr>
              <a:t>computer</a:t>
            </a:r>
            <a:r>
              <a:rPr lang="de-DE" dirty="0">
                <a:solidFill>
                  <a:schemeClr val="tx1"/>
                </a:solidFill>
              </a:rPr>
              <a:t>, LEDs, …)</a:t>
            </a:r>
          </a:p>
          <a:p>
            <a:pPr marL="285750" indent="-285750">
              <a:buFont typeface="Arial" panose="020B0604020202020204" pitchFamily="34" charset="0"/>
              <a:buChar char="•"/>
            </a:pPr>
            <a:r>
              <a:rPr lang="de-DE" dirty="0">
                <a:solidFill>
                  <a:schemeClr val="tx1"/>
                </a:solidFill>
              </a:rPr>
              <a:t>Data </a:t>
            </a:r>
            <a:r>
              <a:rPr lang="de-DE" dirty="0" err="1">
                <a:solidFill>
                  <a:schemeClr val="tx1"/>
                </a:solidFill>
              </a:rPr>
              <a:t>centers</a:t>
            </a:r>
            <a:r>
              <a:rPr lang="de-DE" dirty="0">
                <a:solidFill>
                  <a:schemeClr val="tx1"/>
                </a:solidFill>
              </a:rPr>
              <a:t> </a:t>
            </a:r>
            <a:r>
              <a:rPr lang="de-DE" dirty="0" err="1">
                <a:solidFill>
                  <a:schemeClr val="tx1"/>
                </a:solidFill>
              </a:rPr>
              <a:t>run</a:t>
            </a:r>
            <a:r>
              <a:rPr lang="de-DE" dirty="0">
                <a:solidFill>
                  <a:schemeClr val="tx1"/>
                </a:solidFill>
              </a:rPr>
              <a:t> </a:t>
            </a:r>
            <a:r>
              <a:rPr lang="de-DE" dirty="0" err="1">
                <a:solidFill>
                  <a:schemeClr val="tx1"/>
                </a:solidFill>
              </a:rPr>
              <a:t>with</a:t>
            </a:r>
            <a:r>
              <a:rPr lang="de-DE" dirty="0">
                <a:solidFill>
                  <a:schemeClr val="tx1"/>
                </a:solidFill>
              </a:rPr>
              <a:t> DC</a:t>
            </a:r>
          </a:p>
          <a:p>
            <a:pPr marL="285750" indent="-285750">
              <a:buFont typeface="Arial" panose="020B0604020202020204" pitchFamily="34" charset="0"/>
              <a:buChar char="•"/>
            </a:pPr>
            <a:endParaRPr lang="de-DE" dirty="0">
              <a:solidFill>
                <a:schemeClr val="tx1"/>
              </a:solidFill>
            </a:endParaRPr>
          </a:p>
          <a:p>
            <a:endParaRPr lang="de-DE" dirty="0"/>
          </a:p>
        </p:txBody>
      </p:sp>
      <p:sp>
        <p:nvSpPr>
          <p:cNvPr id="10" name="Textplatzhalter 9">
            <a:extLst>
              <a:ext uri="{FF2B5EF4-FFF2-40B4-BE49-F238E27FC236}">
                <a16:creationId xmlns:a16="http://schemas.microsoft.com/office/drawing/2014/main" id="{7BF7794C-82BD-4497-B881-76A62ABF70F5}"/>
              </a:ext>
            </a:extLst>
          </p:cNvPr>
          <p:cNvSpPr>
            <a:spLocks noGrp="1"/>
          </p:cNvSpPr>
          <p:nvPr>
            <p:ph type="body" sz="quarter" idx="17"/>
          </p:nvPr>
        </p:nvSpPr>
        <p:spPr>
          <a:xfrm>
            <a:off x="9240521" y="1703388"/>
            <a:ext cx="2454980" cy="2611164"/>
          </a:xfrm>
        </p:spPr>
        <p:txBody>
          <a:bodyPr/>
          <a:lstStyle/>
          <a:p>
            <a:r>
              <a:rPr lang="de-DE" dirty="0"/>
              <a:t>Mobility and Living</a:t>
            </a:r>
          </a:p>
          <a:p>
            <a:pPr marL="285750" indent="-285750">
              <a:buFont typeface="Arial" panose="020B0604020202020204" pitchFamily="34" charset="0"/>
              <a:buChar char="•"/>
            </a:pPr>
            <a:r>
              <a:rPr lang="de-DE" dirty="0">
                <a:solidFill>
                  <a:schemeClr val="tx1"/>
                </a:solidFill>
              </a:rPr>
              <a:t>Electric </a:t>
            </a:r>
            <a:r>
              <a:rPr lang="de-DE" dirty="0" err="1">
                <a:solidFill>
                  <a:schemeClr val="tx1"/>
                </a:solidFill>
              </a:rPr>
              <a:t>cars</a:t>
            </a:r>
            <a:r>
              <a:rPr lang="de-DE" dirty="0">
                <a:solidFill>
                  <a:schemeClr val="tx1"/>
                </a:solidFill>
              </a:rPr>
              <a:t> </a:t>
            </a:r>
          </a:p>
          <a:p>
            <a:pPr marL="285750" indent="-285750">
              <a:buFont typeface="Arial" panose="020B0604020202020204" pitchFamily="34" charset="0"/>
              <a:buChar char="•"/>
            </a:pPr>
            <a:r>
              <a:rPr lang="de-DE" dirty="0">
                <a:solidFill>
                  <a:schemeClr val="tx1"/>
                </a:solidFill>
              </a:rPr>
              <a:t>Electric </a:t>
            </a:r>
            <a:r>
              <a:rPr lang="de-DE" dirty="0" err="1">
                <a:solidFill>
                  <a:schemeClr val="tx1"/>
                </a:solidFill>
              </a:rPr>
              <a:t>aviation</a:t>
            </a:r>
            <a:r>
              <a:rPr lang="de-DE" dirty="0">
                <a:solidFill>
                  <a:schemeClr val="tx1"/>
                </a:solidFill>
              </a:rPr>
              <a:t> </a:t>
            </a:r>
            <a:r>
              <a:rPr lang="de-DE" dirty="0" err="1">
                <a:solidFill>
                  <a:schemeClr val="tx1"/>
                </a:solidFill>
              </a:rPr>
              <a:t>for</a:t>
            </a:r>
            <a:r>
              <a:rPr lang="de-DE" dirty="0">
                <a:solidFill>
                  <a:schemeClr val="tx1"/>
                </a:solidFill>
              </a:rPr>
              <a:t> </a:t>
            </a:r>
            <a:r>
              <a:rPr lang="de-DE" dirty="0" err="1">
                <a:solidFill>
                  <a:schemeClr val="tx1"/>
                </a:solidFill>
              </a:rPr>
              <a:t>short</a:t>
            </a:r>
            <a:r>
              <a:rPr lang="de-DE" dirty="0">
                <a:solidFill>
                  <a:schemeClr val="tx1"/>
                </a:solidFill>
              </a:rPr>
              <a:t> </a:t>
            </a:r>
            <a:r>
              <a:rPr lang="de-DE" dirty="0" err="1">
                <a:solidFill>
                  <a:schemeClr val="tx1"/>
                </a:solidFill>
              </a:rPr>
              <a:t>distances</a:t>
            </a:r>
            <a:endParaRPr lang="de-DE" dirty="0">
              <a:solidFill>
                <a:schemeClr val="tx1"/>
              </a:solidFill>
            </a:endParaRPr>
          </a:p>
          <a:p>
            <a:pPr marL="285750" indent="-285750">
              <a:buFont typeface="Arial" panose="020B0604020202020204" pitchFamily="34" charset="0"/>
              <a:buChar char="•"/>
            </a:pPr>
            <a:r>
              <a:rPr lang="de-DE" dirty="0">
                <a:solidFill>
                  <a:schemeClr val="tx1"/>
                </a:solidFill>
              </a:rPr>
              <a:t>Smart </a:t>
            </a:r>
            <a:r>
              <a:rPr lang="de-DE" dirty="0" err="1">
                <a:solidFill>
                  <a:schemeClr val="tx1"/>
                </a:solidFill>
              </a:rPr>
              <a:t>Microgrids</a:t>
            </a:r>
            <a:r>
              <a:rPr lang="de-DE" dirty="0">
                <a:solidFill>
                  <a:schemeClr val="tx1"/>
                </a:solidFill>
              </a:rPr>
              <a:t> in private </a:t>
            </a:r>
            <a:r>
              <a:rPr lang="de-DE" dirty="0" err="1">
                <a:solidFill>
                  <a:schemeClr val="tx1"/>
                </a:solidFill>
              </a:rPr>
              <a:t>homes</a:t>
            </a:r>
            <a:r>
              <a:rPr lang="de-DE" dirty="0">
                <a:solidFill>
                  <a:schemeClr val="tx1"/>
                </a:solidFill>
              </a:rPr>
              <a:t> and </a:t>
            </a:r>
            <a:r>
              <a:rPr lang="de-DE" dirty="0" err="1">
                <a:solidFill>
                  <a:schemeClr val="tx1"/>
                </a:solidFill>
              </a:rPr>
              <a:t>commercial</a:t>
            </a:r>
            <a:r>
              <a:rPr lang="de-DE" dirty="0">
                <a:solidFill>
                  <a:schemeClr val="tx1"/>
                </a:solidFill>
              </a:rPr>
              <a:t> </a:t>
            </a:r>
            <a:r>
              <a:rPr lang="de-DE" dirty="0" err="1">
                <a:solidFill>
                  <a:schemeClr val="tx1"/>
                </a:solidFill>
              </a:rPr>
              <a:t>buildings</a:t>
            </a:r>
            <a:endParaRPr lang="de-DE" dirty="0">
              <a:solidFill>
                <a:schemeClr val="tx1"/>
              </a:solidFill>
            </a:endParaRPr>
          </a:p>
        </p:txBody>
      </p:sp>
      <p:sp>
        <p:nvSpPr>
          <p:cNvPr id="11" name="Textplatzhalter 6">
            <a:extLst>
              <a:ext uri="{FF2B5EF4-FFF2-40B4-BE49-F238E27FC236}">
                <a16:creationId xmlns:a16="http://schemas.microsoft.com/office/drawing/2014/main" id="{9D665AF9-45D1-A8BF-E6EB-C43DA78436E3}"/>
              </a:ext>
            </a:extLst>
          </p:cNvPr>
          <p:cNvSpPr txBox="1">
            <a:spLocks/>
          </p:cNvSpPr>
          <p:nvPr/>
        </p:nvSpPr>
        <p:spPr bwMode="gray">
          <a:xfrm>
            <a:off x="479425" y="5014686"/>
            <a:ext cx="11233150" cy="970188"/>
          </a:xfrm>
          <a:prstGeom prst="rect">
            <a:avLst/>
          </a:prstGeom>
          <a:noFill/>
        </p:spPr>
        <p:txBody>
          <a:bodyPr lIns="144000" tIns="144000" rIns="144000" bIns="144000" numCol="1" spcCol="360000">
            <a:noAutofit/>
          </a:bodyPr>
          <a:lstStyle>
            <a:lvl1pPr marL="0" indent="0" algn="l" defTabSz="914400" rtl="0" eaLnBrk="1" latinLnBrk="0" hangingPunct="1">
              <a:lnSpc>
                <a:spcPts val="196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1960"/>
              </a:lnSpc>
              <a:spcBef>
                <a:spcPts val="0"/>
              </a:spcBef>
              <a:spcAft>
                <a:spcPts val="0"/>
              </a:spcAft>
              <a:buFont typeface="Arial" panose="020B0604020202020204" pitchFamily="34" charset="0"/>
              <a:buNone/>
              <a:defRPr sz="2080" b="0"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bg1"/>
                </a:solidFill>
                <a:latin typeface="+mj-lt"/>
                <a:ea typeface="+mn-ea"/>
                <a:cs typeface="+mn-cs"/>
              </a:defRPr>
            </a:lvl3pPr>
            <a:lvl4pPr marL="18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4pPr>
            <a:lvl5pPr marL="36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5pPr>
            <a:lvl6pPr marL="54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6pPr>
            <a:lvl7pPr marL="216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7pPr>
            <a:lvl8pPr marL="432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8pPr>
            <a:lvl9pPr marL="648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9pPr>
          </a:lstStyle>
          <a:p>
            <a:pPr marL="285750" indent="-285750">
              <a:buFont typeface="Wingdings" panose="05000000000000000000" pitchFamily="2" charset="2"/>
              <a:buChar char="à"/>
            </a:pPr>
            <a:r>
              <a:rPr lang="de-DE" dirty="0">
                <a:solidFill>
                  <a:srgbClr val="179C7D"/>
                </a:solidFill>
              </a:rPr>
              <a:t>Naturally </a:t>
            </a:r>
            <a:r>
              <a:rPr lang="de-DE" dirty="0" err="1">
                <a:solidFill>
                  <a:srgbClr val="179C7D"/>
                </a:solidFill>
              </a:rPr>
              <a:t>producing</a:t>
            </a:r>
            <a:r>
              <a:rPr lang="de-DE" dirty="0">
                <a:solidFill>
                  <a:srgbClr val="179C7D"/>
                </a:solidFill>
              </a:rPr>
              <a:t> </a:t>
            </a:r>
            <a:r>
              <a:rPr lang="de-DE" dirty="0" err="1">
                <a:solidFill>
                  <a:srgbClr val="179C7D"/>
                </a:solidFill>
              </a:rPr>
              <a:t>or</a:t>
            </a:r>
            <a:r>
              <a:rPr lang="de-DE" dirty="0">
                <a:solidFill>
                  <a:srgbClr val="179C7D"/>
                </a:solidFill>
              </a:rPr>
              <a:t> </a:t>
            </a:r>
            <a:r>
              <a:rPr lang="de-DE" dirty="0" err="1">
                <a:solidFill>
                  <a:srgbClr val="179C7D"/>
                </a:solidFill>
              </a:rPr>
              <a:t>consuming</a:t>
            </a:r>
            <a:r>
              <a:rPr lang="de-DE" dirty="0">
                <a:solidFill>
                  <a:srgbClr val="179C7D"/>
                </a:solidFill>
              </a:rPr>
              <a:t> DC</a:t>
            </a:r>
          </a:p>
          <a:p>
            <a:pPr marL="285750" indent="-285750">
              <a:buFont typeface="Wingdings" panose="05000000000000000000" pitchFamily="2" charset="2"/>
              <a:buChar char="à"/>
            </a:pPr>
            <a:r>
              <a:rPr lang="de-DE" dirty="0">
                <a:solidFill>
                  <a:srgbClr val="179C7D"/>
                </a:solidFill>
              </a:rPr>
              <a:t>Lower </a:t>
            </a:r>
            <a:r>
              <a:rPr lang="de-DE" dirty="0" err="1">
                <a:solidFill>
                  <a:srgbClr val="179C7D"/>
                </a:solidFill>
              </a:rPr>
              <a:t>losses</a:t>
            </a:r>
            <a:r>
              <a:rPr lang="de-DE" dirty="0">
                <a:solidFill>
                  <a:srgbClr val="179C7D"/>
                </a:solidFill>
              </a:rPr>
              <a:t> </a:t>
            </a:r>
            <a:r>
              <a:rPr lang="de-DE" dirty="0" err="1">
                <a:solidFill>
                  <a:srgbClr val="179C7D"/>
                </a:solidFill>
              </a:rPr>
              <a:t>through</a:t>
            </a:r>
            <a:r>
              <a:rPr lang="de-DE" dirty="0">
                <a:solidFill>
                  <a:srgbClr val="179C7D"/>
                </a:solidFill>
              </a:rPr>
              <a:t> </a:t>
            </a:r>
            <a:r>
              <a:rPr lang="de-DE" dirty="0" err="1">
                <a:solidFill>
                  <a:srgbClr val="179C7D"/>
                </a:solidFill>
              </a:rPr>
              <a:t>eleminating</a:t>
            </a:r>
            <a:r>
              <a:rPr lang="de-DE" dirty="0">
                <a:solidFill>
                  <a:srgbClr val="179C7D"/>
                </a:solidFill>
              </a:rPr>
              <a:t> </a:t>
            </a:r>
            <a:r>
              <a:rPr lang="de-DE" dirty="0" err="1">
                <a:solidFill>
                  <a:srgbClr val="179C7D"/>
                </a:solidFill>
              </a:rPr>
              <a:t>unneccessary</a:t>
            </a:r>
            <a:r>
              <a:rPr lang="de-DE" dirty="0">
                <a:solidFill>
                  <a:srgbClr val="179C7D"/>
                </a:solidFill>
              </a:rPr>
              <a:t> </a:t>
            </a:r>
            <a:r>
              <a:rPr lang="de-DE" dirty="0" err="1">
                <a:solidFill>
                  <a:srgbClr val="179C7D"/>
                </a:solidFill>
              </a:rPr>
              <a:t>conversion</a:t>
            </a:r>
            <a:r>
              <a:rPr lang="de-DE" dirty="0">
                <a:solidFill>
                  <a:srgbClr val="179C7D"/>
                </a:solidFill>
              </a:rPr>
              <a:t> </a:t>
            </a:r>
            <a:r>
              <a:rPr lang="de-DE" dirty="0" err="1">
                <a:solidFill>
                  <a:srgbClr val="179C7D"/>
                </a:solidFill>
              </a:rPr>
              <a:t>steps</a:t>
            </a:r>
            <a:endParaRPr lang="de-DE" dirty="0">
              <a:solidFill>
                <a:srgbClr val="179C7D"/>
              </a:solidFill>
            </a:endParaRPr>
          </a:p>
          <a:p>
            <a:pPr marL="285750" indent="-285750">
              <a:buFont typeface="Wingdings" panose="05000000000000000000" pitchFamily="2" charset="2"/>
              <a:buChar char="à"/>
            </a:pPr>
            <a:r>
              <a:rPr lang="de-DE" dirty="0" err="1">
                <a:solidFill>
                  <a:srgbClr val="179C7D"/>
                </a:solidFill>
              </a:rPr>
              <a:t>Reducing</a:t>
            </a:r>
            <a:r>
              <a:rPr lang="de-DE" dirty="0">
                <a:solidFill>
                  <a:srgbClr val="179C7D"/>
                </a:solidFill>
              </a:rPr>
              <a:t> </a:t>
            </a:r>
            <a:r>
              <a:rPr lang="de-DE" dirty="0" err="1">
                <a:solidFill>
                  <a:srgbClr val="179C7D"/>
                </a:solidFill>
              </a:rPr>
              <a:t>volume</a:t>
            </a:r>
            <a:r>
              <a:rPr lang="de-DE" dirty="0">
                <a:solidFill>
                  <a:srgbClr val="179C7D"/>
                </a:solidFill>
              </a:rPr>
              <a:t> and </a:t>
            </a:r>
            <a:r>
              <a:rPr lang="de-DE" dirty="0" err="1">
                <a:solidFill>
                  <a:srgbClr val="179C7D"/>
                </a:solidFill>
              </a:rPr>
              <a:t>complexity</a:t>
            </a:r>
            <a:r>
              <a:rPr lang="de-DE" dirty="0">
                <a:solidFill>
                  <a:srgbClr val="179C7D"/>
                </a:solidFill>
              </a:rPr>
              <a:t> </a:t>
            </a:r>
            <a:r>
              <a:rPr lang="de-DE" dirty="0" err="1">
                <a:solidFill>
                  <a:srgbClr val="179C7D"/>
                </a:solidFill>
              </a:rPr>
              <a:t>of</a:t>
            </a:r>
            <a:r>
              <a:rPr lang="de-DE" dirty="0">
                <a:solidFill>
                  <a:srgbClr val="179C7D"/>
                </a:solidFill>
              </a:rPr>
              <a:t> </a:t>
            </a:r>
            <a:r>
              <a:rPr lang="de-DE" dirty="0" err="1">
                <a:solidFill>
                  <a:srgbClr val="179C7D"/>
                </a:solidFill>
              </a:rPr>
              <a:t>systems</a:t>
            </a:r>
            <a:r>
              <a:rPr lang="de-DE" dirty="0">
                <a:solidFill>
                  <a:srgbClr val="179C7D"/>
                </a:solidFill>
              </a:rPr>
              <a:t>  </a:t>
            </a:r>
          </a:p>
        </p:txBody>
      </p:sp>
      <p:sp>
        <p:nvSpPr>
          <p:cNvPr id="12" name="Textplatzhalter 6">
            <a:extLst>
              <a:ext uri="{FF2B5EF4-FFF2-40B4-BE49-F238E27FC236}">
                <a16:creationId xmlns:a16="http://schemas.microsoft.com/office/drawing/2014/main" id="{7CE3F9EA-0880-35AA-53BC-5EE431473FBA}"/>
              </a:ext>
            </a:extLst>
          </p:cNvPr>
          <p:cNvSpPr txBox="1">
            <a:spLocks/>
          </p:cNvSpPr>
          <p:nvPr/>
        </p:nvSpPr>
        <p:spPr bwMode="gray">
          <a:xfrm>
            <a:off x="478199" y="4480428"/>
            <a:ext cx="11233150" cy="425501"/>
          </a:xfrm>
          <a:prstGeom prst="rect">
            <a:avLst/>
          </a:prstGeom>
          <a:solidFill>
            <a:srgbClr val="E5EEF2"/>
          </a:solidFill>
          <a:ln w="9525">
            <a:solidFill>
              <a:schemeClr val="accent2"/>
            </a:solidFill>
          </a:ln>
        </p:spPr>
        <p:txBody>
          <a:bodyPr lIns="144000" tIns="144000" rIns="144000" bIns="144000" numCol="1" spcCol="360000" anchor="ctr">
            <a:noAutofit/>
          </a:bodyPr>
          <a:lstStyle>
            <a:lvl1pPr marL="0" indent="0" algn="l" defTabSz="914400" rtl="0" eaLnBrk="1" latinLnBrk="0" hangingPunct="1">
              <a:lnSpc>
                <a:spcPts val="196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1960"/>
              </a:lnSpc>
              <a:spcBef>
                <a:spcPts val="0"/>
              </a:spcBef>
              <a:spcAft>
                <a:spcPts val="0"/>
              </a:spcAft>
              <a:buFont typeface="Arial" panose="020B0604020202020204" pitchFamily="34" charset="0"/>
              <a:buNone/>
              <a:defRPr sz="2080" b="0"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bg1"/>
                </a:solidFill>
                <a:latin typeface="+mj-lt"/>
                <a:ea typeface="+mn-ea"/>
                <a:cs typeface="+mn-cs"/>
              </a:defRPr>
            </a:lvl3pPr>
            <a:lvl4pPr marL="18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4pPr>
            <a:lvl5pPr marL="36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5pPr>
            <a:lvl6pPr marL="54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6pPr>
            <a:lvl7pPr marL="216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7pPr>
            <a:lvl8pPr marL="432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8pPr>
            <a:lvl9pPr marL="648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9pPr>
          </a:lstStyle>
          <a:p>
            <a:pPr algn="ctr"/>
            <a:r>
              <a:rPr lang="de-DE" dirty="0">
                <a:solidFill>
                  <a:schemeClr val="accent2"/>
                </a:solidFill>
              </a:rPr>
              <a:t>Modern Power Electronics</a:t>
            </a:r>
          </a:p>
        </p:txBody>
      </p:sp>
    </p:spTree>
    <p:extLst>
      <p:ext uri="{BB962C8B-B14F-4D97-AF65-F5344CB8AC3E}">
        <p14:creationId xmlns:p14="http://schemas.microsoft.com/office/powerpoint/2010/main" val="3636819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3B27FF-F2BF-36C3-2613-3C17888BF89F}"/>
              </a:ext>
            </a:extLst>
          </p:cNvPr>
          <p:cNvSpPr>
            <a:spLocks noGrp="1"/>
          </p:cNvSpPr>
          <p:nvPr>
            <p:ph type="title"/>
          </p:nvPr>
        </p:nvSpPr>
        <p:spPr/>
        <p:txBody>
          <a:bodyPr/>
          <a:lstStyle/>
          <a:p>
            <a:r>
              <a:rPr lang="de-DE" dirty="0"/>
              <a:t>Advantages </a:t>
            </a:r>
            <a:r>
              <a:rPr lang="de-DE" dirty="0" err="1"/>
              <a:t>of</a:t>
            </a:r>
            <a:r>
              <a:rPr lang="de-DE" dirty="0"/>
              <a:t> LVDC Grids</a:t>
            </a:r>
          </a:p>
        </p:txBody>
      </p:sp>
      <p:sp>
        <p:nvSpPr>
          <p:cNvPr id="3" name="Datumsplatzhalter 2">
            <a:extLst>
              <a:ext uri="{FF2B5EF4-FFF2-40B4-BE49-F238E27FC236}">
                <a16:creationId xmlns:a16="http://schemas.microsoft.com/office/drawing/2014/main" id="{C1E7285D-0238-DFB6-F91A-3F715E19F9C3}"/>
              </a:ext>
            </a:extLst>
          </p:cNvPr>
          <p:cNvSpPr>
            <a:spLocks noGrp="1"/>
          </p:cNvSpPr>
          <p:nvPr>
            <p:ph type="dt" sz="half" idx="10"/>
          </p:nvPr>
        </p:nvSpPr>
        <p:spPr/>
        <p:txBody>
          <a:bodyPr/>
          <a:lstStyle/>
          <a:p>
            <a:fld id="{84AC2951-09AD-4688-B783-DAE1ADDED63E}" type="datetime1">
              <a:rPr lang="de-DE" noProof="0" smtClean="0"/>
              <a:t>13.05.2026</a:t>
            </a:fld>
            <a:endParaRPr lang="de-DE" noProof="0" dirty="0"/>
          </a:p>
        </p:txBody>
      </p:sp>
      <p:sp>
        <p:nvSpPr>
          <p:cNvPr id="4" name="Fußzeilenplatzhalter 3">
            <a:extLst>
              <a:ext uri="{FF2B5EF4-FFF2-40B4-BE49-F238E27FC236}">
                <a16:creationId xmlns:a16="http://schemas.microsoft.com/office/drawing/2014/main" id="{6A973366-9BE2-A827-7B4A-DF6DCE60358E}"/>
              </a:ext>
            </a:extLst>
          </p:cNvPr>
          <p:cNvSpPr>
            <a:spLocks noGrp="1"/>
          </p:cNvSpPr>
          <p:nvPr>
            <p:ph type="ftr" sz="quarter" idx="11"/>
          </p:nvPr>
        </p:nvSpPr>
        <p:spPr/>
        <p:txBody>
          <a:bodyPr/>
          <a:lstStyle/>
          <a:p>
            <a:r>
              <a:rPr lang="de-DE" noProof="0"/>
              <a:t>© Fraunhofer IISB</a:t>
            </a:r>
            <a:endParaRPr lang="de-DE" noProof="0" dirty="0"/>
          </a:p>
        </p:txBody>
      </p:sp>
      <p:sp>
        <p:nvSpPr>
          <p:cNvPr id="5" name="Foliennummernplatzhalter 4">
            <a:extLst>
              <a:ext uri="{FF2B5EF4-FFF2-40B4-BE49-F238E27FC236}">
                <a16:creationId xmlns:a16="http://schemas.microsoft.com/office/drawing/2014/main" id="{A96F3C68-AAAF-1FA5-F85C-72DBA8EA1D6C}"/>
              </a:ext>
            </a:extLst>
          </p:cNvPr>
          <p:cNvSpPr>
            <a:spLocks noGrp="1"/>
          </p:cNvSpPr>
          <p:nvPr>
            <p:ph type="sldNum" sz="quarter" idx="12"/>
          </p:nvPr>
        </p:nvSpPr>
        <p:spPr/>
        <p:txBody>
          <a:bodyPr/>
          <a:lstStyle/>
          <a:p>
            <a:r>
              <a:rPr lang="de-DE" noProof="0"/>
              <a:t>Seite</a:t>
            </a:r>
            <a:r>
              <a:rPr lang="en-US"/>
              <a:t> </a:t>
            </a:r>
            <a:fld id="{401BA3E4-5E55-4F99-AF09-CC6D6B2539E2}" type="slidenum">
              <a:rPr lang="en-US" smtClean="0"/>
              <a:pPr/>
              <a:t>15</a:t>
            </a:fld>
            <a:endParaRPr lang="en-US" dirty="0"/>
          </a:p>
        </p:txBody>
      </p:sp>
      <p:sp>
        <p:nvSpPr>
          <p:cNvPr id="6" name="Textplatzhalter 5">
            <a:extLst>
              <a:ext uri="{FF2B5EF4-FFF2-40B4-BE49-F238E27FC236}">
                <a16:creationId xmlns:a16="http://schemas.microsoft.com/office/drawing/2014/main" id="{23760508-EF25-2104-DEF9-A1EC6B87950B}"/>
              </a:ext>
            </a:extLst>
          </p:cNvPr>
          <p:cNvSpPr>
            <a:spLocks noGrp="1"/>
          </p:cNvSpPr>
          <p:nvPr>
            <p:ph type="body" sz="quarter" idx="13"/>
          </p:nvPr>
        </p:nvSpPr>
        <p:spPr>
          <a:xfrm>
            <a:off x="479425" y="778321"/>
            <a:ext cx="11233150" cy="901529"/>
          </a:xfrm>
        </p:spPr>
        <p:txBody>
          <a:bodyPr/>
          <a:lstStyle/>
          <a:p>
            <a:r>
              <a:rPr lang="de-DE" dirty="0"/>
              <a:t>AC vs. DC Installation</a:t>
            </a:r>
          </a:p>
          <a:p>
            <a:endParaRPr lang="de-DE" dirty="0"/>
          </a:p>
        </p:txBody>
      </p:sp>
      <p:sp>
        <p:nvSpPr>
          <p:cNvPr id="7" name="Textplatzhalter 6">
            <a:extLst>
              <a:ext uri="{FF2B5EF4-FFF2-40B4-BE49-F238E27FC236}">
                <a16:creationId xmlns:a16="http://schemas.microsoft.com/office/drawing/2014/main" id="{3F839CE4-81CC-FC50-706D-93C8EA01C0F3}"/>
              </a:ext>
            </a:extLst>
          </p:cNvPr>
          <p:cNvSpPr>
            <a:spLocks noGrp="1"/>
          </p:cNvSpPr>
          <p:nvPr>
            <p:ph type="body" sz="quarter" idx="14"/>
          </p:nvPr>
        </p:nvSpPr>
        <p:spPr>
          <a:xfrm>
            <a:off x="478199" y="1703388"/>
            <a:ext cx="5437188" cy="255134"/>
          </a:xfrm>
        </p:spPr>
        <p:txBody>
          <a:bodyPr/>
          <a:lstStyle/>
          <a:p>
            <a:r>
              <a:rPr lang="de-DE" dirty="0" err="1"/>
              <a:t>Voltage</a:t>
            </a:r>
            <a:r>
              <a:rPr lang="de-DE" dirty="0"/>
              <a:t> Levels</a:t>
            </a:r>
            <a:r>
              <a:rPr lang="de-DE" baseline="30000" dirty="0"/>
              <a:t>1)</a:t>
            </a:r>
            <a:r>
              <a:rPr lang="de-DE" dirty="0"/>
              <a:t>:</a:t>
            </a:r>
          </a:p>
        </p:txBody>
      </p:sp>
      <p:sp>
        <p:nvSpPr>
          <p:cNvPr id="8" name="Textplatzhalter 7">
            <a:extLst>
              <a:ext uri="{FF2B5EF4-FFF2-40B4-BE49-F238E27FC236}">
                <a16:creationId xmlns:a16="http://schemas.microsoft.com/office/drawing/2014/main" id="{DCD6312E-4731-B431-5629-9A116E0A3EFF}"/>
              </a:ext>
            </a:extLst>
          </p:cNvPr>
          <p:cNvSpPr>
            <a:spLocks noGrp="1"/>
          </p:cNvSpPr>
          <p:nvPr>
            <p:ph type="body" sz="quarter" idx="15"/>
          </p:nvPr>
        </p:nvSpPr>
        <p:spPr>
          <a:xfrm>
            <a:off x="5018088" y="1703388"/>
            <a:ext cx="5437187" cy="255134"/>
          </a:xfrm>
        </p:spPr>
        <p:txBody>
          <a:bodyPr/>
          <a:lstStyle/>
          <a:p>
            <a:r>
              <a:rPr lang="de-DE" dirty="0"/>
              <a:t>Transferable Power:</a:t>
            </a:r>
          </a:p>
        </p:txBody>
      </p:sp>
      <p:grpSp>
        <p:nvGrpSpPr>
          <p:cNvPr id="9" name="Gruppieren 8">
            <a:extLst>
              <a:ext uri="{FF2B5EF4-FFF2-40B4-BE49-F238E27FC236}">
                <a16:creationId xmlns:a16="http://schemas.microsoft.com/office/drawing/2014/main" id="{59C0B97B-92D3-76BA-DB7A-038AADB87B96}"/>
              </a:ext>
            </a:extLst>
          </p:cNvPr>
          <p:cNvGrpSpPr/>
          <p:nvPr/>
        </p:nvGrpSpPr>
        <p:grpSpPr>
          <a:xfrm>
            <a:off x="397465" y="2213824"/>
            <a:ext cx="3619520" cy="3428864"/>
            <a:chOff x="679522" y="2001227"/>
            <a:chExt cx="3619520" cy="3428864"/>
          </a:xfrm>
        </p:grpSpPr>
        <p:sp>
          <p:nvSpPr>
            <p:cNvPr id="10" name="Rechteck 9">
              <a:extLst>
                <a:ext uri="{FF2B5EF4-FFF2-40B4-BE49-F238E27FC236}">
                  <a16:creationId xmlns:a16="http://schemas.microsoft.com/office/drawing/2014/main" id="{EE20AF19-CE9F-6726-40C0-AC52DA2D7F6F}"/>
                </a:ext>
              </a:extLst>
            </p:cNvPr>
            <p:cNvSpPr/>
            <p:nvPr/>
          </p:nvSpPr>
          <p:spPr bwMode="auto">
            <a:xfrm>
              <a:off x="1082719" y="2001728"/>
              <a:ext cx="1009935" cy="3428363"/>
            </a:xfrm>
            <a:prstGeom prst="rect">
              <a:avLst/>
            </a:prstGeom>
            <a:solidFill>
              <a:srgbClr val="E5EEF2"/>
            </a:solidFill>
            <a:ln w="6350" cap="flat" cmpd="sng" algn="ctr">
              <a:solidFill>
                <a:schemeClr val="tx1">
                  <a:lumMod val="65000"/>
                  <a:lumOff val="35000"/>
                </a:schemeClr>
              </a:solidFill>
              <a:prstDash val="dash"/>
              <a:round/>
              <a:headEnd type="none" w="med" len="med"/>
              <a:tailEnd type="none" w="med" len="med"/>
            </a:ln>
            <a:effectLst/>
          </p:spPr>
          <p:txBody>
            <a:bodyPr rtlCol="0" anchor="ctr"/>
            <a:lstStyle/>
            <a:p>
              <a:pPr algn="ctr"/>
              <a:endParaRPr lang="de-DE" dirty="0"/>
            </a:p>
          </p:txBody>
        </p:sp>
        <p:sp>
          <p:nvSpPr>
            <p:cNvPr id="11" name="Rechteck 10">
              <a:extLst>
                <a:ext uri="{FF2B5EF4-FFF2-40B4-BE49-F238E27FC236}">
                  <a16:creationId xmlns:a16="http://schemas.microsoft.com/office/drawing/2014/main" id="{3D242457-8F8A-AEB1-BE57-5A79FB642F68}"/>
                </a:ext>
              </a:extLst>
            </p:cNvPr>
            <p:cNvSpPr/>
            <p:nvPr/>
          </p:nvSpPr>
          <p:spPr bwMode="auto">
            <a:xfrm>
              <a:off x="3195845" y="2001227"/>
              <a:ext cx="1009935" cy="3428363"/>
            </a:xfrm>
            <a:prstGeom prst="rect">
              <a:avLst/>
            </a:prstGeom>
            <a:solidFill>
              <a:srgbClr val="669DB2"/>
            </a:solidFill>
            <a:ln w="6350" cap="flat" cmpd="sng" algn="ctr">
              <a:solidFill>
                <a:schemeClr val="tx1">
                  <a:lumMod val="65000"/>
                  <a:lumOff val="35000"/>
                </a:schemeClr>
              </a:solidFill>
              <a:prstDash val="dash"/>
              <a:round/>
              <a:headEnd type="none" w="med" len="med"/>
              <a:tailEnd type="none" w="med" len="med"/>
            </a:ln>
            <a:effectLst/>
          </p:spPr>
          <p:txBody>
            <a:bodyPr rtlCol="0" anchor="ctr"/>
            <a:lstStyle/>
            <a:p>
              <a:pPr algn="ctr"/>
              <a:endParaRPr lang="de-DE" dirty="0"/>
            </a:p>
          </p:txBody>
        </p:sp>
        <p:sp>
          <p:nvSpPr>
            <p:cNvPr id="12" name="Rechteck 11">
              <a:extLst>
                <a:ext uri="{FF2B5EF4-FFF2-40B4-BE49-F238E27FC236}">
                  <a16:creationId xmlns:a16="http://schemas.microsoft.com/office/drawing/2014/main" id="{0D391958-A669-C67B-5E4B-C51C575426C2}"/>
                </a:ext>
              </a:extLst>
            </p:cNvPr>
            <p:cNvSpPr/>
            <p:nvPr/>
          </p:nvSpPr>
          <p:spPr bwMode="auto">
            <a:xfrm>
              <a:off x="2142695" y="2001728"/>
              <a:ext cx="1009935" cy="3425587"/>
            </a:xfrm>
            <a:prstGeom prst="rect">
              <a:avLst/>
            </a:prstGeom>
            <a:solidFill>
              <a:srgbClr val="CCDEE5"/>
            </a:solidFill>
            <a:ln w="6350" cap="flat" cmpd="sng" algn="ctr">
              <a:solidFill>
                <a:schemeClr val="tx1">
                  <a:lumMod val="65000"/>
                  <a:lumOff val="35000"/>
                </a:schemeClr>
              </a:solidFill>
              <a:prstDash val="dash"/>
              <a:round/>
              <a:headEnd type="none" w="med" len="med"/>
              <a:tailEnd type="none" w="med" len="med"/>
            </a:ln>
            <a:effectLst/>
          </p:spPr>
          <p:txBody>
            <a:bodyPr rtlCol="0" anchor="ctr"/>
            <a:lstStyle/>
            <a:p>
              <a:pPr algn="ctr"/>
              <a:endParaRPr lang="de-DE" dirty="0"/>
            </a:p>
          </p:txBody>
        </p:sp>
        <p:sp>
          <p:nvSpPr>
            <p:cNvPr id="13" name="Text Box 164">
              <a:extLst>
                <a:ext uri="{FF2B5EF4-FFF2-40B4-BE49-F238E27FC236}">
                  <a16:creationId xmlns:a16="http://schemas.microsoft.com/office/drawing/2014/main" id="{C9D7D4A3-EA0C-D9B9-F245-A63A52FBCD61}"/>
                </a:ext>
              </a:extLst>
            </p:cNvPr>
            <p:cNvSpPr txBox="1">
              <a:spLocks noChangeArrowheads="1"/>
            </p:cNvSpPr>
            <p:nvPr/>
          </p:nvSpPr>
          <p:spPr bwMode="auto">
            <a:xfrm>
              <a:off x="2454275" y="2744255"/>
              <a:ext cx="675185"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spcAft>
                  <a:spcPct val="20000"/>
                </a:spcAft>
              </a:pPr>
              <a:r>
                <a:rPr lang="de-DE" sz="1200" b="1" dirty="0">
                  <a:latin typeface="+mn-lt"/>
                </a:rPr>
                <a:t>+375 V</a:t>
              </a:r>
              <a:endParaRPr lang="de-DE" sz="1200" dirty="0">
                <a:latin typeface="+mn-lt"/>
              </a:endParaRPr>
            </a:p>
          </p:txBody>
        </p:sp>
        <p:sp>
          <p:nvSpPr>
            <p:cNvPr id="14" name="Text Box 164">
              <a:extLst>
                <a:ext uri="{FF2B5EF4-FFF2-40B4-BE49-F238E27FC236}">
                  <a16:creationId xmlns:a16="http://schemas.microsoft.com/office/drawing/2014/main" id="{35E32FCC-D705-42DC-79B2-1F6BDBB6900F}"/>
                </a:ext>
              </a:extLst>
            </p:cNvPr>
            <p:cNvSpPr txBox="1">
              <a:spLocks noChangeArrowheads="1"/>
            </p:cNvSpPr>
            <p:nvPr/>
          </p:nvSpPr>
          <p:spPr bwMode="auto">
            <a:xfrm>
              <a:off x="2473511" y="4467296"/>
              <a:ext cx="63671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spcAft>
                  <a:spcPct val="20000"/>
                </a:spcAft>
              </a:pPr>
              <a:r>
                <a:rPr lang="de-DE" sz="1200" b="1" dirty="0">
                  <a:latin typeface="+mn-lt"/>
                </a:rPr>
                <a:t>-375 V</a:t>
              </a:r>
              <a:endParaRPr lang="de-DE" sz="1200" dirty="0">
                <a:latin typeface="+mn-lt"/>
              </a:endParaRPr>
            </a:p>
          </p:txBody>
        </p:sp>
        <p:cxnSp>
          <p:nvCxnSpPr>
            <p:cNvPr id="15" name="Gerade Verbindung 6">
              <a:extLst>
                <a:ext uri="{FF2B5EF4-FFF2-40B4-BE49-F238E27FC236}">
                  <a16:creationId xmlns:a16="http://schemas.microsoft.com/office/drawing/2014/main" id="{039C0D0C-6288-8758-66A2-AF25034C36A7}"/>
                </a:ext>
              </a:extLst>
            </p:cNvPr>
            <p:cNvCxnSpPr/>
            <p:nvPr/>
          </p:nvCxnSpPr>
          <p:spPr bwMode="auto">
            <a:xfrm flipH="1">
              <a:off x="2563502" y="2315967"/>
              <a:ext cx="1692322" cy="0"/>
            </a:xfrm>
            <a:prstGeom prst="line">
              <a:avLst/>
            </a:prstGeom>
            <a:noFill/>
            <a:ln w="1905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Gerade Verbindung 7">
              <a:extLst>
                <a:ext uri="{FF2B5EF4-FFF2-40B4-BE49-F238E27FC236}">
                  <a16:creationId xmlns:a16="http://schemas.microsoft.com/office/drawing/2014/main" id="{F48A3B7D-5F98-CD24-1777-C66748B56697}"/>
                </a:ext>
              </a:extLst>
            </p:cNvPr>
            <p:cNvCxnSpPr/>
            <p:nvPr/>
          </p:nvCxnSpPr>
          <p:spPr bwMode="auto">
            <a:xfrm flipH="1">
              <a:off x="1050231" y="3733478"/>
              <a:ext cx="1251658" cy="0"/>
            </a:xfrm>
            <a:prstGeom prst="line">
              <a:avLst/>
            </a:prstGeom>
            <a:noFill/>
            <a:ln w="19050">
              <a:solidFill>
                <a:srgbClr val="0070C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Gerade Verbindung 8">
              <a:extLst>
                <a:ext uri="{FF2B5EF4-FFF2-40B4-BE49-F238E27FC236}">
                  <a16:creationId xmlns:a16="http://schemas.microsoft.com/office/drawing/2014/main" id="{0A2596B4-E470-0733-55AD-320FC97CAEEE}"/>
                </a:ext>
              </a:extLst>
            </p:cNvPr>
            <p:cNvCxnSpPr/>
            <p:nvPr/>
          </p:nvCxnSpPr>
          <p:spPr bwMode="auto">
            <a:xfrm flipH="1">
              <a:off x="1976648" y="4429566"/>
              <a:ext cx="1528549" cy="0"/>
            </a:xfrm>
            <a:prstGeom prst="line">
              <a:avLst/>
            </a:prstGeom>
            <a:noFill/>
            <a:ln w="19050">
              <a:solidFill>
                <a:schemeClr val="bg1">
                  <a:lumMod val="65000"/>
                </a:schemeClr>
              </a:solidFill>
              <a:round/>
              <a:headEnd/>
              <a:tailEnd type="none" w="sm" len="lg"/>
            </a:ln>
            <a:effectLst>
              <a:outerShdw dist="35921" dir="2700000" algn="ctr" rotWithShape="0">
                <a:schemeClr val="bg2"/>
              </a:outerShdw>
            </a:effectLst>
            <a:extLst>
              <a:ext uri="{909E8E84-426E-40DD-AFC4-6F175D3DCCD1}">
                <a14:hiddenFill xmlns:a14="http://schemas.microsoft.com/office/drawing/2010/main">
                  <a:noFill/>
                </a14:hiddenFill>
              </a:ext>
            </a:extLst>
          </p:spPr>
        </p:cxnSp>
        <p:cxnSp>
          <p:nvCxnSpPr>
            <p:cNvPr id="18" name="Gerade Verbindung 33">
              <a:extLst>
                <a:ext uri="{FF2B5EF4-FFF2-40B4-BE49-F238E27FC236}">
                  <a16:creationId xmlns:a16="http://schemas.microsoft.com/office/drawing/2014/main" id="{8ADD8B99-FD1B-3B4D-1CEF-700251C67E15}"/>
                </a:ext>
              </a:extLst>
            </p:cNvPr>
            <p:cNvCxnSpPr/>
            <p:nvPr/>
          </p:nvCxnSpPr>
          <p:spPr bwMode="auto">
            <a:xfrm flipH="1">
              <a:off x="1048602" y="3023951"/>
              <a:ext cx="2463419" cy="0"/>
            </a:xfrm>
            <a:prstGeom prst="line">
              <a:avLst/>
            </a:prstGeom>
            <a:noFill/>
            <a:ln w="19050">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Gerade Verbindung mit Pfeil 18">
              <a:extLst>
                <a:ext uri="{FF2B5EF4-FFF2-40B4-BE49-F238E27FC236}">
                  <a16:creationId xmlns:a16="http://schemas.microsoft.com/office/drawing/2014/main" id="{93F8FDE1-2AA7-F12F-6FBB-44327389EE90}"/>
                </a:ext>
              </a:extLst>
            </p:cNvPr>
            <p:cNvCxnSpPr/>
            <p:nvPr/>
          </p:nvCxnSpPr>
          <p:spPr bwMode="auto">
            <a:xfrm>
              <a:off x="1219198" y="3137771"/>
              <a:ext cx="0" cy="504967"/>
            </a:xfrm>
            <a:prstGeom prst="straightConnector1">
              <a:avLst/>
            </a:prstGeom>
            <a:noFill/>
            <a:ln w="6350">
              <a:solidFill>
                <a:srgbClr val="000000"/>
              </a:solidFill>
              <a:round/>
              <a:headEnd type="non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 Box 164">
              <a:extLst>
                <a:ext uri="{FF2B5EF4-FFF2-40B4-BE49-F238E27FC236}">
                  <a16:creationId xmlns:a16="http://schemas.microsoft.com/office/drawing/2014/main" id="{3FDFCA43-CADA-5B1F-642E-B15D8891D260}"/>
                </a:ext>
              </a:extLst>
            </p:cNvPr>
            <p:cNvSpPr txBox="1">
              <a:spLocks noChangeArrowheads="1"/>
            </p:cNvSpPr>
            <p:nvPr/>
          </p:nvSpPr>
          <p:spPr bwMode="auto">
            <a:xfrm>
              <a:off x="1297960" y="3237851"/>
              <a:ext cx="577402"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spcAft>
                  <a:spcPct val="20000"/>
                </a:spcAft>
              </a:pPr>
              <a:r>
                <a:rPr lang="de-DE" sz="1200" dirty="0">
                  <a:latin typeface="+mn-lt"/>
                </a:rPr>
                <a:t>375 V</a:t>
              </a:r>
            </a:p>
          </p:txBody>
        </p:sp>
        <p:cxnSp>
          <p:nvCxnSpPr>
            <p:cNvPr id="21" name="Gerade Verbindung mit Pfeil 20">
              <a:extLst>
                <a:ext uri="{FF2B5EF4-FFF2-40B4-BE49-F238E27FC236}">
                  <a16:creationId xmlns:a16="http://schemas.microsoft.com/office/drawing/2014/main" id="{67869003-770D-5389-53B9-3D933857A2AE}"/>
                </a:ext>
              </a:extLst>
            </p:cNvPr>
            <p:cNvCxnSpPr/>
            <p:nvPr/>
          </p:nvCxnSpPr>
          <p:spPr bwMode="auto">
            <a:xfrm>
              <a:off x="3330048" y="2403067"/>
              <a:ext cx="0" cy="559558"/>
            </a:xfrm>
            <a:prstGeom prst="straightConnector1">
              <a:avLst/>
            </a:prstGeom>
            <a:noFill/>
            <a:ln w="6350">
              <a:solidFill>
                <a:srgbClr val="000000"/>
              </a:solidFill>
              <a:round/>
              <a:headEnd type="non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 Box 164">
              <a:extLst>
                <a:ext uri="{FF2B5EF4-FFF2-40B4-BE49-F238E27FC236}">
                  <a16:creationId xmlns:a16="http://schemas.microsoft.com/office/drawing/2014/main" id="{EFF5596E-9038-D208-ED5D-F24EF1A63B5C}"/>
                </a:ext>
              </a:extLst>
            </p:cNvPr>
            <p:cNvSpPr txBox="1">
              <a:spLocks noChangeArrowheads="1"/>
            </p:cNvSpPr>
            <p:nvPr/>
          </p:nvSpPr>
          <p:spPr bwMode="auto">
            <a:xfrm>
              <a:off x="3379469" y="2516795"/>
              <a:ext cx="577402"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spcAft>
                  <a:spcPct val="20000"/>
                </a:spcAft>
              </a:pPr>
              <a:r>
                <a:rPr lang="de-DE" sz="1200" dirty="0">
                  <a:latin typeface="+mn-lt"/>
                </a:rPr>
                <a:t>375 V</a:t>
              </a:r>
            </a:p>
          </p:txBody>
        </p:sp>
        <p:cxnSp>
          <p:nvCxnSpPr>
            <p:cNvPr id="23" name="Gerade Verbindung 51">
              <a:extLst>
                <a:ext uri="{FF2B5EF4-FFF2-40B4-BE49-F238E27FC236}">
                  <a16:creationId xmlns:a16="http://schemas.microsoft.com/office/drawing/2014/main" id="{D2F49CDA-791A-9DC1-ACAA-B8BED5308737}"/>
                </a:ext>
              </a:extLst>
            </p:cNvPr>
            <p:cNvCxnSpPr/>
            <p:nvPr/>
          </p:nvCxnSpPr>
          <p:spPr bwMode="auto">
            <a:xfrm flipH="1">
              <a:off x="2606720" y="5129681"/>
              <a:ext cx="1692322" cy="0"/>
            </a:xfrm>
            <a:prstGeom prst="line">
              <a:avLst/>
            </a:prstGeom>
            <a:noFill/>
            <a:ln w="1905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Gerade Verbindung mit Pfeil 23">
              <a:extLst>
                <a:ext uri="{FF2B5EF4-FFF2-40B4-BE49-F238E27FC236}">
                  <a16:creationId xmlns:a16="http://schemas.microsoft.com/office/drawing/2014/main" id="{944096F7-5C35-04C3-D3D5-D2C42B71E860}"/>
                </a:ext>
              </a:extLst>
            </p:cNvPr>
            <p:cNvCxnSpPr/>
            <p:nvPr/>
          </p:nvCxnSpPr>
          <p:spPr bwMode="auto">
            <a:xfrm>
              <a:off x="2490718" y="3126398"/>
              <a:ext cx="0" cy="1198727"/>
            </a:xfrm>
            <a:prstGeom prst="straightConnector1">
              <a:avLst/>
            </a:prstGeom>
            <a:noFill/>
            <a:ln w="6350">
              <a:solidFill>
                <a:srgbClr val="000000"/>
              </a:solidFill>
              <a:round/>
              <a:headEnd type="non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 Box 164">
              <a:extLst>
                <a:ext uri="{FF2B5EF4-FFF2-40B4-BE49-F238E27FC236}">
                  <a16:creationId xmlns:a16="http://schemas.microsoft.com/office/drawing/2014/main" id="{4C288A5D-3A44-7B59-F0A0-0C6464BA38F1}"/>
                </a:ext>
              </a:extLst>
            </p:cNvPr>
            <p:cNvSpPr txBox="1">
              <a:spLocks noChangeArrowheads="1"/>
            </p:cNvSpPr>
            <p:nvPr/>
          </p:nvSpPr>
          <p:spPr bwMode="auto">
            <a:xfrm>
              <a:off x="2503166" y="3540376"/>
              <a:ext cx="577402"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spcAft>
                  <a:spcPct val="20000"/>
                </a:spcAft>
              </a:pPr>
              <a:r>
                <a:rPr lang="de-DE" sz="1200" dirty="0">
                  <a:latin typeface="+mn-lt"/>
                </a:rPr>
                <a:t>750 V</a:t>
              </a:r>
            </a:p>
          </p:txBody>
        </p:sp>
        <p:cxnSp>
          <p:nvCxnSpPr>
            <p:cNvPr id="26" name="Gerade Verbindung mit Pfeil 25">
              <a:extLst>
                <a:ext uri="{FF2B5EF4-FFF2-40B4-BE49-F238E27FC236}">
                  <a16:creationId xmlns:a16="http://schemas.microsoft.com/office/drawing/2014/main" id="{26C32E67-95BC-7573-F09C-A41ED8B1B3F0}"/>
                </a:ext>
              </a:extLst>
            </p:cNvPr>
            <p:cNvCxnSpPr/>
            <p:nvPr/>
          </p:nvCxnSpPr>
          <p:spPr bwMode="auto">
            <a:xfrm>
              <a:off x="3325499" y="4520744"/>
              <a:ext cx="0" cy="559558"/>
            </a:xfrm>
            <a:prstGeom prst="straightConnector1">
              <a:avLst/>
            </a:prstGeom>
            <a:noFill/>
            <a:ln w="6350">
              <a:solidFill>
                <a:srgbClr val="000000"/>
              </a:solidFill>
              <a:round/>
              <a:headEnd type="non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Text Box 164">
              <a:extLst>
                <a:ext uri="{FF2B5EF4-FFF2-40B4-BE49-F238E27FC236}">
                  <a16:creationId xmlns:a16="http://schemas.microsoft.com/office/drawing/2014/main" id="{D87DF220-6D92-7259-78B2-03BEDC7D0FBC}"/>
                </a:ext>
              </a:extLst>
            </p:cNvPr>
            <p:cNvSpPr txBox="1">
              <a:spLocks noChangeArrowheads="1"/>
            </p:cNvSpPr>
            <p:nvPr/>
          </p:nvSpPr>
          <p:spPr bwMode="auto">
            <a:xfrm>
              <a:off x="3379469" y="4634472"/>
              <a:ext cx="577402"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spcAft>
                  <a:spcPct val="20000"/>
                </a:spcAft>
              </a:pPr>
              <a:r>
                <a:rPr lang="de-DE" sz="1200" dirty="0">
                  <a:latin typeface="+mn-lt"/>
                </a:rPr>
                <a:t>375 V</a:t>
              </a:r>
            </a:p>
          </p:txBody>
        </p:sp>
        <p:cxnSp>
          <p:nvCxnSpPr>
            <p:cNvPr id="28" name="Gerade Verbindung mit Pfeil 27">
              <a:extLst>
                <a:ext uri="{FF2B5EF4-FFF2-40B4-BE49-F238E27FC236}">
                  <a16:creationId xmlns:a16="http://schemas.microsoft.com/office/drawing/2014/main" id="{00A0FFDE-526B-B090-93A8-3946CDA006CB}"/>
                </a:ext>
              </a:extLst>
            </p:cNvPr>
            <p:cNvCxnSpPr/>
            <p:nvPr/>
          </p:nvCxnSpPr>
          <p:spPr bwMode="auto">
            <a:xfrm>
              <a:off x="3956317" y="2482678"/>
              <a:ext cx="0" cy="2504364"/>
            </a:xfrm>
            <a:prstGeom prst="straightConnector1">
              <a:avLst/>
            </a:prstGeom>
            <a:noFill/>
            <a:ln w="6350">
              <a:solidFill>
                <a:srgbClr val="000000"/>
              </a:solidFill>
              <a:round/>
              <a:headEnd type="non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 Box 164">
              <a:extLst>
                <a:ext uri="{FF2B5EF4-FFF2-40B4-BE49-F238E27FC236}">
                  <a16:creationId xmlns:a16="http://schemas.microsoft.com/office/drawing/2014/main" id="{73106BCE-43A3-BEEF-BCE5-04B033EBCE98}"/>
                </a:ext>
              </a:extLst>
            </p:cNvPr>
            <p:cNvSpPr txBox="1">
              <a:spLocks noChangeArrowheads="1"/>
            </p:cNvSpPr>
            <p:nvPr/>
          </p:nvSpPr>
          <p:spPr bwMode="auto">
            <a:xfrm>
              <a:off x="3361836" y="3542650"/>
              <a:ext cx="612668"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spcAft>
                  <a:spcPct val="20000"/>
                </a:spcAft>
              </a:pPr>
              <a:r>
                <a:rPr lang="de-DE" sz="1200" dirty="0">
                  <a:latin typeface="+mn-lt"/>
                </a:rPr>
                <a:t>1,5 kV</a:t>
              </a:r>
            </a:p>
          </p:txBody>
        </p:sp>
        <p:sp>
          <p:nvSpPr>
            <p:cNvPr id="30" name="Text Box 164">
              <a:extLst>
                <a:ext uri="{FF2B5EF4-FFF2-40B4-BE49-F238E27FC236}">
                  <a16:creationId xmlns:a16="http://schemas.microsoft.com/office/drawing/2014/main" id="{3F0B2C5C-2F64-0683-4F2C-767E9837D602}"/>
                </a:ext>
              </a:extLst>
            </p:cNvPr>
            <p:cNvSpPr txBox="1">
              <a:spLocks noChangeArrowheads="1"/>
            </p:cNvSpPr>
            <p:nvPr/>
          </p:nvSpPr>
          <p:spPr bwMode="auto">
            <a:xfrm>
              <a:off x="3330578" y="2066086"/>
              <a:ext cx="675185"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spcAft>
                  <a:spcPct val="20000"/>
                </a:spcAft>
              </a:pPr>
              <a:r>
                <a:rPr lang="de-DE" sz="1200" b="1" dirty="0">
                  <a:latin typeface="+mn-lt"/>
                </a:rPr>
                <a:t>+750 V</a:t>
              </a:r>
              <a:endParaRPr lang="de-DE" sz="1200" dirty="0">
                <a:latin typeface="+mn-lt"/>
              </a:endParaRPr>
            </a:p>
          </p:txBody>
        </p:sp>
        <p:sp>
          <p:nvSpPr>
            <p:cNvPr id="31" name="Text Box 164">
              <a:extLst>
                <a:ext uri="{FF2B5EF4-FFF2-40B4-BE49-F238E27FC236}">
                  <a16:creationId xmlns:a16="http://schemas.microsoft.com/office/drawing/2014/main" id="{B10B9631-7BC7-86BB-F44A-C25BD4E6D017}"/>
                </a:ext>
              </a:extLst>
            </p:cNvPr>
            <p:cNvSpPr txBox="1">
              <a:spLocks noChangeArrowheads="1"/>
            </p:cNvSpPr>
            <p:nvPr/>
          </p:nvSpPr>
          <p:spPr bwMode="auto">
            <a:xfrm>
              <a:off x="3349814" y="5112959"/>
              <a:ext cx="63671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spcAft>
                  <a:spcPct val="20000"/>
                </a:spcAft>
              </a:pPr>
              <a:r>
                <a:rPr lang="de-DE" sz="1200" b="1" dirty="0">
                  <a:latin typeface="+mn-lt"/>
                </a:rPr>
                <a:t>-750 V</a:t>
              </a:r>
              <a:endParaRPr lang="de-DE" sz="1200" dirty="0">
                <a:latin typeface="+mn-lt"/>
              </a:endParaRPr>
            </a:p>
          </p:txBody>
        </p:sp>
        <p:cxnSp>
          <p:nvCxnSpPr>
            <p:cNvPr id="32" name="Gerade Verbindung 80">
              <a:extLst>
                <a:ext uri="{FF2B5EF4-FFF2-40B4-BE49-F238E27FC236}">
                  <a16:creationId xmlns:a16="http://schemas.microsoft.com/office/drawing/2014/main" id="{59C53A60-217B-0760-64C0-37444B9C00B3}"/>
                </a:ext>
              </a:extLst>
            </p:cNvPr>
            <p:cNvCxnSpPr/>
            <p:nvPr/>
          </p:nvCxnSpPr>
          <p:spPr bwMode="auto">
            <a:xfrm flipH="1">
              <a:off x="4083199" y="3731499"/>
              <a:ext cx="213754" cy="0"/>
            </a:xfrm>
            <a:prstGeom prst="line">
              <a:avLst/>
            </a:prstGeom>
            <a:noFill/>
            <a:ln w="19050">
              <a:solidFill>
                <a:srgbClr val="0070C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Text Box 164">
              <a:extLst>
                <a:ext uri="{FF2B5EF4-FFF2-40B4-BE49-F238E27FC236}">
                  <a16:creationId xmlns:a16="http://schemas.microsoft.com/office/drawing/2014/main" id="{748BD9EA-C095-2353-1D43-23C9F31F51FD}"/>
                </a:ext>
              </a:extLst>
            </p:cNvPr>
            <p:cNvSpPr txBox="1">
              <a:spLocks noChangeArrowheads="1"/>
            </p:cNvSpPr>
            <p:nvPr/>
          </p:nvSpPr>
          <p:spPr bwMode="auto">
            <a:xfrm>
              <a:off x="1249069" y="2742275"/>
              <a:ext cx="675185"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spcAft>
                  <a:spcPct val="20000"/>
                </a:spcAft>
              </a:pPr>
              <a:r>
                <a:rPr lang="de-DE" sz="1200" b="1" dirty="0">
                  <a:latin typeface="+mn-lt"/>
                </a:rPr>
                <a:t>+375 V</a:t>
              </a:r>
              <a:endParaRPr lang="de-DE" sz="1200" dirty="0">
                <a:latin typeface="+mn-lt"/>
              </a:endParaRPr>
            </a:p>
          </p:txBody>
        </p:sp>
        <p:sp>
          <p:nvSpPr>
            <p:cNvPr id="34" name="Text Box 164">
              <a:extLst>
                <a:ext uri="{FF2B5EF4-FFF2-40B4-BE49-F238E27FC236}">
                  <a16:creationId xmlns:a16="http://schemas.microsoft.com/office/drawing/2014/main" id="{759269F0-AC57-6455-8D96-CE1154EBDB19}"/>
                </a:ext>
              </a:extLst>
            </p:cNvPr>
            <p:cNvSpPr txBox="1">
              <a:spLocks noChangeArrowheads="1"/>
            </p:cNvSpPr>
            <p:nvPr/>
          </p:nvSpPr>
          <p:spPr bwMode="auto">
            <a:xfrm>
              <a:off x="682697" y="3575542"/>
              <a:ext cx="284052"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spcAft>
                  <a:spcPct val="20000"/>
                </a:spcAft>
              </a:pPr>
              <a:r>
                <a:rPr lang="de-DE" sz="1400" b="1" dirty="0">
                  <a:latin typeface="+mn-lt"/>
                </a:rPr>
                <a:t>0</a:t>
              </a:r>
              <a:endParaRPr lang="de-DE" sz="1400" dirty="0">
                <a:latin typeface="+mn-lt"/>
              </a:endParaRPr>
            </a:p>
          </p:txBody>
        </p:sp>
        <p:sp>
          <p:nvSpPr>
            <p:cNvPr id="35" name="Text Box 164">
              <a:extLst>
                <a:ext uri="{FF2B5EF4-FFF2-40B4-BE49-F238E27FC236}">
                  <a16:creationId xmlns:a16="http://schemas.microsoft.com/office/drawing/2014/main" id="{A9088AF9-C56C-3B95-ACE8-167CFB15934F}"/>
                </a:ext>
              </a:extLst>
            </p:cNvPr>
            <p:cNvSpPr txBox="1">
              <a:spLocks noChangeArrowheads="1"/>
            </p:cNvSpPr>
            <p:nvPr/>
          </p:nvSpPr>
          <p:spPr bwMode="auto">
            <a:xfrm>
              <a:off x="679522" y="2487523"/>
              <a:ext cx="292068"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spcAft>
                  <a:spcPct val="20000"/>
                </a:spcAft>
              </a:pPr>
              <a:r>
                <a:rPr lang="de-DE" sz="1400" b="1" dirty="0">
                  <a:latin typeface="+mn-lt"/>
                </a:rPr>
                <a:t>+</a:t>
              </a:r>
              <a:endParaRPr lang="de-DE" sz="1400" dirty="0">
                <a:latin typeface="+mn-lt"/>
              </a:endParaRPr>
            </a:p>
          </p:txBody>
        </p:sp>
        <p:sp>
          <p:nvSpPr>
            <p:cNvPr id="36" name="Text Box 164">
              <a:extLst>
                <a:ext uri="{FF2B5EF4-FFF2-40B4-BE49-F238E27FC236}">
                  <a16:creationId xmlns:a16="http://schemas.microsoft.com/office/drawing/2014/main" id="{05BEC103-8168-F1E3-32E7-6A812F7328C3}"/>
                </a:ext>
              </a:extLst>
            </p:cNvPr>
            <p:cNvSpPr txBox="1">
              <a:spLocks noChangeArrowheads="1"/>
            </p:cNvSpPr>
            <p:nvPr/>
          </p:nvSpPr>
          <p:spPr bwMode="auto">
            <a:xfrm>
              <a:off x="700595" y="4706000"/>
              <a:ext cx="292068"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spcAft>
                  <a:spcPct val="20000"/>
                </a:spcAft>
              </a:pPr>
              <a:r>
                <a:rPr lang="de-DE" sz="1400" b="1" dirty="0">
                  <a:latin typeface="+mn-lt"/>
                </a:rPr>
                <a:t>−</a:t>
              </a:r>
              <a:endParaRPr lang="de-DE" sz="1400" dirty="0">
                <a:latin typeface="+mn-lt"/>
              </a:endParaRPr>
            </a:p>
          </p:txBody>
        </p:sp>
      </p:grpSp>
      <p:graphicFrame>
        <p:nvGraphicFramePr>
          <p:cNvPr id="37" name="Tabelle 36">
            <a:extLst>
              <a:ext uri="{FF2B5EF4-FFF2-40B4-BE49-F238E27FC236}">
                <a16:creationId xmlns:a16="http://schemas.microsoft.com/office/drawing/2014/main" id="{36BC4F36-D0DA-0BB2-1141-A0F4100E2C94}"/>
              </a:ext>
            </a:extLst>
          </p:cNvPr>
          <p:cNvGraphicFramePr>
            <a:graphicFrameLocks noGrp="1"/>
          </p:cNvGraphicFramePr>
          <p:nvPr>
            <p:extLst>
              <p:ext uri="{D42A27DB-BD31-4B8C-83A1-F6EECF244321}">
                <p14:modId xmlns:p14="http://schemas.microsoft.com/office/powerpoint/2010/main" val="742837044"/>
              </p:ext>
            </p:extLst>
          </p:nvPr>
        </p:nvGraphicFramePr>
        <p:xfrm>
          <a:off x="5018088" y="2214325"/>
          <a:ext cx="5040000" cy="2392560"/>
        </p:xfrm>
        <a:graphic>
          <a:graphicData uri="http://schemas.openxmlformats.org/drawingml/2006/table">
            <a:tbl>
              <a:tblPr firstRow="1" bandRow="1">
                <a:effectLst/>
                <a:tableStyleId>{5C22544A-7EE6-4342-B048-85BDC9FD1C3A}</a:tableStyleId>
              </a:tblPr>
              <a:tblGrid>
                <a:gridCol w="1944000">
                  <a:extLst>
                    <a:ext uri="{9D8B030D-6E8A-4147-A177-3AD203B41FA5}">
                      <a16:colId xmlns:a16="http://schemas.microsoft.com/office/drawing/2014/main" val="20000"/>
                    </a:ext>
                  </a:extLst>
                </a:gridCol>
                <a:gridCol w="24120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tblGrid>
              <a:tr h="370840">
                <a:tc>
                  <a:txBody>
                    <a:bodyPr/>
                    <a:lstStyle/>
                    <a:p>
                      <a:r>
                        <a:rPr lang="en-US" sz="1200" noProof="0" dirty="0">
                          <a:solidFill>
                            <a:schemeClr val="bg1"/>
                          </a:solidFill>
                          <a:latin typeface="+mn-lt"/>
                        </a:rPr>
                        <a:t>Grid form</a:t>
                      </a:r>
                    </a:p>
                  </a:txBody>
                  <a:tcPr marL="72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solidFill>
                      <a:srgbClr val="337C99"/>
                    </a:solidFill>
                  </a:tcPr>
                </a:tc>
                <a:tc>
                  <a:txBody>
                    <a:bodyPr/>
                    <a:lstStyle/>
                    <a:p>
                      <a:r>
                        <a:rPr lang="en-US" sz="1200" noProof="0" dirty="0">
                          <a:solidFill>
                            <a:schemeClr val="bg1"/>
                          </a:solidFill>
                          <a:latin typeface="+mn-lt"/>
                        </a:rPr>
                        <a:t>Maximum</a:t>
                      </a:r>
                      <a:r>
                        <a:rPr lang="en-US" sz="1200" baseline="0" noProof="0" dirty="0">
                          <a:solidFill>
                            <a:schemeClr val="bg1"/>
                          </a:solidFill>
                          <a:latin typeface="+mn-lt"/>
                        </a:rPr>
                        <a:t> power</a:t>
                      </a:r>
                      <a:r>
                        <a:rPr lang="en-US" sz="1200" noProof="0" dirty="0">
                          <a:solidFill>
                            <a:schemeClr val="bg1"/>
                          </a:solidFill>
                          <a:latin typeface="+mn-lt"/>
                        </a:rPr>
                        <a:t> </a:t>
                      </a:r>
                      <a:br>
                        <a:rPr lang="en-US" sz="1200" noProof="0" dirty="0">
                          <a:solidFill>
                            <a:schemeClr val="bg1"/>
                          </a:solidFill>
                          <a:latin typeface="+mn-lt"/>
                        </a:rPr>
                      </a:br>
                      <a:r>
                        <a:rPr lang="en-US" sz="1200" b="0" noProof="0" dirty="0">
                          <a:solidFill>
                            <a:schemeClr val="bg1"/>
                          </a:solidFill>
                          <a:latin typeface="+mn-lt"/>
                        </a:rPr>
                        <a:t>at 16 A single wire load capacity</a:t>
                      </a:r>
                      <a:endParaRPr lang="en-US" sz="1200" b="0" baseline="30000" noProof="0" dirty="0">
                        <a:solidFill>
                          <a:schemeClr val="bg1"/>
                        </a:solidFill>
                        <a:latin typeface="+mn-lt"/>
                      </a:endParaRPr>
                    </a:p>
                  </a:txBody>
                  <a:tcPr marL="72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solidFill>
                      <a:srgbClr val="337C99"/>
                    </a:solidFill>
                  </a:tcPr>
                </a:tc>
                <a:tc>
                  <a:txBody>
                    <a:bodyPr/>
                    <a:lstStyle/>
                    <a:p>
                      <a:pPr algn="ctr"/>
                      <a:r>
                        <a:rPr lang="en-US" sz="1200" b="0" noProof="0" dirty="0">
                          <a:solidFill>
                            <a:schemeClr val="bg1"/>
                          </a:solidFill>
                          <a:latin typeface="+mn-lt"/>
                        </a:rPr>
                        <a:t>Cable cores</a:t>
                      </a:r>
                      <a:r>
                        <a:rPr lang="en-US" sz="1200" b="0" baseline="30000" noProof="0" dirty="0">
                          <a:solidFill>
                            <a:schemeClr val="bg1"/>
                          </a:solidFill>
                          <a:latin typeface="+mn-lt"/>
                        </a:rPr>
                        <a:t>2)</a:t>
                      </a:r>
                    </a:p>
                  </a:txBody>
                  <a:tcPr marL="36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solidFill>
                      <a:srgbClr val="337C99"/>
                    </a:solidFill>
                  </a:tcPr>
                </a:tc>
                <a:extLst>
                  <a:ext uri="{0D108BD9-81ED-4DB2-BD59-A6C34878D82A}">
                    <a16:rowId xmlns:a16="http://schemas.microsoft.com/office/drawing/2014/main" val="10000"/>
                  </a:ext>
                </a:extLst>
              </a:tr>
              <a:tr h="324000">
                <a:tc>
                  <a:txBody>
                    <a:bodyPr/>
                    <a:lstStyle/>
                    <a:p>
                      <a:r>
                        <a:rPr lang="en-US" sz="1200" b="1" noProof="0" dirty="0">
                          <a:solidFill>
                            <a:schemeClr val="tx1"/>
                          </a:solidFill>
                          <a:latin typeface="+mn-lt"/>
                          <a:cs typeface="Arial"/>
                        </a:rPr>
                        <a:t>DC </a:t>
                      </a:r>
                      <a:r>
                        <a:rPr lang="en-US" sz="1200" b="1" noProof="0" dirty="0">
                          <a:solidFill>
                            <a:schemeClr val="tx1"/>
                          </a:solidFill>
                          <a:latin typeface="+mn-lt"/>
                        </a:rPr>
                        <a:t>380 V </a:t>
                      </a:r>
                    </a:p>
                  </a:txBody>
                  <a:tcPr marL="72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5EEF2"/>
                    </a:solidFill>
                  </a:tcPr>
                </a:tc>
                <a:tc>
                  <a:txBody>
                    <a:bodyPr/>
                    <a:lstStyle/>
                    <a:p>
                      <a:r>
                        <a:rPr lang="en-US" sz="1200" noProof="0" dirty="0">
                          <a:solidFill>
                            <a:schemeClr val="tx1"/>
                          </a:solidFill>
                          <a:latin typeface="+mn-lt"/>
                        </a:rPr>
                        <a:t>375 V · 16 A = </a:t>
                      </a:r>
                      <a:r>
                        <a:rPr lang="en-US" sz="1200" b="1" noProof="0" dirty="0">
                          <a:solidFill>
                            <a:schemeClr val="tx1"/>
                          </a:solidFill>
                          <a:latin typeface="+mn-lt"/>
                        </a:rPr>
                        <a:t>6,0 kW</a:t>
                      </a:r>
                    </a:p>
                  </a:txBody>
                  <a:tcPr marL="72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5EEF2"/>
                    </a:solidFill>
                  </a:tcPr>
                </a:tc>
                <a:tc>
                  <a:txBody>
                    <a:bodyPr/>
                    <a:lstStyle/>
                    <a:p>
                      <a:pPr algn="ctr"/>
                      <a:r>
                        <a:rPr lang="en-US" sz="1200" noProof="0" dirty="0">
                          <a:solidFill>
                            <a:schemeClr val="tx1"/>
                          </a:solidFill>
                          <a:latin typeface="+mn-lt"/>
                        </a:rPr>
                        <a:t>3</a:t>
                      </a:r>
                    </a:p>
                  </a:txBody>
                  <a:tcPr marL="36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E5EEF2"/>
                    </a:solidFill>
                  </a:tcPr>
                </a:tc>
                <a:extLst>
                  <a:ext uri="{0D108BD9-81ED-4DB2-BD59-A6C34878D82A}">
                    <a16:rowId xmlns:a16="http://schemas.microsoft.com/office/drawing/2014/main" val="10001"/>
                  </a:ext>
                </a:extLst>
              </a:tr>
              <a:tr h="324000">
                <a:tc>
                  <a:txBody>
                    <a:bodyPr/>
                    <a:lstStyle/>
                    <a:p>
                      <a:r>
                        <a:rPr lang="en-US" sz="1200" noProof="0" dirty="0">
                          <a:solidFill>
                            <a:schemeClr val="tx1"/>
                          </a:solidFill>
                          <a:latin typeface="+mn-lt"/>
                        </a:rPr>
                        <a:t>AC</a:t>
                      </a:r>
                      <a:r>
                        <a:rPr lang="en-US" sz="1200" baseline="0" noProof="0" dirty="0">
                          <a:solidFill>
                            <a:schemeClr val="tx1"/>
                          </a:solidFill>
                          <a:latin typeface="+mn-lt"/>
                        </a:rPr>
                        <a:t> single phase, 230 V</a:t>
                      </a:r>
                      <a:endParaRPr lang="en-US" sz="1200" noProof="0" dirty="0">
                        <a:solidFill>
                          <a:schemeClr val="tx1"/>
                        </a:solidFill>
                        <a:latin typeface="+mn-lt"/>
                      </a:endParaRPr>
                    </a:p>
                  </a:txBody>
                  <a:tcPr marL="72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E5EEF2"/>
                    </a:solidFill>
                  </a:tcPr>
                </a:tc>
                <a:tc>
                  <a:txBody>
                    <a:bodyPr/>
                    <a:lstStyle/>
                    <a:p>
                      <a:r>
                        <a:rPr lang="en-US" sz="1200" noProof="0" dirty="0">
                          <a:solidFill>
                            <a:schemeClr val="tx1"/>
                          </a:solidFill>
                          <a:latin typeface="+mn-lt"/>
                        </a:rPr>
                        <a:t>230 V · 16 A = </a:t>
                      </a:r>
                      <a:r>
                        <a:rPr lang="en-US" sz="1200" b="1" noProof="0" dirty="0">
                          <a:solidFill>
                            <a:schemeClr val="tx1"/>
                          </a:solidFill>
                          <a:latin typeface="+mn-lt"/>
                        </a:rPr>
                        <a:t>3,7 kW</a:t>
                      </a:r>
                    </a:p>
                  </a:txBody>
                  <a:tcPr marL="72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E5EEF2"/>
                    </a:solidFill>
                  </a:tcPr>
                </a:tc>
                <a:tc>
                  <a:txBody>
                    <a:bodyPr/>
                    <a:lstStyle/>
                    <a:p>
                      <a:pPr algn="ctr"/>
                      <a:r>
                        <a:rPr lang="en-US" sz="1200" noProof="0" dirty="0">
                          <a:solidFill>
                            <a:schemeClr val="tx1"/>
                          </a:solidFill>
                          <a:latin typeface="+mn-lt"/>
                        </a:rPr>
                        <a:t>3</a:t>
                      </a:r>
                    </a:p>
                  </a:txBody>
                  <a:tcPr marL="36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E5EEF2"/>
                    </a:solidFill>
                  </a:tcPr>
                </a:tc>
                <a:extLst>
                  <a:ext uri="{0D108BD9-81ED-4DB2-BD59-A6C34878D82A}">
                    <a16:rowId xmlns:a16="http://schemas.microsoft.com/office/drawing/2014/main" val="10002"/>
                  </a:ext>
                </a:extLst>
              </a:tr>
              <a:tr h="324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latin typeface="+mn-lt"/>
                          <a:cs typeface="Arial"/>
                        </a:rPr>
                        <a:t>DC +/-</a:t>
                      </a:r>
                      <a:r>
                        <a:rPr lang="en-US" sz="1200" b="1" noProof="0" dirty="0">
                          <a:solidFill>
                            <a:schemeClr val="tx1"/>
                          </a:solidFill>
                          <a:latin typeface="+mn-lt"/>
                        </a:rPr>
                        <a:t>380 V </a:t>
                      </a:r>
                    </a:p>
                  </a:txBody>
                  <a:tcPr marL="72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CCDEE5"/>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latin typeface="+mn-lt"/>
                        </a:rPr>
                        <a:t>750 V · 16 A = </a:t>
                      </a:r>
                      <a:r>
                        <a:rPr lang="en-US" sz="1200" b="1" noProof="0" dirty="0">
                          <a:solidFill>
                            <a:schemeClr val="tx1"/>
                          </a:solidFill>
                          <a:latin typeface="+mn-lt"/>
                        </a:rPr>
                        <a:t>12 kW</a:t>
                      </a:r>
                    </a:p>
                  </a:txBody>
                  <a:tcPr marL="72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CCDEE5"/>
                    </a:solidFill>
                  </a:tcPr>
                </a:tc>
                <a:tc>
                  <a:txBody>
                    <a:bodyPr/>
                    <a:lstStyle/>
                    <a:p>
                      <a:pPr algn="ctr"/>
                      <a:r>
                        <a:rPr lang="en-US" sz="1200" b="1" noProof="0" dirty="0">
                          <a:solidFill>
                            <a:schemeClr val="tx1"/>
                          </a:solidFill>
                          <a:latin typeface="+mn-lt"/>
                        </a:rPr>
                        <a:t>3</a:t>
                      </a:r>
                      <a:r>
                        <a:rPr lang="en-US" sz="1200" noProof="0" dirty="0">
                          <a:solidFill>
                            <a:schemeClr val="tx1"/>
                          </a:solidFill>
                          <a:latin typeface="+mn-lt"/>
                        </a:rPr>
                        <a:t> (4)</a:t>
                      </a:r>
                    </a:p>
                  </a:txBody>
                  <a:tcPr marL="36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CCDEE5"/>
                    </a:solidFill>
                  </a:tcPr>
                </a:tc>
                <a:extLst>
                  <a:ext uri="{0D108BD9-81ED-4DB2-BD59-A6C34878D82A}">
                    <a16:rowId xmlns:a16="http://schemas.microsoft.com/office/drawing/2014/main" val="10003"/>
                  </a:ext>
                </a:extLst>
              </a:tr>
              <a:tr h="324000">
                <a:tc>
                  <a:txBody>
                    <a:bodyPr/>
                    <a:lstStyle/>
                    <a:p>
                      <a:r>
                        <a:rPr lang="en-US" sz="1200" noProof="0" dirty="0">
                          <a:solidFill>
                            <a:schemeClr val="tx1"/>
                          </a:solidFill>
                          <a:latin typeface="+mn-lt"/>
                        </a:rPr>
                        <a:t>AC three phase, 400 V</a:t>
                      </a:r>
                    </a:p>
                  </a:txBody>
                  <a:tcPr marL="72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CCDEE5"/>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latin typeface="+mn-lt"/>
                          <a:cs typeface="Arial"/>
                        </a:rPr>
                        <a:t>√3 · </a:t>
                      </a:r>
                      <a:r>
                        <a:rPr lang="en-US" sz="1200" noProof="0" dirty="0">
                          <a:solidFill>
                            <a:schemeClr val="tx1"/>
                          </a:solidFill>
                          <a:latin typeface="+mn-lt"/>
                          <a:cs typeface="+mn-cs"/>
                        </a:rPr>
                        <a:t>40</a:t>
                      </a:r>
                      <a:r>
                        <a:rPr lang="en-US" sz="1200" noProof="0" dirty="0">
                          <a:solidFill>
                            <a:schemeClr val="tx1"/>
                          </a:solidFill>
                          <a:latin typeface="+mn-lt"/>
                        </a:rPr>
                        <a:t>0 V · 16 A = </a:t>
                      </a:r>
                      <a:r>
                        <a:rPr lang="en-US" sz="1200" b="1" noProof="0" dirty="0">
                          <a:solidFill>
                            <a:schemeClr val="tx1"/>
                          </a:solidFill>
                          <a:latin typeface="+mn-lt"/>
                        </a:rPr>
                        <a:t>11 kW</a:t>
                      </a:r>
                    </a:p>
                  </a:txBody>
                  <a:tcPr marL="72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CCDEE5"/>
                    </a:solidFill>
                  </a:tcPr>
                </a:tc>
                <a:tc>
                  <a:txBody>
                    <a:bodyPr/>
                    <a:lstStyle/>
                    <a:p>
                      <a:pPr algn="ctr"/>
                      <a:r>
                        <a:rPr lang="en-US" sz="1200" b="1" noProof="0" dirty="0">
                          <a:solidFill>
                            <a:schemeClr val="tx1"/>
                          </a:solidFill>
                          <a:latin typeface="+mn-lt"/>
                        </a:rPr>
                        <a:t>4</a:t>
                      </a:r>
                      <a:r>
                        <a:rPr lang="en-US" sz="1200" noProof="0" dirty="0">
                          <a:solidFill>
                            <a:schemeClr val="tx1"/>
                          </a:solidFill>
                          <a:latin typeface="+mn-lt"/>
                        </a:rPr>
                        <a:t> (5)</a:t>
                      </a:r>
                    </a:p>
                  </a:txBody>
                  <a:tcPr marL="36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CCDEE5"/>
                    </a:solidFill>
                  </a:tcPr>
                </a:tc>
                <a:extLst>
                  <a:ext uri="{0D108BD9-81ED-4DB2-BD59-A6C34878D82A}">
                    <a16:rowId xmlns:a16="http://schemas.microsoft.com/office/drawing/2014/main" val="10004"/>
                  </a:ext>
                </a:extLst>
              </a:tr>
              <a:tr h="324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latin typeface="+mn-lt"/>
                          <a:cs typeface="Arial"/>
                        </a:rPr>
                        <a:t>DC +/-</a:t>
                      </a:r>
                      <a:r>
                        <a:rPr lang="en-US" sz="1200" b="1" noProof="0" dirty="0">
                          <a:solidFill>
                            <a:schemeClr val="tx1"/>
                          </a:solidFill>
                          <a:latin typeface="+mn-lt"/>
                          <a:cs typeface="+mn-cs"/>
                        </a:rPr>
                        <a:t>75</a:t>
                      </a:r>
                      <a:r>
                        <a:rPr lang="en-US" sz="1200" b="1" noProof="0" dirty="0">
                          <a:solidFill>
                            <a:schemeClr val="tx1"/>
                          </a:solidFill>
                          <a:latin typeface="+mn-lt"/>
                        </a:rPr>
                        <a:t>0 V </a:t>
                      </a:r>
                    </a:p>
                  </a:txBody>
                  <a:tcPr marL="72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99BD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latin typeface="+mn-lt"/>
                        </a:rPr>
                        <a:t>1.500 V · 16 A = </a:t>
                      </a:r>
                      <a:r>
                        <a:rPr lang="en-US" sz="1200" b="1" noProof="0" dirty="0">
                          <a:solidFill>
                            <a:schemeClr val="tx1"/>
                          </a:solidFill>
                          <a:latin typeface="+mn-lt"/>
                        </a:rPr>
                        <a:t>24 kW</a:t>
                      </a:r>
                    </a:p>
                  </a:txBody>
                  <a:tcPr marL="72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99BDCC"/>
                    </a:solidFill>
                  </a:tcPr>
                </a:tc>
                <a:tc>
                  <a:txBody>
                    <a:bodyPr/>
                    <a:lstStyle/>
                    <a:p>
                      <a:pPr algn="ctr"/>
                      <a:r>
                        <a:rPr lang="en-US" sz="1200" noProof="0" dirty="0">
                          <a:solidFill>
                            <a:schemeClr val="tx1"/>
                          </a:solidFill>
                          <a:latin typeface="+mn-lt"/>
                        </a:rPr>
                        <a:t>3 (4)</a:t>
                      </a:r>
                    </a:p>
                  </a:txBody>
                  <a:tcPr marL="36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99BDCC"/>
                    </a:solidFill>
                  </a:tcPr>
                </a:tc>
                <a:extLst>
                  <a:ext uri="{0D108BD9-81ED-4DB2-BD59-A6C34878D82A}">
                    <a16:rowId xmlns:a16="http://schemas.microsoft.com/office/drawing/2014/main" val="10005"/>
                  </a:ext>
                </a:extLst>
              </a:tr>
              <a:tr h="324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latin typeface="+mn-lt"/>
                        </a:rPr>
                        <a:t>AC three</a:t>
                      </a:r>
                      <a:r>
                        <a:rPr lang="en-US" sz="1200" baseline="0" noProof="0" dirty="0">
                          <a:solidFill>
                            <a:schemeClr val="tx1"/>
                          </a:solidFill>
                          <a:latin typeface="+mn-lt"/>
                        </a:rPr>
                        <a:t> </a:t>
                      </a:r>
                      <a:r>
                        <a:rPr lang="en-US" sz="1200" noProof="0" dirty="0">
                          <a:solidFill>
                            <a:schemeClr val="tx1"/>
                          </a:solidFill>
                          <a:latin typeface="+mn-lt"/>
                        </a:rPr>
                        <a:t>phase, 690 V</a:t>
                      </a:r>
                    </a:p>
                  </a:txBody>
                  <a:tcPr marL="72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99BDCC"/>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latin typeface="+mn-lt"/>
                          <a:cs typeface="Arial"/>
                        </a:rPr>
                        <a:t>√3 · </a:t>
                      </a:r>
                      <a:r>
                        <a:rPr lang="en-US" sz="1200" noProof="0" dirty="0">
                          <a:solidFill>
                            <a:schemeClr val="tx1"/>
                          </a:solidFill>
                          <a:latin typeface="+mn-lt"/>
                          <a:cs typeface="+mn-cs"/>
                        </a:rPr>
                        <a:t>69</a:t>
                      </a:r>
                      <a:r>
                        <a:rPr lang="en-US" sz="1200" noProof="0" dirty="0">
                          <a:solidFill>
                            <a:schemeClr val="tx1"/>
                          </a:solidFill>
                          <a:latin typeface="+mn-lt"/>
                        </a:rPr>
                        <a:t>0 V · 16 A = </a:t>
                      </a:r>
                      <a:r>
                        <a:rPr lang="en-US" sz="1200" b="1" noProof="0" dirty="0">
                          <a:solidFill>
                            <a:schemeClr val="tx1"/>
                          </a:solidFill>
                          <a:latin typeface="+mn-lt"/>
                        </a:rPr>
                        <a:t>19 kW</a:t>
                      </a:r>
                    </a:p>
                  </a:txBody>
                  <a:tcPr marL="72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99BDCC"/>
                    </a:solidFill>
                  </a:tcPr>
                </a:tc>
                <a:tc>
                  <a:txBody>
                    <a:bodyPr/>
                    <a:lstStyle/>
                    <a:p>
                      <a:pPr algn="ctr"/>
                      <a:r>
                        <a:rPr lang="en-US" sz="1200" noProof="0" dirty="0">
                          <a:solidFill>
                            <a:schemeClr val="tx1"/>
                          </a:solidFill>
                          <a:latin typeface="+mn-lt"/>
                        </a:rPr>
                        <a:t>4 (5)</a:t>
                      </a:r>
                    </a:p>
                  </a:txBody>
                  <a:tcPr marL="36000" marR="36000" marT="36000" marB="46800" anchor="ctr">
                    <a:lnL w="6350" cap="flat" cmpd="sng" algn="ctr">
                      <a:solidFill>
                        <a:srgbClr val="002060"/>
                      </a:solidFill>
                      <a:prstDash val="solid"/>
                      <a:round/>
                      <a:headEnd type="none" w="med" len="med"/>
                      <a:tailEnd type="none" w="med" len="med"/>
                    </a:lnL>
                    <a:lnR w="6350" cap="flat" cmpd="sng" algn="ctr">
                      <a:solidFill>
                        <a:srgbClr val="002060"/>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rgbClr val="002060"/>
                      </a:solidFill>
                      <a:prstDash val="solid"/>
                      <a:round/>
                      <a:headEnd type="none" w="med" len="med"/>
                      <a:tailEnd type="none" w="med" len="med"/>
                    </a:lnB>
                    <a:solidFill>
                      <a:srgbClr val="99BDCC"/>
                    </a:solidFill>
                  </a:tcPr>
                </a:tc>
                <a:extLst>
                  <a:ext uri="{0D108BD9-81ED-4DB2-BD59-A6C34878D82A}">
                    <a16:rowId xmlns:a16="http://schemas.microsoft.com/office/drawing/2014/main" val="10006"/>
                  </a:ext>
                </a:extLst>
              </a:tr>
            </a:tbl>
          </a:graphicData>
        </a:graphic>
      </p:graphicFrame>
      <p:sp>
        <p:nvSpPr>
          <p:cNvPr id="38" name="Textfeld 37">
            <a:extLst>
              <a:ext uri="{FF2B5EF4-FFF2-40B4-BE49-F238E27FC236}">
                <a16:creationId xmlns:a16="http://schemas.microsoft.com/office/drawing/2014/main" id="{5B0ED703-BC12-A289-437D-63FC8BA7DC04}"/>
              </a:ext>
            </a:extLst>
          </p:cNvPr>
          <p:cNvSpPr txBox="1"/>
          <p:nvPr/>
        </p:nvSpPr>
        <p:spPr bwMode="auto">
          <a:xfrm>
            <a:off x="5027364" y="4623533"/>
            <a:ext cx="2275229" cy="195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rtlCol="0">
            <a:spAutoFit/>
          </a:bodyPr>
          <a:lstStyle/>
          <a:p>
            <a:r>
              <a:rPr lang="de-DE" sz="800" baseline="30000" dirty="0">
                <a:solidFill>
                  <a:schemeClr val="tx1">
                    <a:lumMod val="50000"/>
                    <a:lumOff val="50000"/>
                  </a:schemeClr>
                </a:solidFill>
                <a:cs typeface="Arial" panose="020B0604020202020204" pitchFamily="34" charset="0"/>
              </a:rPr>
              <a:t>2) </a:t>
            </a:r>
            <a:r>
              <a:rPr lang="en-US" sz="800" dirty="0">
                <a:solidFill>
                  <a:schemeClr val="tx1">
                    <a:lumMod val="50000"/>
                    <a:lumOff val="50000"/>
                  </a:schemeClr>
                </a:solidFill>
                <a:cs typeface="Arial" panose="020B0604020202020204" pitchFamily="34" charset="0"/>
              </a:rPr>
              <a:t>including PE, in brackets with neutral conductor </a:t>
            </a:r>
            <a:endParaRPr lang="de-DE" sz="800" dirty="0">
              <a:solidFill>
                <a:schemeClr val="tx1">
                  <a:lumMod val="50000"/>
                  <a:lumOff val="50000"/>
                </a:schemeClr>
              </a:solidFill>
              <a:cs typeface="Arial" panose="020B0604020202020204" pitchFamily="34" charset="0"/>
            </a:endParaRPr>
          </a:p>
        </p:txBody>
      </p:sp>
      <p:sp>
        <p:nvSpPr>
          <p:cNvPr id="39" name="Textfeld 38">
            <a:extLst>
              <a:ext uri="{FF2B5EF4-FFF2-40B4-BE49-F238E27FC236}">
                <a16:creationId xmlns:a16="http://schemas.microsoft.com/office/drawing/2014/main" id="{42D1FC11-F1FB-9C9A-B362-188319204905}"/>
              </a:ext>
            </a:extLst>
          </p:cNvPr>
          <p:cNvSpPr txBox="1"/>
          <p:nvPr/>
        </p:nvSpPr>
        <p:spPr bwMode="auto">
          <a:xfrm>
            <a:off x="499268" y="5727665"/>
            <a:ext cx="4397605" cy="318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rtlCol="0">
            <a:spAutoFit/>
          </a:bodyPr>
          <a:lstStyle/>
          <a:p>
            <a:r>
              <a:rPr lang="de-DE" sz="800" baseline="30000" dirty="0">
                <a:solidFill>
                  <a:schemeClr val="tx1">
                    <a:lumMod val="50000"/>
                    <a:lumOff val="50000"/>
                  </a:schemeClr>
                </a:solidFill>
                <a:cs typeface="Arial" panose="020B0604020202020204" pitchFamily="34" charset="0"/>
              </a:rPr>
              <a:t>1) </a:t>
            </a:r>
            <a:r>
              <a:rPr lang="en-US" sz="800" dirty="0">
                <a:solidFill>
                  <a:schemeClr val="tx1">
                    <a:lumMod val="50000"/>
                    <a:lumOff val="50000"/>
                  </a:schemeClr>
                </a:solidFill>
                <a:cs typeface="Arial" panose="020B0604020202020204" pitchFamily="34" charset="0"/>
              </a:rPr>
              <a:t>1,500 volts form the low voltage limit according to Directive 2014/35/EU (Low Voltage Directive) </a:t>
            </a:r>
          </a:p>
          <a:p>
            <a:endParaRPr lang="de-DE" sz="800" dirty="0">
              <a:solidFill>
                <a:schemeClr val="tx1">
                  <a:lumMod val="50000"/>
                  <a:lumOff val="50000"/>
                </a:schemeClr>
              </a:solidFill>
              <a:cs typeface="Arial" panose="020B0604020202020204" pitchFamily="34" charset="0"/>
            </a:endParaRPr>
          </a:p>
        </p:txBody>
      </p:sp>
      <p:grpSp>
        <p:nvGrpSpPr>
          <p:cNvPr id="69" name="Gruppieren 68">
            <a:extLst>
              <a:ext uri="{FF2B5EF4-FFF2-40B4-BE49-F238E27FC236}">
                <a16:creationId xmlns:a16="http://schemas.microsoft.com/office/drawing/2014/main" id="{6AEE0F15-3631-A9AD-2E04-13D6532A64DF}"/>
              </a:ext>
            </a:extLst>
          </p:cNvPr>
          <p:cNvGrpSpPr/>
          <p:nvPr/>
        </p:nvGrpSpPr>
        <p:grpSpPr>
          <a:xfrm>
            <a:off x="10672236" y="2482988"/>
            <a:ext cx="930257" cy="930257"/>
            <a:chOff x="7934568" y="4427531"/>
            <a:chExt cx="698714" cy="698714"/>
          </a:xfrm>
        </p:grpSpPr>
        <p:sp>
          <p:nvSpPr>
            <p:cNvPr id="74" name="Ellipse 73">
              <a:extLst>
                <a:ext uri="{FF2B5EF4-FFF2-40B4-BE49-F238E27FC236}">
                  <a16:creationId xmlns:a16="http://schemas.microsoft.com/office/drawing/2014/main" id="{2D2A8BF4-C53D-B96F-7D99-DAA6AF6D248D}"/>
                </a:ext>
              </a:extLst>
            </p:cNvPr>
            <p:cNvSpPr/>
            <p:nvPr/>
          </p:nvSpPr>
          <p:spPr>
            <a:xfrm>
              <a:off x="7962619" y="4658947"/>
              <a:ext cx="244549" cy="244549"/>
            </a:xfrm>
            <a:prstGeom prst="ellipse">
              <a:avLst/>
            </a:prstGeom>
            <a:solidFill>
              <a:schemeClr val="tx2">
                <a:lumMod val="60000"/>
                <a:lumOff val="40000"/>
              </a:schemeClr>
            </a:solidFill>
            <a:ln w="19050">
              <a:solidFill>
                <a:schemeClr val="tx1"/>
              </a:solidFill>
            </a:ln>
          </p:spPr>
          <p:txBody>
            <a:bodyPr wrap="none" lIns="0" tIns="0" rIns="0" bIns="0" rtlCol="0" anchor="ctr">
              <a:spAutoFit/>
            </a:bodyPr>
            <a:lstStyle/>
            <a:p>
              <a:pPr algn="ctr"/>
              <a:endParaRPr lang="de-DE" sz="1400" dirty="0">
                <a:solidFill>
                  <a:srgbClr val="000000"/>
                </a:solidFill>
                <a:latin typeface="Cambria Math" panose="02040503050406030204" pitchFamily="18" charset="0"/>
                <a:cs typeface="Times New Roman" panose="02020603050405020304" pitchFamily="18" charset="0"/>
              </a:endParaRPr>
            </a:p>
          </p:txBody>
        </p:sp>
        <p:sp>
          <p:nvSpPr>
            <p:cNvPr id="75" name="Ellipse 74">
              <a:extLst>
                <a:ext uri="{FF2B5EF4-FFF2-40B4-BE49-F238E27FC236}">
                  <a16:creationId xmlns:a16="http://schemas.microsoft.com/office/drawing/2014/main" id="{ED611D54-F5E1-6922-D61E-D430DBF8057A}"/>
                </a:ext>
              </a:extLst>
            </p:cNvPr>
            <p:cNvSpPr/>
            <p:nvPr/>
          </p:nvSpPr>
          <p:spPr>
            <a:xfrm>
              <a:off x="8363663" y="4653070"/>
              <a:ext cx="244549" cy="244549"/>
            </a:xfrm>
            <a:prstGeom prst="ellipse">
              <a:avLst/>
            </a:prstGeom>
            <a:solidFill>
              <a:schemeClr val="tx2">
                <a:lumMod val="60000"/>
                <a:lumOff val="40000"/>
              </a:schemeClr>
            </a:solidFill>
            <a:ln w="19050">
              <a:solidFill>
                <a:schemeClr val="tx1"/>
              </a:solidFill>
            </a:ln>
          </p:spPr>
          <p:txBody>
            <a:bodyPr wrap="none" lIns="0" tIns="0" rIns="0" bIns="0" rtlCol="0" anchor="ctr">
              <a:spAutoFit/>
            </a:bodyPr>
            <a:lstStyle/>
            <a:p>
              <a:pPr algn="ctr"/>
              <a:endParaRPr lang="de-DE" sz="1400" dirty="0">
                <a:solidFill>
                  <a:srgbClr val="000000"/>
                </a:solidFill>
                <a:latin typeface="Cambria Math" panose="02040503050406030204" pitchFamily="18" charset="0"/>
                <a:cs typeface="Times New Roman" panose="02020603050405020304" pitchFamily="18" charset="0"/>
              </a:endParaRPr>
            </a:p>
          </p:txBody>
        </p:sp>
        <p:sp>
          <p:nvSpPr>
            <p:cNvPr id="76" name="Ellipse 75">
              <a:extLst>
                <a:ext uri="{FF2B5EF4-FFF2-40B4-BE49-F238E27FC236}">
                  <a16:creationId xmlns:a16="http://schemas.microsoft.com/office/drawing/2014/main" id="{36A5F5E9-27B0-6804-371F-77B9884C6BE0}"/>
                </a:ext>
              </a:extLst>
            </p:cNvPr>
            <p:cNvSpPr/>
            <p:nvPr/>
          </p:nvSpPr>
          <p:spPr>
            <a:xfrm>
              <a:off x="8157741" y="4472067"/>
              <a:ext cx="244549" cy="244549"/>
            </a:xfrm>
            <a:prstGeom prst="ellipse">
              <a:avLst/>
            </a:prstGeom>
            <a:solidFill>
              <a:schemeClr val="tx2">
                <a:lumMod val="60000"/>
                <a:lumOff val="40000"/>
              </a:schemeClr>
            </a:solidFill>
            <a:ln w="19050">
              <a:solidFill>
                <a:schemeClr val="tx1"/>
              </a:solidFill>
            </a:ln>
          </p:spPr>
          <p:txBody>
            <a:bodyPr wrap="none" lIns="0" tIns="0" rIns="0" bIns="0" rtlCol="0" anchor="ctr">
              <a:spAutoFit/>
            </a:bodyPr>
            <a:lstStyle/>
            <a:p>
              <a:pPr algn="ctr"/>
              <a:endParaRPr lang="de-DE" sz="1400" dirty="0">
                <a:solidFill>
                  <a:srgbClr val="000000"/>
                </a:solidFill>
                <a:latin typeface="Cambria Math" panose="02040503050406030204" pitchFamily="18" charset="0"/>
                <a:cs typeface="Times New Roman" panose="02020603050405020304" pitchFamily="18" charset="0"/>
              </a:endParaRPr>
            </a:p>
          </p:txBody>
        </p:sp>
        <p:grpSp>
          <p:nvGrpSpPr>
            <p:cNvPr id="77" name="Gruppieren 76">
              <a:extLst>
                <a:ext uri="{FF2B5EF4-FFF2-40B4-BE49-F238E27FC236}">
                  <a16:creationId xmlns:a16="http://schemas.microsoft.com/office/drawing/2014/main" id="{59E7E1FA-3087-D7F2-55D5-383551CEEDA3}"/>
                </a:ext>
              </a:extLst>
            </p:cNvPr>
            <p:cNvGrpSpPr/>
            <p:nvPr/>
          </p:nvGrpSpPr>
          <p:grpSpPr>
            <a:xfrm>
              <a:off x="8152867" y="4833587"/>
              <a:ext cx="267405" cy="267405"/>
              <a:chOff x="8113110" y="4749627"/>
              <a:chExt cx="267405" cy="267405"/>
            </a:xfrm>
          </p:grpSpPr>
          <p:sp>
            <p:nvSpPr>
              <p:cNvPr id="79" name="Ellipse 78">
                <a:extLst>
                  <a:ext uri="{FF2B5EF4-FFF2-40B4-BE49-F238E27FC236}">
                    <a16:creationId xmlns:a16="http://schemas.microsoft.com/office/drawing/2014/main" id="{67830594-BE6B-7F38-B68B-6B3154D183E2}"/>
                  </a:ext>
                </a:extLst>
              </p:cNvPr>
              <p:cNvSpPr/>
              <p:nvPr/>
            </p:nvSpPr>
            <p:spPr>
              <a:xfrm>
                <a:off x="8113110" y="4749627"/>
                <a:ext cx="267405" cy="267405"/>
              </a:xfrm>
              <a:prstGeom prst="ellipse">
                <a:avLst/>
              </a:prstGeom>
              <a:solidFill>
                <a:srgbClr val="00B050"/>
              </a:solidFill>
              <a:ln w="19050">
                <a:noFill/>
                <a:prstDash val="dash"/>
              </a:ln>
            </p:spPr>
            <p:txBody>
              <a:bodyPr wrap="square" lIns="0" tIns="0" rIns="0" bIns="0" rtlCol="0" anchor="ctr">
                <a:spAutoFit/>
              </a:bodyPr>
              <a:lstStyle/>
              <a:p>
                <a:pPr algn="ctr"/>
                <a:endParaRPr lang="de-DE" sz="1400" dirty="0">
                  <a:solidFill>
                    <a:srgbClr val="000000"/>
                  </a:solidFill>
                  <a:latin typeface="Cambria Math" panose="02040503050406030204" pitchFamily="18" charset="0"/>
                  <a:cs typeface="Times New Roman" panose="02020603050405020304" pitchFamily="18" charset="0"/>
                </a:endParaRPr>
              </a:p>
            </p:txBody>
          </p:sp>
          <p:sp>
            <p:nvSpPr>
              <p:cNvPr id="80" name="Ellipse 79">
                <a:extLst>
                  <a:ext uri="{FF2B5EF4-FFF2-40B4-BE49-F238E27FC236}">
                    <a16:creationId xmlns:a16="http://schemas.microsoft.com/office/drawing/2014/main" id="{99CB4ADF-5FA9-912A-2162-B8116F50A2F6}"/>
                  </a:ext>
                </a:extLst>
              </p:cNvPr>
              <p:cNvSpPr/>
              <p:nvPr/>
            </p:nvSpPr>
            <p:spPr>
              <a:xfrm>
                <a:off x="8117618" y="4755743"/>
                <a:ext cx="255766" cy="255766"/>
              </a:xfrm>
              <a:prstGeom prst="ellipse">
                <a:avLst/>
              </a:prstGeom>
              <a:noFill/>
              <a:ln w="28575">
                <a:solidFill>
                  <a:srgbClr val="FFFF00"/>
                </a:solidFill>
                <a:prstDash val="sysDot"/>
              </a:ln>
            </p:spPr>
            <p:txBody>
              <a:bodyPr wrap="square" lIns="0" tIns="0" rIns="0" bIns="0" rtlCol="0" anchor="ctr">
                <a:spAutoFit/>
              </a:bodyPr>
              <a:lstStyle/>
              <a:p>
                <a:pPr algn="ctr"/>
                <a:endParaRPr lang="de-DE" sz="1400" dirty="0">
                  <a:solidFill>
                    <a:srgbClr val="000000"/>
                  </a:solidFill>
                  <a:latin typeface="Cambria Math" panose="02040503050406030204" pitchFamily="18" charset="0"/>
                  <a:cs typeface="Times New Roman" panose="02020603050405020304" pitchFamily="18" charset="0"/>
                </a:endParaRPr>
              </a:p>
            </p:txBody>
          </p:sp>
          <p:sp>
            <p:nvSpPr>
              <p:cNvPr id="81" name="Ellipse 80">
                <a:extLst>
                  <a:ext uri="{FF2B5EF4-FFF2-40B4-BE49-F238E27FC236}">
                    <a16:creationId xmlns:a16="http://schemas.microsoft.com/office/drawing/2014/main" id="{3EDEB422-55F4-075E-64DE-22F479983CA7}"/>
                  </a:ext>
                </a:extLst>
              </p:cNvPr>
              <p:cNvSpPr>
                <a:spLocks noChangeAspect="1"/>
              </p:cNvSpPr>
              <p:nvPr/>
            </p:nvSpPr>
            <p:spPr>
              <a:xfrm>
                <a:off x="8129119" y="4764499"/>
                <a:ext cx="235244" cy="235244"/>
              </a:xfrm>
              <a:prstGeom prst="ellipse">
                <a:avLst/>
              </a:prstGeom>
              <a:solidFill>
                <a:schemeClr val="tx2">
                  <a:lumMod val="60000"/>
                  <a:lumOff val="40000"/>
                </a:schemeClr>
              </a:solidFill>
              <a:ln w="19050">
                <a:noFill/>
              </a:ln>
            </p:spPr>
            <p:txBody>
              <a:bodyPr wrap="square" lIns="0" tIns="0" rIns="0" bIns="0" rtlCol="0" anchor="ctr">
                <a:spAutoFit/>
              </a:bodyPr>
              <a:lstStyle/>
              <a:p>
                <a:pPr algn="ctr"/>
                <a:endParaRPr lang="de-DE" sz="1400" dirty="0">
                  <a:solidFill>
                    <a:srgbClr val="000000"/>
                  </a:solidFill>
                  <a:latin typeface="Cambria Math" panose="02040503050406030204" pitchFamily="18" charset="0"/>
                  <a:cs typeface="Times New Roman" panose="02020603050405020304" pitchFamily="18" charset="0"/>
                </a:endParaRPr>
              </a:p>
            </p:txBody>
          </p:sp>
        </p:grpSp>
        <p:sp>
          <p:nvSpPr>
            <p:cNvPr id="78" name="Ellipse 77">
              <a:extLst>
                <a:ext uri="{FF2B5EF4-FFF2-40B4-BE49-F238E27FC236}">
                  <a16:creationId xmlns:a16="http://schemas.microsoft.com/office/drawing/2014/main" id="{C8ADFCF1-315E-6D34-2932-8E0CAE5C98F1}"/>
                </a:ext>
              </a:extLst>
            </p:cNvPr>
            <p:cNvSpPr/>
            <p:nvPr/>
          </p:nvSpPr>
          <p:spPr>
            <a:xfrm>
              <a:off x="7934568" y="4427531"/>
              <a:ext cx="698714" cy="698714"/>
            </a:xfrm>
            <a:prstGeom prst="ellipse">
              <a:avLst/>
            </a:prstGeom>
            <a:ln w="28575">
              <a:solidFill>
                <a:schemeClr val="bg1">
                  <a:lumMod val="75000"/>
                </a:schemeClr>
              </a:solidFill>
            </a:ln>
          </p:spPr>
          <p:txBody>
            <a:bodyPr wrap="square" lIns="0" tIns="0" rIns="0" bIns="0" rtlCol="0" anchor="ctr">
              <a:spAutoFit/>
            </a:bodyPr>
            <a:lstStyle/>
            <a:p>
              <a:pPr algn="ctr"/>
              <a:endParaRPr lang="de-DE" sz="1400" dirty="0">
                <a:solidFill>
                  <a:srgbClr val="000000"/>
                </a:solidFill>
                <a:latin typeface="Cambria Math" panose="02040503050406030204" pitchFamily="18" charset="0"/>
                <a:cs typeface="Times New Roman" panose="02020603050405020304" pitchFamily="18" charset="0"/>
              </a:endParaRPr>
            </a:p>
          </p:txBody>
        </p:sp>
      </p:grpSp>
      <p:grpSp>
        <p:nvGrpSpPr>
          <p:cNvPr id="82" name="Gruppieren 81">
            <a:extLst>
              <a:ext uri="{FF2B5EF4-FFF2-40B4-BE49-F238E27FC236}">
                <a16:creationId xmlns:a16="http://schemas.microsoft.com/office/drawing/2014/main" id="{20D396C5-60A7-63E8-5BF8-D250A7885141}"/>
              </a:ext>
            </a:extLst>
          </p:cNvPr>
          <p:cNvGrpSpPr/>
          <p:nvPr/>
        </p:nvGrpSpPr>
        <p:grpSpPr>
          <a:xfrm>
            <a:off x="10722918" y="3788139"/>
            <a:ext cx="829655" cy="829655"/>
            <a:chOff x="8431263" y="4807421"/>
            <a:chExt cx="829655" cy="829655"/>
          </a:xfrm>
        </p:grpSpPr>
        <p:grpSp>
          <p:nvGrpSpPr>
            <p:cNvPr id="83" name="Gruppieren 82">
              <a:extLst>
                <a:ext uri="{FF2B5EF4-FFF2-40B4-BE49-F238E27FC236}">
                  <a16:creationId xmlns:a16="http://schemas.microsoft.com/office/drawing/2014/main" id="{B722C7A0-59E9-5B12-AE92-40F7C1D1E752}"/>
                </a:ext>
              </a:extLst>
            </p:cNvPr>
            <p:cNvGrpSpPr/>
            <p:nvPr/>
          </p:nvGrpSpPr>
          <p:grpSpPr>
            <a:xfrm>
              <a:off x="8431263" y="4807421"/>
              <a:ext cx="829655" cy="829655"/>
              <a:chOff x="8884774" y="4515200"/>
              <a:chExt cx="623152" cy="623152"/>
            </a:xfrm>
          </p:grpSpPr>
          <p:sp>
            <p:nvSpPr>
              <p:cNvPr id="87" name="Ellipse 86">
                <a:extLst>
                  <a:ext uri="{FF2B5EF4-FFF2-40B4-BE49-F238E27FC236}">
                    <a16:creationId xmlns:a16="http://schemas.microsoft.com/office/drawing/2014/main" id="{C9238B44-DF0F-1284-2BD6-A60D3022ACCD}"/>
                  </a:ext>
                </a:extLst>
              </p:cNvPr>
              <p:cNvSpPr/>
              <p:nvPr/>
            </p:nvSpPr>
            <p:spPr>
              <a:xfrm>
                <a:off x="8935110" y="4626400"/>
                <a:ext cx="244549" cy="244549"/>
              </a:xfrm>
              <a:prstGeom prst="ellipse">
                <a:avLst/>
              </a:prstGeom>
              <a:solidFill>
                <a:schemeClr val="tx2">
                  <a:lumMod val="60000"/>
                  <a:lumOff val="40000"/>
                </a:schemeClr>
              </a:solidFill>
              <a:ln w="22225">
                <a:solidFill>
                  <a:srgbClr val="FF0000"/>
                </a:solidFill>
              </a:ln>
            </p:spPr>
            <p:txBody>
              <a:bodyPr wrap="none" lIns="0" tIns="0" rIns="0" bIns="0" rtlCol="0" anchor="ctr">
                <a:spAutoFit/>
              </a:bodyPr>
              <a:lstStyle/>
              <a:p>
                <a:pPr algn="ctr"/>
                <a:endParaRPr lang="de-DE" sz="1400" dirty="0">
                  <a:solidFill>
                    <a:srgbClr val="000000"/>
                  </a:solidFill>
                  <a:latin typeface="Cambria Math" panose="02040503050406030204" pitchFamily="18" charset="0"/>
                  <a:cs typeface="Times New Roman" panose="02020603050405020304" pitchFamily="18" charset="0"/>
                </a:endParaRPr>
              </a:p>
            </p:txBody>
          </p:sp>
          <p:sp>
            <p:nvSpPr>
              <p:cNvPr id="88" name="Ellipse 87">
                <a:extLst>
                  <a:ext uri="{FF2B5EF4-FFF2-40B4-BE49-F238E27FC236}">
                    <a16:creationId xmlns:a16="http://schemas.microsoft.com/office/drawing/2014/main" id="{A41C0454-8151-EEB4-970D-53EA29E8DC90}"/>
                  </a:ext>
                </a:extLst>
              </p:cNvPr>
              <p:cNvSpPr/>
              <p:nvPr/>
            </p:nvSpPr>
            <p:spPr>
              <a:xfrm>
                <a:off x="9211445" y="4613407"/>
                <a:ext cx="244549" cy="244549"/>
              </a:xfrm>
              <a:prstGeom prst="ellipse">
                <a:avLst/>
              </a:prstGeom>
              <a:solidFill>
                <a:schemeClr val="tx2">
                  <a:lumMod val="60000"/>
                  <a:lumOff val="40000"/>
                </a:schemeClr>
              </a:solidFill>
              <a:ln w="28575">
                <a:solidFill>
                  <a:schemeClr val="bg1">
                    <a:lumMod val="85000"/>
                  </a:schemeClr>
                </a:solidFill>
              </a:ln>
            </p:spPr>
            <p:txBody>
              <a:bodyPr wrap="none" lIns="0" tIns="0" rIns="0" bIns="0" rtlCol="0" anchor="ctr">
                <a:spAutoFit/>
              </a:bodyPr>
              <a:lstStyle/>
              <a:p>
                <a:pPr algn="ctr"/>
                <a:endParaRPr lang="de-DE" sz="1400" dirty="0">
                  <a:solidFill>
                    <a:srgbClr val="000000"/>
                  </a:solidFill>
                  <a:latin typeface="Cambria Math" panose="02040503050406030204" pitchFamily="18" charset="0"/>
                  <a:cs typeface="Times New Roman" panose="02020603050405020304" pitchFamily="18" charset="0"/>
                </a:endParaRPr>
              </a:p>
            </p:txBody>
          </p:sp>
          <p:grpSp>
            <p:nvGrpSpPr>
              <p:cNvPr id="89" name="Gruppieren 88">
                <a:extLst>
                  <a:ext uri="{FF2B5EF4-FFF2-40B4-BE49-F238E27FC236}">
                    <a16:creationId xmlns:a16="http://schemas.microsoft.com/office/drawing/2014/main" id="{EAD14259-D9AE-DDE0-EDAA-7D21DF4F3C1C}"/>
                  </a:ext>
                </a:extLst>
              </p:cNvPr>
              <p:cNvGrpSpPr/>
              <p:nvPr/>
            </p:nvGrpSpPr>
            <p:grpSpPr>
              <a:xfrm>
                <a:off x="9069880" y="4851840"/>
                <a:ext cx="267405" cy="267405"/>
                <a:chOff x="8113110" y="4749627"/>
                <a:chExt cx="267405" cy="267405"/>
              </a:xfrm>
            </p:grpSpPr>
            <p:sp>
              <p:nvSpPr>
                <p:cNvPr id="91" name="Ellipse 90">
                  <a:extLst>
                    <a:ext uri="{FF2B5EF4-FFF2-40B4-BE49-F238E27FC236}">
                      <a16:creationId xmlns:a16="http://schemas.microsoft.com/office/drawing/2014/main" id="{3BCAC18D-13BF-1AB5-32AF-028EEBB1E20A}"/>
                    </a:ext>
                  </a:extLst>
                </p:cNvPr>
                <p:cNvSpPr/>
                <p:nvPr/>
              </p:nvSpPr>
              <p:spPr>
                <a:xfrm>
                  <a:off x="8113110" y="4749627"/>
                  <a:ext cx="267405" cy="267405"/>
                </a:xfrm>
                <a:prstGeom prst="ellipse">
                  <a:avLst/>
                </a:prstGeom>
                <a:solidFill>
                  <a:srgbClr val="00B050"/>
                </a:solidFill>
                <a:ln w="19050">
                  <a:noFill/>
                  <a:prstDash val="dash"/>
                </a:ln>
              </p:spPr>
              <p:txBody>
                <a:bodyPr wrap="square" lIns="0" tIns="0" rIns="0" bIns="0" rtlCol="0" anchor="ctr">
                  <a:spAutoFit/>
                </a:bodyPr>
                <a:lstStyle/>
                <a:p>
                  <a:pPr algn="ctr"/>
                  <a:endParaRPr lang="de-DE" sz="1400" dirty="0">
                    <a:solidFill>
                      <a:srgbClr val="000000"/>
                    </a:solidFill>
                    <a:latin typeface="Cambria Math" panose="02040503050406030204" pitchFamily="18" charset="0"/>
                    <a:cs typeface="Times New Roman" panose="02020603050405020304" pitchFamily="18" charset="0"/>
                  </a:endParaRPr>
                </a:p>
              </p:txBody>
            </p:sp>
            <p:sp>
              <p:nvSpPr>
                <p:cNvPr id="92" name="Ellipse 91">
                  <a:extLst>
                    <a:ext uri="{FF2B5EF4-FFF2-40B4-BE49-F238E27FC236}">
                      <a16:creationId xmlns:a16="http://schemas.microsoft.com/office/drawing/2014/main" id="{FE159C38-F56E-27AB-5EFD-4E493A336DAF}"/>
                    </a:ext>
                  </a:extLst>
                </p:cNvPr>
                <p:cNvSpPr/>
                <p:nvPr/>
              </p:nvSpPr>
              <p:spPr>
                <a:xfrm>
                  <a:off x="8117618" y="4755743"/>
                  <a:ext cx="255766" cy="255766"/>
                </a:xfrm>
                <a:prstGeom prst="ellipse">
                  <a:avLst/>
                </a:prstGeom>
                <a:noFill/>
                <a:ln w="28575">
                  <a:solidFill>
                    <a:srgbClr val="FFFF00"/>
                  </a:solidFill>
                  <a:prstDash val="sysDot"/>
                </a:ln>
              </p:spPr>
              <p:txBody>
                <a:bodyPr wrap="square" lIns="0" tIns="0" rIns="0" bIns="0" rtlCol="0" anchor="ctr">
                  <a:spAutoFit/>
                </a:bodyPr>
                <a:lstStyle/>
                <a:p>
                  <a:pPr algn="ctr"/>
                  <a:endParaRPr lang="de-DE" sz="1400" dirty="0">
                    <a:solidFill>
                      <a:srgbClr val="000000"/>
                    </a:solidFill>
                    <a:latin typeface="Cambria Math" panose="02040503050406030204" pitchFamily="18" charset="0"/>
                    <a:cs typeface="Times New Roman" panose="02020603050405020304" pitchFamily="18" charset="0"/>
                  </a:endParaRPr>
                </a:p>
              </p:txBody>
            </p:sp>
            <p:sp>
              <p:nvSpPr>
                <p:cNvPr id="93" name="Ellipse 92">
                  <a:extLst>
                    <a:ext uri="{FF2B5EF4-FFF2-40B4-BE49-F238E27FC236}">
                      <a16:creationId xmlns:a16="http://schemas.microsoft.com/office/drawing/2014/main" id="{27666EB7-58D7-668A-6696-07FDCC25C2C6}"/>
                    </a:ext>
                  </a:extLst>
                </p:cNvPr>
                <p:cNvSpPr>
                  <a:spLocks noChangeAspect="1"/>
                </p:cNvSpPr>
                <p:nvPr/>
              </p:nvSpPr>
              <p:spPr>
                <a:xfrm>
                  <a:off x="8129119" y="4764499"/>
                  <a:ext cx="235244" cy="235244"/>
                </a:xfrm>
                <a:prstGeom prst="ellipse">
                  <a:avLst/>
                </a:prstGeom>
                <a:solidFill>
                  <a:schemeClr val="tx2">
                    <a:lumMod val="60000"/>
                    <a:lumOff val="40000"/>
                  </a:schemeClr>
                </a:solidFill>
                <a:ln w="19050">
                  <a:noFill/>
                </a:ln>
              </p:spPr>
              <p:txBody>
                <a:bodyPr wrap="square" lIns="0" tIns="0" rIns="0" bIns="0" rtlCol="0" anchor="ctr">
                  <a:spAutoFit/>
                </a:bodyPr>
                <a:lstStyle/>
                <a:p>
                  <a:pPr algn="ctr"/>
                  <a:endParaRPr lang="de-DE" sz="1400" dirty="0">
                    <a:solidFill>
                      <a:srgbClr val="000000"/>
                    </a:solidFill>
                    <a:latin typeface="Cambria Math" panose="02040503050406030204" pitchFamily="18" charset="0"/>
                    <a:cs typeface="Times New Roman" panose="02020603050405020304" pitchFamily="18" charset="0"/>
                  </a:endParaRPr>
                </a:p>
              </p:txBody>
            </p:sp>
          </p:grpSp>
          <p:sp>
            <p:nvSpPr>
              <p:cNvPr id="90" name="Ellipse 89">
                <a:extLst>
                  <a:ext uri="{FF2B5EF4-FFF2-40B4-BE49-F238E27FC236}">
                    <a16:creationId xmlns:a16="http://schemas.microsoft.com/office/drawing/2014/main" id="{118903E4-611B-6214-0558-47B3897914C9}"/>
                  </a:ext>
                </a:extLst>
              </p:cNvPr>
              <p:cNvSpPr/>
              <p:nvPr/>
            </p:nvSpPr>
            <p:spPr>
              <a:xfrm>
                <a:off x="8884774" y="4515200"/>
                <a:ext cx="623152" cy="623152"/>
              </a:xfrm>
              <a:prstGeom prst="ellipse">
                <a:avLst/>
              </a:prstGeom>
              <a:ln w="28575">
                <a:solidFill>
                  <a:schemeClr val="bg1">
                    <a:lumMod val="75000"/>
                  </a:schemeClr>
                </a:solidFill>
              </a:ln>
            </p:spPr>
            <p:txBody>
              <a:bodyPr wrap="square" lIns="0" tIns="0" rIns="0" bIns="0" rtlCol="0" anchor="ctr">
                <a:spAutoFit/>
              </a:bodyPr>
              <a:lstStyle/>
              <a:p>
                <a:pPr algn="ctr"/>
                <a:endParaRPr lang="de-DE" sz="1400" dirty="0">
                  <a:solidFill>
                    <a:srgbClr val="000000"/>
                  </a:solidFill>
                  <a:latin typeface="Cambria Math" panose="02040503050406030204" pitchFamily="18"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84" name="Textfeld 83">
                  <a:extLst>
                    <a:ext uri="{FF2B5EF4-FFF2-40B4-BE49-F238E27FC236}">
                      <a16:creationId xmlns:a16="http://schemas.microsoft.com/office/drawing/2014/main" id="{06019010-E05C-EA13-1929-5075E750DD5D}"/>
                    </a:ext>
                  </a:extLst>
                </p:cNvPr>
                <p:cNvSpPr txBox="1"/>
                <p:nvPr/>
              </p:nvSpPr>
              <p:spPr>
                <a:xfrm>
                  <a:off x="8575729" y="4997823"/>
                  <a:ext cx="17953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sz="1400" b="0" i="1" smtClean="0">
                            <a:solidFill>
                              <a:srgbClr val="000000"/>
                            </a:solidFill>
                            <a:latin typeface="Cambria Math" panose="02040503050406030204" pitchFamily="18" charset="0"/>
                            <a:cs typeface="Times New Roman" panose="02020603050405020304" pitchFamily="18" charset="0"/>
                          </a:rPr>
                          <m:t>+</m:t>
                        </m:r>
                      </m:oMath>
                    </m:oMathPara>
                  </a14:m>
                  <a:endParaRPr lang="de-DE" sz="1400"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16" name="Textfeld 15"/>
                <p:cNvSpPr txBox="1">
                  <a:spLocks noRot="1" noChangeAspect="1" noMove="1" noResize="1" noEditPoints="1" noAdjustHandles="1" noChangeArrowheads="1" noChangeShapeType="1" noTextEdit="1"/>
                </p:cNvSpPr>
                <p:nvPr/>
              </p:nvSpPr>
              <p:spPr>
                <a:xfrm>
                  <a:off x="8575729" y="4997823"/>
                  <a:ext cx="179536" cy="215444"/>
                </a:xfrm>
                <a:prstGeom prst="rect">
                  <a:avLst/>
                </a:prstGeom>
                <a:blipFill>
                  <a:blip r:embed="rId3"/>
                  <a:stretch>
                    <a:fillRect l="-16667" r="-20000" b="-8571"/>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5" name="Textfeld 84">
                  <a:extLst>
                    <a:ext uri="{FF2B5EF4-FFF2-40B4-BE49-F238E27FC236}">
                      <a16:creationId xmlns:a16="http://schemas.microsoft.com/office/drawing/2014/main" id="{8CDF38DB-622C-66CE-FC10-34401AA13B94}"/>
                    </a:ext>
                  </a:extLst>
                </p:cNvPr>
                <p:cNvSpPr txBox="1"/>
                <p:nvPr/>
              </p:nvSpPr>
              <p:spPr>
                <a:xfrm>
                  <a:off x="8944579" y="4991791"/>
                  <a:ext cx="17953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sz="1400" b="0" i="1" smtClean="0">
                            <a:solidFill>
                              <a:srgbClr val="000000"/>
                            </a:solidFill>
                            <a:latin typeface="Cambria Math" panose="02040503050406030204" pitchFamily="18" charset="0"/>
                            <a:cs typeface="Times New Roman" panose="02020603050405020304" pitchFamily="18" charset="0"/>
                          </a:rPr>
                          <m:t>−</m:t>
                        </m:r>
                      </m:oMath>
                    </m:oMathPara>
                  </a14:m>
                  <a:endParaRPr lang="de-DE" sz="1400"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56" name="Textfeld 55"/>
                <p:cNvSpPr txBox="1">
                  <a:spLocks noRot="1" noChangeAspect="1" noMove="1" noResize="1" noEditPoints="1" noAdjustHandles="1" noChangeArrowheads="1" noChangeShapeType="1" noTextEdit="1"/>
                </p:cNvSpPr>
                <p:nvPr/>
              </p:nvSpPr>
              <p:spPr>
                <a:xfrm>
                  <a:off x="8944579" y="4991791"/>
                  <a:ext cx="179536" cy="215444"/>
                </a:xfrm>
                <a:prstGeom prst="rect">
                  <a:avLst/>
                </a:prstGeom>
                <a:blipFill>
                  <a:blip r:embed="rId4"/>
                  <a:stretch>
                    <a:fillRect l="-3448" r="-6897"/>
                  </a:stretch>
                </a:blipFill>
              </p:spPr>
              <p:txBody>
                <a:bodyPr/>
                <a:lstStyle/>
                <a:p>
                  <a:r>
                    <a:rPr lang="de-DE">
                      <a:noFill/>
                    </a:rPr>
                    <a:t> </a:t>
                  </a:r>
                </a:p>
              </p:txBody>
            </p:sp>
          </mc:Fallback>
        </mc:AlternateContent>
      </p:grpSp>
      <p:sp>
        <p:nvSpPr>
          <p:cNvPr id="118" name="Textfeld 117">
            <a:extLst>
              <a:ext uri="{FF2B5EF4-FFF2-40B4-BE49-F238E27FC236}">
                <a16:creationId xmlns:a16="http://schemas.microsoft.com/office/drawing/2014/main" id="{84E604A0-4BBF-60E5-2D37-746794EAB020}"/>
              </a:ext>
            </a:extLst>
          </p:cNvPr>
          <p:cNvSpPr txBox="1"/>
          <p:nvPr/>
        </p:nvSpPr>
        <p:spPr>
          <a:xfrm>
            <a:off x="10892629" y="2203782"/>
            <a:ext cx="458919" cy="257369"/>
          </a:xfrm>
          <a:prstGeom prst="rect">
            <a:avLst/>
          </a:prstGeom>
          <a:noFill/>
        </p:spPr>
        <p:txBody>
          <a:bodyPr wrap="square" lIns="36000" tIns="36000" rIns="36000" bIns="36000" rtlCol="0">
            <a:spAutoFit/>
          </a:bodyPr>
          <a:lstStyle/>
          <a:p>
            <a:pPr algn="ctr">
              <a:tabLst>
                <a:tab pos="1341438" algn="l"/>
              </a:tabLst>
            </a:pPr>
            <a:r>
              <a:rPr lang="de-DE" sz="1200" b="1" dirty="0">
                <a:solidFill>
                  <a:srgbClr val="000000"/>
                </a:solidFill>
                <a:latin typeface="Arial" panose="020B0604020202020204" pitchFamily="34" charset="0"/>
                <a:cs typeface="Arial" panose="020B0604020202020204" pitchFamily="34" charset="0"/>
              </a:rPr>
              <a:t>AC</a:t>
            </a:r>
          </a:p>
        </p:txBody>
      </p:sp>
      <p:sp>
        <p:nvSpPr>
          <p:cNvPr id="119" name="Textfeld 118">
            <a:extLst>
              <a:ext uri="{FF2B5EF4-FFF2-40B4-BE49-F238E27FC236}">
                <a16:creationId xmlns:a16="http://schemas.microsoft.com/office/drawing/2014/main" id="{528C2149-59F4-DEB0-87F2-8F097F5FC50D}"/>
              </a:ext>
            </a:extLst>
          </p:cNvPr>
          <p:cNvSpPr txBox="1"/>
          <p:nvPr/>
        </p:nvSpPr>
        <p:spPr>
          <a:xfrm>
            <a:off x="10907717" y="3514301"/>
            <a:ext cx="458919" cy="257369"/>
          </a:xfrm>
          <a:prstGeom prst="rect">
            <a:avLst/>
          </a:prstGeom>
          <a:noFill/>
        </p:spPr>
        <p:txBody>
          <a:bodyPr wrap="square" lIns="36000" tIns="36000" rIns="36000" bIns="36000" rtlCol="0">
            <a:spAutoFit/>
          </a:bodyPr>
          <a:lstStyle/>
          <a:p>
            <a:pPr algn="ctr">
              <a:tabLst>
                <a:tab pos="1341438" algn="l"/>
              </a:tabLst>
            </a:pPr>
            <a:r>
              <a:rPr lang="de-DE" sz="1200" b="1" dirty="0">
                <a:solidFill>
                  <a:srgbClr val="000000"/>
                </a:solidFill>
                <a:latin typeface="Arial" panose="020B0604020202020204" pitchFamily="34" charset="0"/>
                <a:cs typeface="Arial" panose="020B0604020202020204" pitchFamily="34" charset="0"/>
              </a:rPr>
              <a:t>DC</a:t>
            </a:r>
          </a:p>
        </p:txBody>
      </p:sp>
      <p:sp>
        <p:nvSpPr>
          <p:cNvPr id="120" name="Textfeld 119">
            <a:extLst>
              <a:ext uri="{FF2B5EF4-FFF2-40B4-BE49-F238E27FC236}">
                <a16:creationId xmlns:a16="http://schemas.microsoft.com/office/drawing/2014/main" id="{286DB231-FB28-B365-9E87-5549743CC697}"/>
              </a:ext>
            </a:extLst>
          </p:cNvPr>
          <p:cNvSpPr txBox="1"/>
          <p:nvPr/>
        </p:nvSpPr>
        <p:spPr>
          <a:xfrm>
            <a:off x="10919183" y="4287257"/>
            <a:ext cx="458919" cy="257369"/>
          </a:xfrm>
          <a:prstGeom prst="rect">
            <a:avLst/>
          </a:prstGeom>
          <a:noFill/>
        </p:spPr>
        <p:txBody>
          <a:bodyPr wrap="square" lIns="36000" tIns="36000" rIns="36000" bIns="36000" rtlCol="0">
            <a:spAutoFit/>
          </a:bodyPr>
          <a:lstStyle/>
          <a:p>
            <a:pPr algn="ctr">
              <a:tabLst>
                <a:tab pos="1341438" algn="l"/>
              </a:tabLst>
            </a:pPr>
            <a:r>
              <a:rPr lang="de-DE" sz="1200" dirty="0">
                <a:solidFill>
                  <a:srgbClr val="000000"/>
                </a:solidFill>
                <a:cs typeface="Arial" panose="020B0604020202020204" pitchFamily="34" charset="0"/>
              </a:rPr>
              <a:t>PE</a:t>
            </a:r>
          </a:p>
        </p:txBody>
      </p:sp>
      <p:sp>
        <p:nvSpPr>
          <p:cNvPr id="121" name="Textfeld 120">
            <a:extLst>
              <a:ext uri="{FF2B5EF4-FFF2-40B4-BE49-F238E27FC236}">
                <a16:creationId xmlns:a16="http://schemas.microsoft.com/office/drawing/2014/main" id="{9BD8DA11-3FCB-2050-F34A-6E5EC7C73B43}"/>
              </a:ext>
            </a:extLst>
          </p:cNvPr>
          <p:cNvSpPr txBox="1"/>
          <p:nvPr/>
        </p:nvSpPr>
        <p:spPr>
          <a:xfrm>
            <a:off x="10916168" y="3077720"/>
            <a:ext cx="458919" cy="257369"/>
          </a:xfrm>
          <a:prstGeom prst="rect">
            <a:avLst/>
          </a:prstGeom>
          <a:noFill/>
        </p:spPr>
        <p:txBody>
          <a:bodyPr wrap="square" lIns="36000" tIns="36000" rIns="36000" bIns="36000" rtlCol="0">
            <a:spAutoFit/>
          </a:bodyPr>
          <a:lstStyle/>
          <a:p>
            <a:pPr algn="ctr">
              <a:tabLst>
                <a:tab pos="1341438" algn="l"/>
              </a:tabLst>
            </a:pPr>
            <a:r>
              <a:rPr lang="de-DE" sz="1200" dirty="0">
                <a:solidFill>
                  <a:srgbClr val="000000"/>
                </a:solidFill>
                <a:cs typeface="Arial" panose="020B0604020202020204" pitchFamily="34" charset="0"/>
              </a:rPr>
              <a:t>PE</a:t>
            </a:r>
          </a:p>
        </p:txBody>
      </p:sp>
      <p:sp>
        <p:nvSpPr>
          <p:cNvPr id="122" name="Textfeld 121">
            <a:extLst>
              <a:ext uri="{FF2B5EF4-FFF2-40B4-BE49-F238E27FC236}">
                <a16:creationId xmlns:a16="http://schemas.microsoft.com/office/drawing/2014/main" id="{F2C3E191-2460-813E-7748-3EFF278BD8AF}"/>
              </a:ext>
            </a:extLst>
          </p:cNvPr>
          <p:cNvSpPr txBox="1"/>
          <p:nvPr/>
        </p:nvSpPr>
        <p:spPr>
          <a:xfrm>
            <a:off x="11181767" y="2820351"/>
            <a:ext cx="458919" cy="257369"/>
          </a:xfrm>
          <a:prstGeom prst="rect">
            <a:avLst/>
          </a:prstGeom>
          <a:noFill/>
        </p:spPr>
        <p:txBody>
          <a:bodyPr wrap="square" lIns="36000" tIns="36000" rIns="36000" bIns="36000" rtlCol="0">
            <a:spAutoFit/>
          </a:bodyPr>
          <a:lstStyle/>
          <a:p>
            <a:pPr algn="ctr">
              <a:tabLst>
                <a:tab pos="1341438" algn="l"/>
              </a:tabLst>
            </a:pPr>
            <a:r>
              <a:rPr lang="de-DE" sz="1200" dirty="0">
                <a:solidFill>
                  <a:srgbClr val="000000"/>
                </a:solidFill>
                <a:cs typeface="Arial" panose="020B0604020202020204" pitchFamily="34" charset="0"/>
              </a:rPr>
              <a:t>L3</a:t>
            </a:r>
          </a:p>
        </p:txBody>
      </p:sp>
      <p:sp>
        <p:nvSpPr>
          <p:cNvPr id="123" name="Textfeld 122">
            <a:extLst>
              <a:ext uri="{FF2B5EF4-FFF2-40B4-BE49-F238E27FC236}">
                <a16:creationId xmlns:a16="http://schemas.microsoft.com/office/drawing/2014/main" id="{F39761A5-6F7A-DD92-B82D-A34DE313AF9D}"/>
              </a:ext>
            </a:extLst>
          </p:cNvPr>
          <p:cNvSpPr txBox="1"/>
          <p:nvPr/>
        </p:nvSpPr>
        <p:spPr>
          <a:xfrm>
            <a:off x="10642595" y="2820351"/>
            <a:ext cx="458919" cy="257369"/>
          </a:xfrm>
          <a:prstGeom prst="rect">
            <a:avLst/>
          </a:prstGeom>
          <a:noFill/>
        </p:spPr>
        <p:txBody>
          <a:bodyPr wrap="square" lIns="36000" tIns="36000" rIns="36000" bIns="36000" rtlCol="0">
            <a:spAutoFit/>
          </a:bodyPr>
          <a:lstStyle/>
          <a:p>
            <a:pPr algn="ctr">
              <a:tabLst>
                <a:tab pos="1341438" algn="l"/>
              </a:tabLst>
            </a:pPr>
            <a:r>
              <a:rPr lang="de-DE" sz="1200" dirty="0">
                <a:solidFill>
                  <a:srgbClr val="000000"/>
                </a:solidFill>
                <a:cs typeface="Arial" panose="020B0604020202020204" pitchFamily="34" charset="0"/>
              </a:rPr>
              <a:t>L1</a:t>
            </a:r>
          </a:p>
        </p:txBody>
      </p:sp>
      <p:sp>
        <p:nvSpPr>
          <p:cNvPr id="124" name="Textfeld 123">
            <a:extLst>
              <a:ext uri="{FF2B5EF4-FFF2-40B4-BE49-F238E27FC236}">
                <a16:creationId xmlns:a16="http://schemas.microsoft.com/office/drawing/2014/main" id="{6014DAD0-4C79-00E5-DF54-E85F46FF6519}"/>
              </a:ext>
            </a:extLst>
          </p:cNvPr>
          <p:cNvSpPr txBox="1"/>
          <p:nvPr/>
        </p:nvSpPr>
        <p:spPr>
          <a:xfrm>
            <a:off x="10908727" y="2571175"/>
            <a:ext cx="458919" cy="257369"/>
          </a:xfrm>
          <a:prstGeom prst="rect">
            <a:avLst/>
          </a:prstGeom>
          <a:noFill/>
        </p:spPr>
        <p:txBody>
          <a:bodyPr wrap="square" lIns="36000" tIns="36000" rIns="36000" bIns="36000" rtlCol="0">
            <a:spAutoFit/>
          </a:bodyPr>
          <a:lstStyle/>
          <a:p>
            <a:pPr algn="ctr">
              <a:tabLst>
                <a:tab pos="1341438" algn="l"/>
              </a:tabLst>
            </a:pPr>
            <a:r>
              <a:rPr lang="de-DE" sz="1200" dirty="0">
                <a:solidFill>
                  <a:srgbClr val="000000"/>
                </a:solidFill>
                <a:cs typeface="Arial" panose="020B0604020202020204" pitchFamily="34" charset="0"/>
              </a:rPr>
              <a:t>L2</a:t>
            </a:r>
          </a:p>
        </p:txBody>
      </p:sp>
      <p:sp>
        <p:nvSpPr>
          <p:cNvPr id="125" name="Textplatzhalter 6">
            <a:extLst>
              <a:ext uri="{FF2B5EF4-FFF2-40B4-BE49-F238E27FC236}">
                <a16:creationId xmlns:a16="http://schemas.microsoft.com/office/drawing/2014/main" id="{C476A650-DDB0-CA26-A2E5-04F2E42941BF}"/>
              </a:ext>
            </a:extLst>
          </p:cNvPr>
          <p:cNvSpPr txBox="1">
            <a:spLocks/>
          </p:cNvSpPr>
          <p:nvPr/>
        </p:nvSpPr>
        <p:spPr bwMode="gray">
          <a:xfrm>
            <a:off x="5023744" y="4897912"/>
            <a:ext cx="6688832" cy="741997"/>
          </a:xfrm>
          <a:prstGeom prst="rect">
            <a:avLst/>
          </a:prstGeom>
          <a:noFill/>
        </p:spPr>
        <p:txBody>
          <a:bodyPr lIns="144000" tIns="144000" rIns="144000" bIns="144000" numCol="1" spcCol="360000">
            <a:noAutofit/>
          </a:bodyPr>
          <a:lstStyle>
            <a:lvl1pPr marL="0" indent="0" algn="l" defTabSz="914400" rtl="0" eaLnBrk="1" latinLnBrk="0" hangingPunct="1">
              <a:lnSpc>
                <a:spcPts val="196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1pPr>
            <a:lvl2pPr marL="0" indent="0" algn="l" defTabSz="914400" rtl="0" eaLnBrk="1" latinLnBrk="0" hangingPunct="1">
              <a:lnSpc>
                <a:spcPts val="1960"/>
              </a:lnSpc>
              <a:spcBef>
                <a:spcPts val="0"/>
              </a:spcBef>
              <a:spcAft>
                <a:spcPts val="0"/>
              </a:spcAft>
              <a:buFont typeface="Arial" panose="020B0604020202020204" pitchFamily="34" charset="0"/>
              <a:buNone/>
              <a:defRPr sz="2080" b="0"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ts val="1960"/>
              </a:lnSpc>
              <a:spcBef>
                <a:spcPts val="0"/>
              </a:spcBef>
              <a:buFont typeface="Arial" panose="020B0604020202020204" pitchFamily="34" charset="0"/>
              <a:buNone/>
              <a:defRPr sz="1400" b="0" kern="1200">
                <a:solidFill>
                  <a:schemeClr val="bg1"/>
                </a:solidFill>
                <a:latin typeface="+mj-lt"/>
                <a:ea typeface="+mn-ea"/>
                <a:cs typeface="+mn-cs"/>
              </a:defRPr>
            </a:lvl3pPr>
            <a:lvl4pPr marL="18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4pPr>
            <a:lvl5pPr marL="36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5pPr>
            <a:lvl6pPr marL="540000" indent="-180000" algn="l" defTabSz="914400" rtl="0" eaLnBrk="1" latinLnBrk="0" hangingPunct="1">
              <a:lnSpc>
                <a:spcPts val="1960"/>
              </a:lnSpc>
              <a:spcBef>
                <a:spcPts val="0"/>
              </a:spcBef>
              <a:buClr>
                <a:schemeClr val="bg1"/>
              </a:buClr>
              <a:buFont typeface="Wingdings" panose="05000000000000000000" pitchFamily="2" charset="2"/>
              <a:buChar char="§"/>
              <a:defRPr sz="1400" kern="1200">
                <a:solidFill>
                  <a:schemeClr val="bg1"/>
                </a:solidFill>
                <a:latin typeface="+mn-lt"/>
                <a:ea typeface="+mn-ea"/>
                <a:cs typeface="+mn-cs"/>
              </a:defRPr>
            </a:lvl6pPr>
            <a:lvl7pPr marL="216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7pPr>
            <a:lvl8pPr marL="432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8pPr>
            <a:lvl9pPr marL="648000" indent="-216000" algn="l" defTabSz="914400" rtl="0" eaLnBrk="1" latinLnBrk="0" hangingPunct="1">
              <a:lnSpc>
                <a:spcPts val="1960"/>
              </a:lnSpc>
              <a:spcBef>
                <a:spcPts val="0"/>
              </a:spcBef>
              <a:buClr>
                <a:schemeClr val="bg1"/>
              </a:buClr>
              <a:buFont typeface="+mj-lt"/>
              <a:buAutoNum type="arabicPeriod"/>
              <a:defRPr sz="1400" kern="1200">
                <a:solidFill>
                  <a:schemeClr val="bg1"/>
                </a:solidFill>
                <a:latin typeface="+mn-lt"/>
                <a:ea typeface="+mn-ea"/>
                <a:cs typeface="+mn-cs"/>
              </a:defRPr>
            </a:lvl9pPr>
          </a:lstStyle>
          <a:p>
            <a:pPr marL="285750" lvl="1" indent="-285750">
              <a:buFont typeface="Wingdings" panose="05000000000000000000" pitchFamily="2" charset="2"/>
              <a:buChar char="à"/>
            </a:pPr>
            <a:r>
              <a:rPr lang="de-DE" sz="1600" dirty="0" err="1">
                <a:solidFill>
                  <a:srgbClr val="179C7D"/>
                </a:solidFill>
              </a:rPr>
              <a:t>Less</a:t>
            </a:r>
            <a:r>
              <a:rPr lang="de-DE" sz="1600" dirty="0">
                <a:solidFill>
                  <a:srgbClr val="179C7D"/>
                </a:solidFill>
              </a:rPr>
              <a:t> </a:t>
            </a:r>
            <a:r>
              <a:rPr lang="de-DE" sz="1600" dirty="0" err="1">
                <a:solidFill>
                  <a:srgbClr val="179C7D"/>
                </a:solidFill>
              </a:rPr>
              <a:t>copper</a:t>
            </a:r>
            <a:r>
              <a:rPr lang="de-DE" sz="1600" dirty="0">
                <a:solidFill>
                  <a:srgbClr val="179C7D"/>
                </a:solidFill>
              </a:rPr>
              <a:t> </a:t>
            </a:r>
            <a:r>
              <a:rPr lang="de-DE" sz="1600" dirty="0" err="1">
                <a:solidFill>
                  <a:srgbClr val="179C7D"/>
                </a:solidFill>
              </a:rPr>
              <a:t>or</a:t>
            </a:r>
            <a:r>
              <a:rPr lang="de-DE" sz="1600" dirty="0">
                <a:solidFill>
                  <a:srgbClr val="179C7D"/>
                </a:solidFill>
              </a:rPr>
              <a:t> </a:t>
            </a:r>
            <a:r>
              <a:rPr lang="de-DE" sz="1600" dirty="0" err="1">
                <a:solidFill>
                  <a:srgbClr val="179C7D"/>
                </a:solidFill>
              </a:rPr>
              <a:t>more</a:t>
            </a:r>
            <a:r>
              <a:rPr lang="de-DE" sz="1600" dirty="0">
                <a:solidFill>
                  <a:srgbClr val="179C7D"/>
                </a:solidFill>
              </a:rPr>
              <a:t> </a:t>
            </a:r>
            <a:r>
              <a:rPr lang="de-DE" sz="1600" dirty="0" err="1">
                <a:solidFill>
                  <a:srgbClr val="179C7D"/>
                </a:solidFill>
              </a:rPr>
              <a:t>transmittable</a:t>
            </a:r>
            <a:r>
              <a:rPr lang="de-DE" sz="1600" dirty="0">
                <a:solidFill>
                  <a:srgbClr val="179C7D"/>
                </a:solidFill>
              </a:rPr>
              <a:t> power </a:t>
            </a:r>
            <a:r>
              <a:rPr lang="de-DE" sz="1600" dirty="0" err="1">
                <a:solidFill>
                  <a:srgbClr val="179C7D"/>
                </a:solidFill>
              </a:rPr>
              <a:t>with</a:t>
            </a:r>
            <a:r>
              <a:rPr lang="de-DE" sz="1600" dirty="0">
                <a:solidFill>
                  <a:srgbClr val="179C7D"/>
                </a:solidFill>
              </a:rPr>
              <a:t> DC </a:t>
            </a:r>
            <a:r>
              <a:rPr lang="de-DE" sz="1600" dirty="0" err="1">
                <a:solidFill>
                  <a:srgbClr val="179C7D"/>
                </a:solidFill>
              </a:rPr>
              <a:t>technology</a:t>
            </a:r>
            <a:endParaRPr lang="de-DE" sz="1600" dirty="0">
              <a:solidFill>
                <a:srgbClr val="179C7D"/>
              </a:solidFill>
            </a:endParaRPr>
          </a:p>
        </p:txBody>
      </p:sp>
    </p:spTree>
    <p:extLst>
      <p:ext uri="{BB962C8B-B14F-4D97-AF65-F5344CB8AC3E}">
        <p14:creationId xmlns:p14="http://schemas.microsoft.com/office/powerpoint/2010/main" val="1451162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5" name="Gerader Verbinder 104">
            <a:extLst>
              <a:ext uri="{FF2B5EF4-FFF2-40B4-BE49-F238E27FC236}">
                <a16:creationId xmlns:a16="http://schemas.microsoft.com/office/drawing/2014/main" id="{59A105EC-08B9-B003-98D2-CB0039C34E06}"/>
              </a:ext>
            </a:extLst>
          </p:cNvPr>
          <p:cNvCxnSpPr>
            <a:cxnSpLocks/>
          </p:cNvCxnSpPr>
          <p:nvPr/>
        </p:nvCxnSpPr>
        <p:spPr>
          <a:xfrm flipV="1">
            <a:off x="2473706" y="5051822"/>
            <a:ext cx="64622" cy="71282"/>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Gerader Verbinder 105">
            <a:extLst>
              <a:ext uri="{FF2B5EF4-FFF2-40B4-BE49-F238E27FC236}">
                <a16:creationId xmlns:a16="http://schemas.microsoft.com/office/drawing/2014/main" id="{6E3417A3-65A5-E0A8-A644-2521E9386191}"/>
              </a:ext>
            </a:extLst>
          </p:cNvPr>
          <p:cNvCxnSpPr>
            <a:cxnSpLocks/>
          </p:cNvCxnSpPr>
          <p:nvPr/>
        </p:nvCxnSpPr>
        <p:spPr>
          <a:xfrm flipV="1">
            <a:off x="2495732" y="5051821"/>
            <a:ext cx="116096" cy="121893"/>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Gerader Verbinder 106">
            <a:extLst>
              <a:ext uri="{FF2B5EF4-FFF2-40B4-BE49-F238E27FC236}">
                <a16:creationId xmlns:a16="http://schemas.microsoft.com/office/drawing/2014/main" id="{604A9BA9-E97C-7524-060F-807676BD8DEE}"/>
              </a:ext>
            </a:extLst>
          </p:cNvPr>
          <p:cNvCxnSpPr>
            <a:cxnSpLocks/>
          </p:cNvCxnSpPr>
          <p:nvPr/>
        </p:nvCxnSpPr>
        <p:spPr>
          <a:xfrm flipV="1">
            <a:off x="2517758" y="5051819"/>
            <a:ext cx="167570" cy="18284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Gerader Verbinder 107">
            <a:extLst>
              <a:ext uri="{FF2B5EF4-FFF2-40B4-BE49-F238E27FC236}">
                <a16:creationId xmlns:a16="http://schemas.microsoft.com/office/drawing/2014/main" id="{E3C1DFB8-8D6B-B013-3B6B-F682270117A6}"/>
              </a:ext>
            </a:extLst>
          </p:cNvPr>
          <p:cNvCxnSpPr>
            <a:cxnSpLocks/>
          </p:cNvCxnSpPr>
          <p:nvPr/>
        </p:nvCxnSpPr>
        <p:spPr>
          <a:xfrm flipV="1">
            <a:off x="2545423" y="5051820"/>
            <a:ext cx="209862" cy="233448"/>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Gerader Verbinder 108">
            <a:extLst>
              <a:ext uri="{FF2B5EF4-FFF2-40B4-BE49-F238E27FC236}">
                <a16:creationId xmlns:a16="http://schemas.microsoft.com/office/drawing/2014/main" id="{D3001B2D-C6E1-8A6E-9913-C9D67364F829}"/>
              </a:ext>
            </a:extLst>
          </p:cNvPr>
          <p:cNvCxnSpPr>
            <a:cxnSpLocks/>
          </p:cNvCxnSpPr>
          <p:nvPr/>
        </p:nvCxnSpPr>
        <p:spPr>
          <a:xfrm flipV="1">
            <a:off x="2580109" y="5051819"/>
            <a:ext cx="250663" cy="276498"/>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Gerader Verbinder 109">
            <a:extLst>
              <a:ext uri="{FF2B5EF4-FFF2-40B4-BE49-F238E27FC236}">
                <a16:creationId xmlns:a16="http://schemas.microsoft.com/office/drawing/2014/main" id="{39C7E27C-CBCE-A2E3-0971-6DF7D222EFB5}"/>
              </a:ext>
            </a:extLst>
          </p:cNvPr>
          <p:cNvCxnSpPr>
            <a:cxnSpLocks/>
          </p:cNvCxnSpPr>
          <p:nvPr/>
        </p:nvCxnSpPr>
        <p:spPr>
          <a:xfrm flipV="1">
            <a:off x="2607165" y="5046071"/>
            <a:ext cx="298794" cy="324648"/>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Gerader Verbinder 110">
            <a:extLst>
              <a:ext uri="{FF2B5EF4-FFF2-40B4-BE49-F238E27FC236}">
                <a16:creationId xmlns:a16="http://schemas.microsoft.com/office/drawing/2014/main" id="{E1FCCE5E-6BB7-61AC-FF06-CCA1BCFCC215}"/>
              </a:ext>
            </a:extLst>
          </p:cNvPr>
          <p:cNvCxnSpPr>
            <a:cxnSpLocks/>
          </p:cNvCxnSpPr>
          <p:nvPr/>
        </p:nvCxnSpPr>
        <p:spPr>
          <a:xfrm flipV="1">
            <a:off x="2644850" y="5051818"/>
            <a:ext cx="334353" cy="364822"/>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Gerader Verbinder 111">
            <a:extLst>
              <a:ext uri="{FF2B5EF4-FFF2-40B4-BE49-F238E27FC236}">
                <a16:creationId xmlns:a16="http://schemas.microsoft.com/office/drawing/2014/main" id="{10A06895-978F-A081-ADF8-9085DD78CC21}"/>
              </a:ext>
            </a:extLst>
          </p:cNvPr>
          <p:cNvCxnSpPr>
            <a:cxnSpLocks/>
          </p:cNvCxnSpPr>
          <p:nvPr/>
        </p:nvCxnSpPr>
        <p:spPr>
          <a:xfrm flipV="1">
            <a:off x="2693378" y="5196277"/>
            <a:ext cx="223389" cy="248495"/>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4" name="Gruppieren 103">
            <a:extLst>
              <a:ext uri="{FF2B5EF4-FFF2-40B4-BE49-F238E27FC236}">
                <a16:creationId xmlns:a16="http://schemas.microsoft.com/office/drawing/2014/main" id="{C2323F39-65C6-E7EC-B09A-AFFB22A897FB}"/>
              </a:ext>
            </a:extLst>
          </p:cNvPr>
          <p:cNvGrpSpPr/>
          <p:nvPr/>
        </p:nvGrpSpPr>
        <p:grpSpPr>
          <a:xfrm>
            <a:off x="654709" y="4301390"/>
            <a:ext cx="2897686" cy="1489371"/>
            <a:chOff x="654709" y="4301390"/>
            <a:chExt cx="2897686" cy="1489371"/>
          </a:xfrm>
        </p:grpSpPr>
        <p:cxnSp>
          <p:nvCxnSpPr>
            <p:cNvPr id="65" name="Gerader Verbinder 64">
              <a:extLst>
                <a:ext uri="{FF2B5EF4-FFF2-40B4-BE49-F238E27FC236}">
                  <a16:creationId xmlns:a16="http://schemas.microsoft.com/office/drawing/2014/main" id="{E48EACD0-D90D-7710-690F-76724263FF28}"/>
                </a:ext>
              </a:extLst>
            </p:cNvPr>
            <p:cNvCxnSpPr>
              <a:cxnSpLocks/>
            </p:cNvCxnSpPr>
            <p:nvPr/>
          </p:nvCxnSpPr>
          <p:spPr>
            <a:xfrm flipV="1">
              <a:off x="1550512" y="5046071"/>
              <a:ext cx="334353" cy="364822"/>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803315DB-DED1-4765-8F26-C34F450AA3B0}"/>
                </a:ext>
              </a:extLst>
            </p:cNvPr>
            <p:cNvCxnSpPr>
              <a:cxnSpLocks/>
            </p:cNvCxnSpPr>
            <p:nvPr/>
          </p:nvCxnSpPr>
          <p:spPr>
            <a:xfrm flipV="1">
              <a:off x="1599040" y="5190530"/>
              <a:ext cx="223389" cy="248495"/>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Gerader Verbinder 53">
              <a:extLst>
                <a:ext uri="{FF2B5EF4-FFF2-40B4-BE49-F238E27FC236}">
                  <a16:creationId xmlns:a16="http://schemas.microsoft.com/office/drawing/2014/main" id="{8D819AC1-2F3D-6221-66E9-291A740D80CD}"/>
                </a:ext>
              </a:extLst>
            </p:cNvPr>
            <p:cNvCxnSpPr>
              <a:cxnSpLocks/>
            </p:cNvCxnSpPr>
            <p:nvPr/>
          </p:nvCxnSpPr>
          <p:spPr>
            <a:xfrm flipV="1">
              <a:off x="1379368" y="5046075"/>
              <a:ext cx="64622" cy="71282"/>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Gerader Verbinder 55">
              <a:extLst>
                <a:ext uri="{FF2B5EF4-FFF2-40B4-BE49-F238E27FC236}">
                  <a16:creationId xmlns:a16="http://schemas.microsoft.com/office/drawing/2014/main" id="{D91E94B3-5929-1921-6E6D-0D34DF9EE30E}"/>
                </a:ext>
              </a:extLst>
            </p:cNvPr>
            <p:cNvCxnSpPr>
              <a:cxnSpLocks/>
            </p:cNvCxnSpPr>
            <p:nvPr/>
          </p:nvCxnSpPr>
          <p:spPr>
            <a:xfrm flipV="1">
              <a:off x="1401394" y="5046074"/>
              <a:ext cx="116096" cy="121893"/>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Gerader Verbinder 57">
              <a:extLst>
                <a:ext uri="{FF2B5EF4-FFF2-40B4-BE49-F238E27FC236}">
                  <a16:creationId xmlns:a16="http://schemas.microsoft.com/office/drawing/2014/main" id="{9D9373A8-5568-6F95-787C-1ADC41450B18}"/>
                </a:ext>
              </a:extLst>
            </p:cNvPr>
            <p:cNvCxnSpPr>
              <a:cxnSpLocks/>
            </p:cNvCxnSpPr>
            <p:nvPr/>
          </p:nvCxnSpPr>
          <p:spPr>
            <a:xfrm flipV="1">
              <a:off x="1423420" y="5046072"/>
              <a:ext cx="167570" cy="18284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914878CE-2E09-B1B8-8C88-70A1B3BF4589}"/>
                </a:ext>
              </a:extLst>
            </p:cNvPr>
            <p:cNvCxnSpPr>
              <a:cxnSpLocks/>
            </p:cNvCxnSpPr>
            <p:nvPr/>
          </p:nvCxnSpPr>
          <p:spPr>
            <a:xfrm flipV="1">
              <a:off x="1451085" y="5046073"/>
              <a:ext cx="209862" cy="233448"/>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5AA6EBF2-7B11-6FE6-45BB-3D1BE81954E4}"/>
                </a:ext>
              </a:extLst>
            </p:cNvPr>
            <p:cNvCxnSpPr>
              <a:cxnSpLocks/>
            </p:cNvCxnSpPr>
            <p:nvPr/>
          </p:nvCxnSpPr>
          <p:spPr>
            <a:xfrm flipV="1">
              <a:off x="1485771" y="5046072"/>
              <a:ext cx="250663" cy="276498"/>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8859234A-AACD-CCFA-3C06-434ADF2344F1}"/>
                </a:ext>
              </a:extLst>
            </p:cNvPr>
            <p:cNvCxnSpPr>
              <a:cxnSpLocks/>
            </p:cNvCxnSpPr>
            <p:nvPr/>
          </p:nvCxnSpPr>
          <p:spPr>
            <a:xfrm flipV="1">
              <a:off x="1512827" y="5053030"/>
              <a:ext cx="297107" cy="311942"/>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45" name="Diagramm 44">
              <a:extLst>
                <a:ext uri="{FF2B5EF4-FFF2-40B4-BE49-F238E27FC236}">
                  <a16:creationId xmlns:a16="http://schemas.microsoft.com/office/drawing/2014/main" id="{0BEEA1C7-53FD-294E-FC47-63EEC7BF7D04}"/>
                </a:ext>
              </a:extLst>
            </p:cNvPr>
            <p:cNvGraphicFramePr>
              <a:graphicFrameLocks/>
            </p:cNvGraphicFramePr>
            <p:nvPr>
              <p:extLst>
                <p:ext uri="{D42A27DB-BD31-4B8C-83A1-F6EECF244321}">
                  <p14:modId xmlns:p14="http://schemas.microsoft.com/office/powerpoint/2010/main" val="153536588"/>
                </p:ext>
              </p:extLst>
            </p:nvPr>
          </p:nvGraphicFramePr>
          <p:xfrm>
            <a:off x="654709" y="4301390"/>
            <a:ext cx="2897686" cy="1489371"/>
          </p:xfrm>
          <a:graphic>
            <a:graphicData uri="http://schemas.openxmlformats.org/drawingml/2006/chart">
              <c:chart xmlns:c="http://schemas.openxmlformats.org/drawingml/2006/chart" xmlns:r="http://schemas.openxmlformats.org/officeDocument/2006/relationships" r:id="rId2"/>
            </a:graphicData>
          </a:graphic>
        </p:graphicFrame>
      </p:grpSp>
      <p:grpSp>
        <p:nvGrpSpPr>
          <p:cNvPr id="12" name="Gruppieren 11">
            <a:extLst>
              <a:ext uri="{FF2B5EF4-FFF2-40B4-BE49-F238E27FC236}">
                <a16:creationId xmlns:a16="http://schemas.microsoft.com/office/drawing/2014/main" id="{56C9565D-A98D-9AA7-2AA4-FFCEED4BB61E}"/>
              </a:ext>
            </a:extLst>
          </p:cNvPr>
          <p:cNvGrpSpPr/>
          <p:nvPr/>
        </p:nvGrpSpPr>
        <p:grpSpPr>
          <a:xfrm>
            <a:off x="7766652" y="3121152"/>
            <a:ext cx="3895344" cy="2863723"/>
            <a:chOff x="5327369" y="2175625"/>
            <a:chExt cx="5678487" cy="3968750"/>
          </a:xfrm>
        </p:grpSpPr>
        <p:pic>
          <p:nvPicPr>
            <p:cNvPr id="9" name="Picture 2" descr="P1010762">
              <a:extLst>
                <a:ext uri="{FF2B5EF4-FFF2-40B4-BE49-F238E27FC236}">
                  <a16:creationId xmlns:a16="http://schemas.microsoft.com/office/drawing/2014/main" id="{FBECEDB9-F86D-5210-C4C8-389F49653D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226" r="5270" b="6497"/>
            <a:stretch>
              <a:fillRect/>
            </a:stretch>
          </p:blipFill>
          <p:spPr bwMode="auto">
            <a:xfrm>
              <a:off x="5327369" y="2175625"/>
              <a:ext cx="5678487"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reeform 6">
              <a:extLst>
                <a:ext uri="{FF2B5EF4-FFF2-40B4-BE49-F238E27FC236}">
                  <a16:creationId xmlns:a16="http://schemas.microsoft.com/office/drawing/2014/main" id="{21483617-CFC1-57D8-8467-4C90E34D74EC}"/>
                </a:ext>
              </a:extLst>
            </p:cNvPr>
            <p:cNvSpPr>
              <a:spLocks/>
            </p:cNvSpPr>
            <p:nvPr/>
          </p:nvSpPr>
          <p:spPr bwMode="auto">
            <a:xfrm>
              <a:off x="5434515" y="2294190"/>
              <a:ext cx="5571341" cy="3806825"/>
            </a:xfrm>
            <a:custGeom>
              <a:avLst/>
              <a:gdLst>
                <a:gd name="T0" fmla="*/ 118448138 w 3506"/>
                <a:gd name="T1" fmla="*/ 1557456563 h 2398"/>
                <a:gd name="T2" fmla="*/ 0 w 3506"/>
                <a:gd name="T3" fmla="*/ 1557456563 h 2398"/>
                <a:gd name="T4" fmla="*/ 0 w 3506"/>
                <a:gd name="T5" fmla="*/ 0 h 2398"/>
                <a:gd name="T6" fmla="*/ 309980013 w 3506"/>
                <a:gd name="T7" fmla="*/ 0 h 2398"/>
                <a:gd name="T8" fmla="*/ 2147483647 w 3506"/>
                <a:gd name="T9" fmla="*/ 27722513 h 2398"/>
                <a:gd name="T10" fmla="*/ 2147483647 w 3506"/>
                <a:gd name="T11" fmla="*/ 2147483647 h 2398"/>
                <a:gd name="T12" fmla="*/ 2147483647 w 3506"/>
                <a:gd name="T13" fmla="*/ 2147483647 h 2398"/>
                <a:gd name="T14" fmla="*/ 2147483647 w 3506"/>
                <a:gd name="T15" fmla="*/ 2147483647 h 2398"/>
                <a:gd name="T16" fmla="*/ 2147483647 w 3506"/>
                <a:gd name="T17" fmla="*/ 2147483647 h 2398"/>
                <a:gd name="T18" fmla="*/ 2147483647 w 3506"/>
                <a:gd name="T19" fmla="*/ 2147483647 h 2398"/>
                <a:gd name="T20" fmla="*/ 2147483647 w 3506"/>
                <a:gd name="T21" fmla="*/ 2056447500 h 2398"/>
                <a:gd name="T22" fmla="*/ 2147483647 w 3506"/>
                <a:gd name="T23" fmla="*/ 2056447500 h 2398"/>
                <a:gd name="T24" fmla="*/ 2147483647 w 3506"/>
                <a:gd name="T25" fmla="*/ 2147483647 h 2398"/>
                <a:gd name="T26" fmla="*/ 2147483647 w 3506"/>
                <a:gd name="T27" fmla="*/ 2147483647 h 2398"/>
                <a:gd name="T28" fmla="*/ 1570058138 w 3506"/>
                <a:gd name="T29" fmla="*/ 1814512500 h 2398"/>
                <a:gd name="T30" fmla="*/ 1570058138 w 3506"/>
                <a:gd name="T31" fmla="*/ 1572577500 h 2398"/>
                <a:gd name="T32" fmla="*/ 0 w 3506"/>
                <a:gd name="T33" fmla="*/ 1572577500 h 23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connsiteX0" fmla="*/ 134 w 10010"/>
                <a:gd name="connsiteY0" fmla="*/ 2577 h 10000"/>
                <a:gd name="connsiteX1" fmla="*/ 0 w 10010"/>
                <a:gd name="connsiteY1" fmla="*/ 2577 h 10000"/>
                <a:gd name="connsiteX2" fmla="*/ 0 w 10010"/>
                <a:gd name="connsiteY2" fmla="*/ 0 h 10000"/>
                <a:gd name="connsiteX3" fmla="*/ 351 w 10010"/>
                <a:gd name="connsiteY3" fmla="*/ 0 h 10000"/>
                <a:gd name="connsiteX4" fmla="*/ 10010 w 10010"/>
                <a:gd name="connsiteY4" fmla="*/ 46 h 10000"/>
                <a:gd name="connsiteX5" fmla="*/ 10000 w 10010"/>
                <a:gd name="connsiteY5" fmla="*/ 9983 h 10000"/>
                <a:gd name="connsiteX6" fmla="*/ 4455 w 10010"/>
                <a:gd name="connsiteY6" fmla="*/ 9983 h 10000"/>
                <a:gd name="connsiteX7" fmla="*/ 8705 w 10010"/>
                <a:gd name="connsiteY7" fmla="*/ 10000 h 10000"/>
                <a:gd name="connsiteX8" fmla="*/ 8705 w 10010"/>
                <a:gd name="connsiteY8" fmla="*/ 4529 h 10000"/>
                <a:gd name="connsiteX9" fmla="*/ 5724 w 10010"/>
                <a:gd name="connsiteY9" fmla="*/ 4479 h 10000"/>
                <a:gd name="connsiteX10" fmla="*/ 5003 w 10010"/>
                <a:gd name="connsiteY10" fmla="*/ 3403 h 10000"/>
                <a:gd name="connsiteX11" fmla="*/ 3965 w 10010"/>
                <a:gd name="connsiteY11" fmla="*/ 3403 h 10000"/>
                <a:gd name="connsiteX12" fmla="*/ 3428 w 10010"/>
                <a:gd name="connsiteY12" fmla="*/ 4204 h 10000"/>
                <a:gd name="connsiteX13" fmla="*/ 2578 w 10010"/>
                <a:gd name="connsiteY13" fmla="*/ 4204 h 10000"/>
                <a:gd name="connsiteX14" fmla="*/ 1777 w 10010"/>
                <a:gd name="connsiteY14" fmla="*/ 3003 h 10000"/>
                <a:gd name="connsiteX15" fmla="*/ 1777 w 10010"/>
                <a:gd name="connsiteY15" fmla="*/ 2602 h 10000"/>
                <a:gd name="connsiteX16" fmla="*/ 0 w 10010"/>
                <a:gd name="connsiteY16" fmla="*/ 2602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10" h="10000">
                  <a:moveTo>
                    <a:pt x="134" y="2577"/>
                  </a:moveTo>
                  <a:lnTo>
                    <a:pt x="0" y="2577"/>
                  </a:lnTo>
                  <a:lnTo>
                    <a:pt x="0" y="0"/>
                  </a:lnTo>
                  <a:lnTo>
                    <a:pt x="351" y="0"/>
                  </a:lnTo>
                  <a:lnTo>
                    <a:pt x="10010" y="46"/>
                  </a:lnTo>
                  <a:cubicBezTo>
                    <a:pt x="10007" y="3358"/>
                    <a:pt x="10003" y="6671"/>
                    <a:pt x="10000" y="9983"/>
                  </a:cubicBezTo>
                  <a:lnTo>
                    <a:pt x="4455" y="9983"/>
                  </a:lnTo>
                  <a:lnTo>
                    <a:pt x="8705" y="10000"/>
                  </a:lnTo>
                  <a:lnTo>
                    <a:pt x="8705" y="4529"/>
                  </a:lnTo>
                  <a:lnTo>
                    <a:pt x="5724" y="4479"/>
                  </a:lnTo>
                  <a:lnTo>
                    <a:pt x="5003" y="3403"/>
                  </a:lnTo>
                  <a:lnTo>
                    <a:pt x="3965" y="3403"/>
                  </a:lnTo>
                  <a:lnTo>
                    <a:pt x="3428" y="4204"/>
                  </a:lnTo>
                  <a:lnTo>
                    <a:pt x="2578" y="4204"/>
                  </a:lnTo>
                  <a:lnTo>
                    <a:pt x="1777" y="3003"/>
                  </a:lnTo>
                  <a:lnTo>
                    <a:pt x="1777" y="2602"/>
                  </a:lnTo>
                  <a:lnTo>
                    <a:pt x="0" y="2602"/>
                  </a:lnTo>
                </a:path>
              </a:pathLst>
            </a:custGeom>
            <a:solidFill>
              <a:schemeClr val="bg1">
                <a:alpha val="63921"/>
              </a:schemeClr>
            </a:solidFill>
            <a:ln>
              <a:noFill/>
            </a:ln>
            <a:effectLst/>
            <a:extLst>
              <a:ext uri="{91240B29-F687-4F45-9708-019B960494DF}">
                <a14:hiddenLine xmlns:a14="http://schemas.microsoft.com/office/drawing/2010/main" w="12700"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de-DE" dirty="0"/>
            </a:p>
          </p:txBody>
        </p:sp>
      </p:grpSp>
      <p:grpSp>
        <p:nvGrpSpPr>
          <p:cNvPr id="21" name="Group 14">
            <a:extLst>
              <a:ext uri="{FF2B5EF4-FFF2-40B4-BE49-F238E27FC236}">
                <a16:creationId xmlns:a16="http://schemas.microsoft.com/office/drawing/2014/main" id="{D0CD5563-5118-D687-A531-DC5F779C5749}"/>
              </a:ext>
            </a:extLst>
          </p:cNvPr>
          <p:cNvGrpSpPr>
            <a:grpSpLocks/>
          </p:cNvGrpSpPr>
          <p:nvPr/>
        </p:nvGrpSpPr>
        <p:grpSpPr bwMode="auto">
          <a:xfrm>
            <a:off x="9067446" y="4163568"/>
            <a:ext cx="1996113" cy="1748352"/>
            <a:chOff x="1365" y="1740"/>
            <a:chExt cx="1827" cy="1545"/>
          </a:xfrm>
        </p:grpSpPr>
        <p:sp>
          <p:nvSpPr>
            <p:cNvPr id="22" name="Freeform 12">
              <a:extLst>
                <a:ext uri="{FF2B5EF4-FFF2-40B4-BE49-F238E27FC236}">
                  <a16:creationId xmlns:a16="http://schemas.microsoft.com/office/drawing/2014/main" id="{2034A897-7F15-1A61-29B5-A5AF37F44695}"/>
                </a:ext>
              </a:extLst>
            </p:cNvPr>
            <p:cNvSpPr>
              <a:spLocks/>
            </p:cNvSpPr>
            <p:nvPr/>
          </p:nvSpPr>
          <p:spPr bwMode="auto">
            <a:xfrm>
              <a:off x="1365" y="1740"/>
              <a:ext cx="1824" cy="258"/>
            </a:xfrm>
            <a:custGeom>
              <a:avLst/>
              <a:gdLst>
                <a:gd name="T0" fmla="*/ 0 w 1824"/>
                <a:gd name="T1" fmla="*/ 192 h 258"/>
                <a:gd name="T2" fmla="*/ 192 w 1824"/>
                <a:gd name="T3" fmla="*/ 0 h 258"/>
                <a:gd name="T4" fmla="*/ 567 w 1824"/>
                <a:gd name="T5" fmla="*/ 0 h 258"/>
                <a:gd name="T6" fmla="*/ 825 w 1824"/>
                <a:gd name="T7" fmla="*/ 258 h 258"/>
                <a:gd name="T8" fmla="*/ 1824 w 1824"/>
                <a:gd name="T9" fmla="*/ 258 h 2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4" h="258">
                  <a:moveTo>
                    <a:pt x="0" y="192"/>
                  </a:moveTo>
                  <a:lnTo>
                    <a:pt x="192" y="0"/>
                  </a:lnTo>
                  <a:lnTo>
                    <a:pt x="567" y="0"/>
                  </a:lnTo>
                  <a:lnTo>
                    <a:pt x="825" y="258"/>
                  </a:lnTo>
                  <a:lnTo>
                    <a:pt x="1824" y="258"/>
                  </a:lnTo>
                </a:path>
              </a:pathLst>
            </a:custGeom>
            <a:noFill/>
            <a:ln w="38100" cap="flat" cmpd="sng">
              <a:solidFill>
                <a:srgbClr val="005B7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endParaRPr lang="de-DE"/>
            </a:p>
          </p:txBody>
        </p:sp>
        <p:sp>
          <p:nvSpPr>
            <p:cNvPr id="23" name="Freeform 13">
              <a:extLst>
                <a:ext uri="{FF2B5EF4-FFF2-40B4-BE49-F238E27FC236}">
                  <a16:creationId xmlns:a16="http://schemas.microsoft.com/office/drawing/2014/main" id="{B71F1C8C-50B6-EAA6-8E8A-7FBFAF185098}"/>
                </a:ext>
              </a:extLst>
            </p:cNvPr>
            <p:cNvSpPr>
              <a:spLocks/>
            </p:cNvSpPr>
            <p:nvPr/>
          </p:nvSpPr>
          <p:spPr bwMode="auto">
            <a:xfrm>
              <a:off x="1728" y="2001"/>
              <a:ext cx="1464" cy="1284"/>
            </a:xfrm>
            <a:custGeom>
              <a:avLst/>
              <a:gdLst>
                <a:gd name="T0" fmla="*/ 1464 w 1464"/>
                <a:gd name="T1" fmla="*/ 0 h 1284"/>
                <a:gd name="T2" fmla="*/ 1464 w 1464"/>
                <a:gd name="T3" fmla="*/ 1284 h 1284"/>
                <a:gd name="T4" fmla="*/ 0 w 1464"/>
                <a:gd name="T5" fmla="*/ 1284 h 1284"/>
                <a:gd name="T6" fmla="*/ 0 60000 65536"/>
                <a:gd name="T7" fmla="*/ 0 60000 65536"/>
                <a:gd name="T8" fmla="*/ 0 60000 65536"/>
              </a:gdLst>
              <a:ahLst/>
              <a:cxnLst>
                <a:cxn ang="T6">
                  <a:pos x="T0" y="T1"/>
                </a:cxn>
                <a:cxn ang="T7">
                  <a:pos x="T2" y="T3"/>
                </a:cxn>
                <a:cxn ang="T8">
                  <a:pos x="T4" y="T5"/>
                </a:cxn>
              </a:cxnLst>
              <a:rect l="0" t="0" r="r" b="b"/>
              <a:pathLst>
                <a:path w="1464" h="1284">
                  <a:moveTo>
                    <a:pt x="1464" y="0"/>
                  </a:moveTo>
                  <a:lnTo>
                    <a:pt x="1464" y="1284"/>
                  </a:lnTo>
                  <a:lnTo>
                    <a:pt x="0" y="1284"/>
                  </a:lnTo>
                </a:path>
              </a:pathLst>
            </a:custGeom>
            <a:noFill/>
            <a:ln w="38100" cap="flat" cmpd="sng">
              <a:solidFill>
                <a:srgbClr val="005B7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endParaRPr lang="de-DE"/>
            </a:p>
          </p:txBody>
        </p:sp>
      </p:grpSp>
      <p:sp>
        <p:nvSpPr>
          <p:cNvPr id="2" name="Titel 1">
            <a:extLst>
              <a:ext uri="{FF2B5EF4-FFF2-40B4-BE49-F238E27FC236}">
                <a16:creationId xmlns:a16="http://schemas.microsoft.com/office/drawing/2014/main" id="{2617D54B-803C-8496-4355-7C48D14BBDE6}"/>
              </a:ext>
            </a:extLst>
          </p:cNvPr>
          <p:cNvSpPr>
            <a:spLocks noGrp="1"/>
          </p:cNvSpPr>
          <p:nvPr>
            <p:ph type="title"/>
          </p:nvPr>
        </p:nvSpPr>
        <p:spPr/>
        <p:txBody>
          <a:bodyPr/>
          <a:lstStyle/>
          <a:p>
            <a:r>
              <a:rPr lang="de-DE" dirty="0"/>
              <a:t>DC Grids </a:t>
            </a:r>
            <a:r>
              <a:rPr lang="de-DE" dirty="0" err="1"/>
              <a:t>for</a:t>
            </a:r>
            <a:r>
              <a:rPr lang="de-DE" dirty="0"/>
              <a:t> </a:t>
            </a:r>
            <a:r>
              <a:rPr lang="de-DE" dirty="0" err="1"/>
              <a:t>Decentral</a:t>
            </a:r>
            <a:r>
              <a:rPr lang="de-DE" dirty="0"/>
              <a:t> Energy Systems </a:t>
            </a:r>
          </a:p>
        </p:txBody>
      </p:sp>
      <p:sp>
        <p:nvSpPr>
          <p:cNvPr id="3" name="Datumsplatzhalter 2">
            <a:extLst>
              <a:ext uri="{FF2B5EF4-FFF2-40B4-BE49-F238E27FC236}">
                <a16:creationId xmlns:a16="http://schemas.microsoft.com/office/drawing/2014/main" id="{E07D5AD3-00DF-002B-9289-EFE1D07024C9}"/>
              </a:ext>
            </a:extLst>
          </p:cNvPr>
          <p:cNvSpPr>
            <a:spLocks noGrp="1"/>
          </p:cNvSpPr>
          <p:nvPr>
            <p:ph type="dt" sz="half" idx="10"/>
          </p:nvPr>
        </p:nvSpPr>
        <p:spPr/>
        <p:txBody>
          <a:bodyPr/>
          <a:lstStyle/>
          <a:p>
            <a:fld id="{65A82B2D-840F-4167-AD44-C02BC9C87CCB}" type="datetime1">
              <a:rPr lang="de-DE" noProof="0" smtClean="0"/>
              <a:t>13.05.2026</a:t>
            </a:fld>
            <a:endParaRPr lang="de-DE" noProof="0" dirty="0"/>
          </a:p>
        </p:txBody>
      </p:sp>
      <p:sp>
        <p:nvSpPr>
          <p:cNvPr id="4" name="Fußzeilenplatzhalter 3">
            <a:extLst>
              <a:ext uri="{FF2B5EF4-FFF2-40B4-BE49-F238E27FC236}">
                <a16:creationId xmlns:a16="http://schemas.microsoft.com/office/drawing/2014/main" id="{67077AB6-3C8E-07EB-AEF9-5C642DD6AC0E}"/>
              </a:ext>
            </a:extLst>
          </p:cNvPr>
          <p:cNvSpPr>
            <a:spLocks noGrp="1"/>
          </p:cNvSpPr>
          <p:nvPr>
            <p:ph type="ftr" sz="quarter" idx="11"/>
          </p:nvPr>
        </p:nvSpPr>
        <p:spPr/>
        <p:txBody>
          <a:bodyPr/>
          <a:lstStyle/>
          <a:p>
            <a:r>
              <a:rPr lang="de-DE" noProof="0"/>
              <a:t>© Fraunhofer IISB</a:t>
            </a:r>
            <a:endParaRPr lang="de-DE" noProof="0" dirty="0"/>
          </a:p>
        </p:txBody>
      </p:sp>
      <p:sp>
        <p:nvSpPr>
          <p:cNvPr id="5" name="Foliennummernplatzhalter 4">
            <a:extLst>
              <a:ext uri="{FF2B5EF4-FFF2-40B4-BE49-F238E27FC236}">
                <a16:creationId xmlns:a16="http://schemas.microsoft.com/office/drawing/2014/main" id="{B98B7DE2-EF1B-5AAC-945D-676FCA22BBE8}"/>
              </a:ext>
            </a:extLst>
          </p:cNvPr>
          <p:cNvSpPr>
            <a:spLocks noGrp="1"/>
          </p:cNvSpPr>
          <p:nvPr>
            <p:ph type="sldNum" sz="quarter" idx="12"/>
          </p:nvPr>
        </p:nvSpPr>
        <p:spPr/>
        <p:txBody>
          <a:bodyPr/>
          <a:lstStyle/>
          <a:p>
            <a:r>
              <a:rPr lang="de-DE" noProof="0"/>
              <a:t>Seite</a:t>
            </a:r>
            <a:r>
              <a:rPr lang="en-US"/>
              <a:t> </a:t>
            </a:r>
            <a:fld id="{401BA3E4-5E55-4F99-AF09-CC6D6B2539E2}" type="slidenum">
              <a:rPr lang="en-US" smtClean="0"/>
              <a:pPr/>
              <a:t>16</a:t>
            </a:fld>
            <a:endParaRPr lang="en-US" dirty="0"/>
          </a:p>
        </p:txBody>
      </p:sp>
      <p:sp>
        <p:nvSpPr>
          <p:cNvPr id="6" name="Textplatzhalter 5">
            <a:extLst>
              <a:ext uri="{FF2B5EF4-FFF2-40B4-BE49-F238E27FC236}">
                <a16:creationId xmlns:a16="http://schemas.microsoft.com/office/drawing/2014/main" id="{3E4F7A0C-06DD-3AA2-7526-B8766DC403F6}"/>
              </a:ext>
            </a:extLst>
          </p:cNvPr>
          <p:cNvSpPr>
            <a:spLocks noGrp="1"/>
          </p:cNvSpPr>
          <p:nvPr>
            <p:ph type="body" sz="quarter" idx="13"/>
          </p:nvPr>
        </p:nvSpPr>
        <p:spPr/>
        <p:txBody>
          <a:bodyPr/>
          <a:lstStyle/>
          <a:p>
            <a:r>
              <a:rPr lang="de-DE" dirty="0"/>
              <a:t>A </a:t>
            </a:r>
            <a:r>
              <a:rPr lang="de-DE" dirty="0" err="1"/>
              <a:t>typical</a:t>
            </a:r>
            <a:r>
              <a:rPr lang="de-DE" dirty="0"/>
              <a:t> AC power </a:t>
            </a:r>
            <a:r>
              <a:rPr lang="de-DE" dirty="0" err="1"/>
              <a:t>supply</a:t>
            </a:r>
            <a:endParaRPr lang="de-DE" dirty="0"/>
          </a:p>
        </p:txBody>
      </p:sp>
      <p:sp>
        <p:nvSpPr>
          <p:cNvPr id="7" name="Textplatzhalter 6">
            <a:extLst>
              <a:ext uri="{FF2B5EF4-FFF2-40B4-BE49-F238E27FC236}">
                <a16:creationId xmlns:a16="http://schemas.microsoft.com/office/drawing/2014/main" id="{C283DD95-0C5B-3DFA-D51D-64F2202382CC}"/>
              </a:ext>
            </a:extLst>
          </p:cNvPr>
          <p:cNvSpPr>
            <a:spLocks noGrp="1"/>
          </p:cNvSpPr>
          <p:nvPr>
            <p:ph type="body" sz="quarter" idx="14"/>
          </p:nvPr>
        </p:nvSpPr>
        <p:spPr>
          <a:xfrm>
            <a:off x="478199" y="1703389"/>
            <a:ext cx="11233150" cy="374492"/>
          </a:xfrm>
        </p:spPr>
        <p:txBody>
          <a:bodyPr/>
          <a:lstStyle/>
          <a:p>
            <a:endParaRPr lang="de-DE" dirty="0"/>
          </a:p>
        </p:txBody>
      </p:sp>
      <p:sp>
        <p:nvSpPr>
          <p:cNvPr id="13" name="Text Box 22">
            <a:extLst>
              <a:ext uri="{FF2B5EF4-FFF2-40B4-BE49-F238E27FC236}">
                <a16:creationId xmlns:a16="http://schemas.microsoft.com/office/drawing/2014/main" id="{698DFB98-ED92-B054-8E2D-22D6D89E1B73}"/>
              </a:ext>
            </a:extLst>
          </p:cNvPr>
          <p:cNvSpPr txBox="1">
            <a:spLocks noChangeArrowheads="1"/>
          </p:cNvSpPr>
          <p:nvPr/>
        </p:nvSpPr>
        <p:spPr bwMode="auto">
          <a:xfrm rot="16320000">
            <a:off x="7699232" y="4591872"/>
            <a:ext cx="734794" cy="248402"/>
          </a:xfrm>
          <a:prstGeom prst="rect">
            <a:avLst/>
          </a:prstGeom>
          <a:solidFill>
            <a:schemeClr val="bg1">
              <a:alpha val="67842"/>
            </a:schemeClr>
          </a:solidFill>
          <a:ln>
            <a:noFill/>
          </a:ln>
          <a:effectLst/>
          <a:extLs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r>
              <a:rPr lang="de-DE" sz="1000" b="1" dirty="0">
                <a:latin typeface="+mn-lt"/>
              </a:rPr>
              <a:t>EMI </a:t>
            </a:r>
            <a:r>
              <a:rPr lang="de-DE" sz="1000" b="1" dirty="0" err="1">
                <a:latin typeface="+mn-lt"/>
              </a:rPr>
              <a:t>filter</a:t>
            </a:r>
            <a:endParaRPr lang="de-DE" sz="1000" b="1" dirty="0">
              <a:latin typeface="+mn-lt"/>
            </a:endParaRPr>
          </a:p>
        </p:txBody>
      </p:sp>
      <p:sp>
        <p:nvSpPr>
          <p:cNvPr id="14" name="Text Box 23">
            <a:extLst>
              <a:ext uri="{FF2B5EF4-FFF2-40B4-BE49-F238E27FC236}">
                <a16:creationId xmlns:a16="http://schemas.microsoft.com/office/drawing/2014/main" id="{7A0F3352-2183-4CBF-CA3E-F38902D94D80}"/>
              </a:ext>
            </a:extLst>
          </p:cNvPr>
          <p:cNvSpPr txBox="1">
            <a:spLocks noChangeArrowheads="1"/>
          </p:cNvSpPr>
          <p:nvPr/>
        </p:nvSpPr>
        <p:spPr bwMode="auto">
          <a:xfrm>
            <a:off x="8672489" y="4591873"/>
            <a:ext cx="394958" cy="248402"/>
          </a:xfrm>
          <a:prstGeom prst="rect">
            <a:avLst/>
          </a:prstGeom>
          <a:solidFill>
            <a:schemeClr val="bg1">
              <a:alpha val="67842"/>
            </a:schemeClr>
          </a:solidFill>
          <a:ln>
            <a:noFill/>
          </a:ln>
          <a:effectLst/>
          <a:extLs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r>
              <a:rPr lang="de-DE" sz="1000" b="1" dirty="0">
                <a:latin typeface="+mn-lt"/>
              </a:rPr>
              <a:t>PFC</a:t>
            </a:r>
          </a:p>
        </p:txBody>
      </p:sp>
      <p:sp>
        <p:nvSpPr>
          <p:cNvPr id="15" name="Text Box 24">
            <a:extLst>
              <a:ext uri="{FF2B5EF4-FFF2-40B4-BE49-F238E27FC236}">
                <a16:creationId xmlns:a16="http://schemas.microsoft.com/office/drawing/2014/main" id="{23922DCB-283A-B6C2-80CE-A0972E1C7071}"/>
              </a:ext>
            </a:extLst>
          </p:cNvPr>
          <p:cNvSpPr txBox="1">
            <a:spLocks noChangeArrowheads="1"/>
          </p:cNvSpPr>
          <p:nvPr/>
        </p:nvSpPr>
        <p:spPr bwMode="auto">
          <a:xfrm>
            <a:off x="9364542" y="4650035"/>
            <a:ext cx="491604" cy="380480"/>
          </a:xfrm>
          <a:prstGeom prst="rect">
            <a:avLst/>
          </a:prstGeom>
          <a:noFill/>
          <a:ln>
            <a:noFill/>
          </a:ln>
          <a:effectLst/>
          <a:extLst>
            <a:ext uri="{909E8E84-426E-40DD-AFC4-6F175D3DCCD1}">
              <a14:hiddenFill xmlns:a14="http://schemas.microsoft.com/office/drawing/2010/main">
                <a:solidFill>
                  <a:schemeClr val="bg1">
                    <a:alpha val="67842"/>
                  </a:scheme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36000" rIns="18000" bIns="360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a:r>
              <a:rPr lang="de-DE" sz="1000" b="1" dirty="0" err="1">
                <a:latin typeface="+mn-lt"/>
              </a:rPr>
              <a:t>Energy</a:t>
            </a:r>
            <a:endParaRPr lang="de-DE" sz="1000" b="1" dirty="0">
              <a:latin typeface="+mn-lt"/>
            </a:endParaRPr>
          </a:p>
          <a:p>
            <a:pPr algn="ctr"/>
            <a:r>
              <a:rPr lang="de-DE" sz="1000" b="1" dirty="0" err="1">
                <a:latin typeface="+mn-lt"/>
              </a:rPr>
              <a:t>storage</a:t>
            </a:r>
            <a:endParaRPr lang="de-DE" sz="1000" b="1" dirty="0">
              <a:latin typeface="+mn-lt"/>
            </a:endParaRPr>
          </a:p>
        </p:txBody>
      </p:sp>
      <p:sp>
        <p:nvSpPr>
          <p:cNvPr id="20" name="Freeform 3">
            <a:extLst>
              <a:ext uri="{FF2B5EF4-FFF2-40B4-BE49-F238E27FC236}">
                <a16:creationId xmlns:a16="http://schemas.microsoft.com/office/drawing/2014/main" id="{CF92CD58-632C-D9DC-8726-4B2D47721345}"/>
              </a:ext>
            </a:extLst>
          </p:cNvPr>
          <p:cNvSpPr>
            <a:spLocks/>
          </p:cNvSpPr>
          <p:nvPr/>
        </p:nvSpPr>
        <p:spPr bwMode="auto">
          <a:xfrm>
            <a:off x="7766652" y="3931920"/>
            <a:ext cx="2175924" cy="1980000"/>
          </a:xfrm>
          <a:custGeom>
            <a:avLst/>
            <a:gdLst>
              <a:gd name="T0" fmla="*/ 15120938 w 2040"/>
              <a:gd name="T1" fmla="*/ 2147483647 h 1740"/>
              <a:gd name="T2" fmla="*/ 196572188 w 2040"/>
              <a:gd name="T3" fmla="*/ 0 h 1740"/>
              <a:gd name="T4" fmla="*/ 1617940313 w 2040"/>
              <a:gd name="T5" fmla="*/ 0 h 1740"/>
              <a:gd name="T6" fmla="*/ 1617940313 w 2040"/>
              <a:gd name="T7" fmla="*/ 241935000 h 1740"/>
              <a:gd name="T8" fmla="*/ 2147483647 w 2040"/>
              <a:gd name="T9" fmla="*/ 982860938 h 1740"/>
              <a:gd name="T10" fmla="*/ 2147483647 w 2040"/>
              <a:gd name="T11" fmla="*/ 980341575 h 1740"/>
              <a:gd name="T12" fmla="*/ 2147483647 w 2040"/>
              <a:gd name="T13" fmla="*/ 1358365013 h 1740"/>
              <a:gd name="T14" fmla="*/ 2147483647 w 2040"/>
              <a:gd name="T15" fmla="*/ 1365924688 h 1740"/>
              <a:gd name="T16" fmla="*/ 2147483647 w 2040"/>
              <a:gd name="T17" fmla="*/ 1859875313 h 1740"/>
              <a:gd name="T18" fmla="*/ 2147483647 w 2040"/>
              <a:gd name="T19" fmla="*/ 2147483647 h 1740"/>
              <a:gd name="T20" fmla="*/ 2147483647 w 2040"/>
              <a:gd name="T21" fmla="*/ 2147483647 h 1740"/>
              <a:gd name="T22" fmla="*/ 2147483647 w 2040"/>
              <a:gd name="T23" fmla="*/ 2147483647 h 1740"/>
              <a:gd name="T24" fmla="*/ 0 w 2040"/>
              <a:gd name="T25" fmla="*/ 2147483647 h 1740"/>
              <a:gd name="T26" fmla="*/ 15120938 w 2040"/>
              <a:gd name="T27" fmla="*/ 2147483647 h 17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40" h="1740">
                <a:moveTo>
                  <a:pt x="6" y="1632"/>
                </a:moveTo>
                <a:lnTo>
                  <a:pt x="78" y="0"/>
                </a:lnTo>
                <a:lnTo>
                  <a:pt x="642" y="0"/>
                </a:lnTo>
                <a:lnTo>
                  <a:pt x="642" y="96"/>
                </a:lnTo>
                <a:lnTo>
                  <a:pt x="936" y="390"/>
                </a:lnTo>
                <a:lnTo>
                  <a:pt x="1411" y="389"/>
                </a:lnTo>
                <a:lnTo>
                  <a:pt x="1528" y="539"/>
                </a:lnTo>
                <a:lnTo>
                  <a:pt x="1831" y="542"/>
                </a:lnTo>
                <a:lnTo>
                  <a:pt x="2040" y="738"/>
                </a:lnTo>
                <a:lnTo>
                  <a:pt x="2040" y="1044"/>
                </a:lnTo>
                <a:lnTo>
                  <a:pt x="1602" y="1297"/>
                </a:lnTo>
                <a:lnTo>
                  <a:pt x="1602" y="1740"/>
                </a:lnTo>
                <a:lnTo>
                  <a:pt x="0" y="1740"/>
                </a:lnTo>
                <a:lnTo>
                  <a:pt x="6" y="1632"/>
                </a:lnTo>
                <a:close/>
              </a:path>
            </a:pathLst>
          </a:custGeom>
          <a:noFill/>
          <a:ln w="41275" cap="flat" cmpd="sng">
            <a:solidFill>
              <a:srgbClr val="F5822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endParaRPr lang="de-DE" dirty="0"/>
          </a:p>
        </p:txBody>
      </p:sp>
      <p:sp>
        <p:nvSpPr>
          <p:cNvPr id="24" name="Text Box 21">
            <a:extLst>
              <a:ext uri="{FF2B5EF4-FFF2-40B4-BE49-F238E27FC236}">
                <a16:creationId xmlns:a16="http://schemas.microsoft.com/office/drawing/2014/main" id="{0B1C432C-43EC-0386-FF9F-841BA416B509}"/>
              </a:ext>
            </a:extLst>
          </p:cNvPr>
          <p:cNvSpPr txBox="1">
            <a:spLocks noChangeArrowheads="1"/>
          </p:cNvSpPr>
          <p:nvPr/>
        </p:nvSpPr>
        <p:spPr bwMode="auto">
          <a:xfrm>
            <a:off x="9640824" y="5637616"/>
            <a:ext cx="1371186" cy="256097"/>
          </a:xfrm>
          <a:prstGeom prst="rect">
            <a:avLst/>
          </a:prstGeom>
          <a:solidFill>
            <a:schemeClr val="bg1">
              <a:alpha val="38039"/>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r>
              <a:rPr lang="de-DE" sz="1050" b="1" dirty="0" err="1">
                <a:solidFill>
                  <a:srgbClr val="005B7F"/>
                </a:solidFill>
              </a:rPr>
              <a:t>for</a:t>
            </a:r>
            <a:r>
              <a:rPr lang="de-DE" sz="1050" b="1" dirty="0">
                <a:solidFill>
                  <a:srgbClr val="005B7F"/>
                </a:solidFill>
              </a:rPr>
              <a:t> </a:t>
            </a:r>
            <a:r>
              <a:rPr lang="de-DE" sz="1050" b="1" dirty="0">
                <a:solidFill>
                  <a:srgbClr val="005B7F"/>
                </a:solidFill>
                <a:latin typeface="+mn-lt"/>
              </a:rPr>
              <a:t>personal</a:t>
            </a:r>
            <a:r>
              <a:rPr lang="de-DE" sz="1050" b="1" dirty="0">
                <a:solidFill>
                  <a:srgbClr val="005B7F"/>
                </a:solidFill>
              </a:rPr>
              <a:t> </a:t>
            </a:r>
            <a:r>
              <a:rPr lang="de-DE" sz="1050" b="1" dirty="0" err="1">
                <a:solidFill>
                  <a:srgbClr val="005B7F"/>
                </a:solidFill>
              </a:rPr>
              <a:t>safety</a:t>
            </a:r>
            <a:endParaRPr lang="de-DE" sz="1050" b="1" dirty="0">
              <a:solidFill>
                <a:srgbClr val="005B7F"/>
              </a:solidFill>
            </a:endParaRPr>
          </a:p>
        </p:txBody>
      </p:sp>
      <p:sp>
        <p:nvSpPr>
          <p:cNvPr id="25" name="Text Box 20">
            <a:extLst>
              <a:ext uri="{FF2B5EF4-FFF2-40B4-BE49-F238E27FC236}">
                <a16:creationId xmlns:a16="http://schemas.microsoft.com/office/drawing/2014/main" id="{0C8DB8A1-78AF-2F47-0793-DF3830C771F2}"/>
              </a:ext>
            </a:extLst>
          </p:cNvPr>
          <p:cNvSpPr txBox="1">
            <a:spLocks noChangeArrowheads="1"/>
          </p:cNvSpPr>
          <p:nvPr/>
        </p:nvSpPr>
        <p:spPr bwMode="auto">
          <a:xfrm>
            <a:off x="7818126" y="5429867"/>
            <a:ext cx="1620505" cy="463846"/>
          </a:xfrm>
          <a:prstGeom prst="rect">
            <a:avLst/>
          </a:prstGeom>
          <a:solidFill>
            <a:schemeClr val="bg1">
              <a:alpha val="38039"/>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r>
              <a:rPr lang="en-US" b="1" dirty="0">
                <a:solidFill>
                  <a:srgbClr val="F58220"/>
                </a:solidFill>
                <a:latin typeface="+mn-lt"/>
              </a:rPr>
              <a:t>due to AC grid supply</a:t>
            </a:r>
            <a:endParaRPr lang="de-DE" b="1" dirty="0">
              <a:solidFill>
                <a:srgbClr val="F58220"/>
              </a:solidFill>
              <a:latin typeface="+mn-lt"/>
            </a:endParaRPr>
          </a:p>
        </p:txBody>
      </p:sp>
      <p:graphicFrame>
        <p:nvGraphicFramePr>
          <p:cNvPr id="27" name="Diagramm 26">
            <a:extLst>
              <a:ext uri="{FF2B5EF4-FFF2-40B4-BE49-F238E27FC236}">
                <a16:creationId xmlns:a16="http://schemas.microsoft.com/office/drawing/2014/main" id="{134C1A3C-3274-4C14-847B-95BDA0FEB11D}"/>
              </a:ext>
            </a:extLst>
          </p:cNvPr>
          <p:cNvGraphicFramePr>
            <a:graphicFrameLocks/>
          </p:cNvGraphicFramePr>
          <p:nvPr>
            <p:extLst>
              <p:ext uri="{D42A27DB-BD31-4B8C-83A1-F6EECF244321}">
                <p14:modId xmlns:p14="http://schemas.microsoft.com/office/powerpoint/2010/main" val="3556862460"/>
              </p:ext>
            </p:extLst>
          </p:nvPr>
        </p:nvGraphicFramePr>
        <p:xfrm>
          <a:off x="654709" y="2302479"/>
          <a:ext cx="2932645" cy="1751600"/>
        </p:xfrm>
        <a:graphic>
          <a:graphicData uri="http://schemas.openxmlformats.org/drawingml/2006/chart">
            <c:chart xmlns:c="http://schemas.openxmlformats.org/drawingml/2006/chart" xmlns:r="http://schemas.openxmlformats.org/officeDocument/2006/relationships" r:id="rId4"/>
          </a:graphicData>
        </a:graphic>
      </p:graphicFrame>
      <p:grpSp>
        <p:nvGrpSpPr>
          <p:cNvPr id="44" name="Gruppieren 43">
            <a:extLst>
              <a:ext uri="{FF2B5EF4-FFF2-40B4-BE49-F238E27FC236}">
                <a16:creationId xmlns:a16="http://schemas.microsoft.com/office/drawing/2014/main" id="{EEE7E16E-4DAC-2255-1E7F-3ED3A0A372E3}"/>
              </a:ext>
            </a:extLst>
          </p:cNvPr>
          <p:cNvGrpSpPr/>
          <p:nvPr/>
        </p:nvGrpSpPr>
        <p:grpSpPr>
          <a:xfrm>
            <a:off x="548184" y="2212439"/>
            <a:ext cx="3039170" cy="1878838"/>
            <a:chOff x="548184" y="2212439"/>
            <a:chExt cx="3039170" cy="1878838"/>
          </a:xfrm>
        </p:grpSpPr>
        <p:cxnSp>
          <p:nvCxnSpPr>
            <p:cNvPr id="31" name="Gerade Verbindung mit Pfeil 30">
              <a:extLst>
                <a:ext uri="{FF2B5EF4-FFF2-40B4-BE49-F238E27FC236}">
                  <a16:creationId xmlns:a16="http://schemas.microsoft.com/office/drawing/2014/main" id="{3EAC4703-78C6-4C72-B7A1-1C961D194041}"/>
                </a:ext>
              </a:extLst>
            </p:cNvPr>
            <p:cNvCxnSpPr>
              <a:cxnSpLocks/>
            </p:cNvCxnSpPr>
            <p:nvPr/>
          </p:nvCxnSpPr>
          <p:spPr>
            <a:xfrm>
              <a:off x="781392" y="3162526"/>
              <a:ext cx="2771003" cy="0"/>
            </a:xfrm>
            <a:prstGeom prst="straightConnector1">
              <a:avLst/>
            </a:prstGeom>
            <a:ln w="19050">
              <a:solidFill>
                <a:srgbClr val="005B7F"/>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Gerade Verbindung mit Pfeil 31">
              <a:extLst>
                <a:ext uri="{FF2B5EF4-FFF2-40B4-BE49-F238E27FC236}">
                  <a16:creationId xmlns:a16="http://schemas.microsoft.com/office/drawing/2014/main" id="{BA4F12A7-5880-7F8B-25FD-8A8C3A3120CF}"/>
                </a:ext>
              </a:extLst>
            </p:cNvPr>
            <p:cNvCxnSpPr/>
            <p:nvPr/>
          </p:nvCxnSpPr>
          <p:spPr>
            <a:xfrm flipV="1">
              <a:off x="786280" y="2302479"/>
              <a:ext cx="0" cy="1613415"/>
            </a:xfrm>
            <a:prstGeom prst="straightConnector1">
              <a:avLst/>
            </a:prstGeom>
            <a:ln w="19050">
              <a:solidFill>
                <a:srgbClr val="005B7F"/>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6" name="Textfeld 35">
              <a:extLst>
                <a:ext uri="{FF2B5EF4-FFF2-40B4-BE49-F238E27FC236}">
                  <a16:creationId xmlns:a16="http://schemas.microsoft.com/office/drawing/2014/main" id="{FBB13894-5B79-5492-1300-EE5BCF690211}"/>
                </a:ext>
              </a:extLst>
            </p:cNvPr>
            <p:cNvSpPr txBox="1"/>
            <p:nvPr/>
          </p:nvSpPr>
          <p:spPr>
            <a:xfrm>
              <a:off x="548184" y="2212439"/>
              <a:ext cx="152753" cy="1878838"/>
            </a:xfrm>
            <a:prstGeom prst="rect">
              <a:avLst/>
            </a:prstGeom>
            <a:noFill/>
          </p:spPr>
          <p:txBody>
            <a:bodyPr vert="vert270" wrap="square" lIns="0" tIns="0" rIns="0" bIns="0" rtlCol="0">
              <a:spAutoFit/>
            </a:bodyPr>
            <a:lstStyle/>
            <a:p>
              <a:pPr algn="ctr">
                <a:lnSpc>
                  <a:spcPts val="1960"/>
                </a:lnSpc>
                <a:buClr>
                  <a:schemeClr val="accent1"/>
                </a:buClr>
              </a:pPr>
              <a:r>
                <a:rPr lang="de-DE" sz="1400" dirty="0"/>
                <a:t>AC </a:t>
              </a:r>
              <a:r>
                <a:rPr lang="de-DE" sz="1400" dirty="0" err="1"/>
                <a:t>grid</a:t>
              </a:r>
              <a:r>
                <a:rPr lang="de-DE" sz="1400" dirty="0"/>
                <a:t> </a:t>
              </a:r>
              <a:r>
                <a:rPr lang="de-DE" sz="1400" dirty="0" err="1"/>
                <a:t>voltage</a:t>
              </a:r>
              <a:r>
                <a:rPr lang="de-DE" sz="1400" dirty="0"/>
                <a:t> in V</a:t>
              </a:r>
            </a:p>
          </p:txBody>
        </p:sp>
        <p:sp>
          <p:nvSpPr>
            <p:cNvPr id="37" name="Textfeld 36">
              <a:extLst>
                <a:ext uri="{FF2B5EF4-FFF2-40B4-BE49-F238E27FC236}">
                  <a16:creationId xmlns:a16="http://schemas.microsoft.com/office/drawing/2014/main" id="{DA20FD51-7263-94EF-D0F9-885AF1C44891}"/>
                </a:ext>
              </a:extLst>
            </p:cNvPr>
            <p:cNvSpPr txBox="1"/>
            <p:nvPr/>
          </p:nvSpPr>
          <p:spPr>
            <a:xfrm>
              <a:off x="3346834" y="3165346"/>
              <a:ext cx="240520" cy="238142"/>
            </a:xfrm>
            <a:prstGeom prst="rect">
              <a:avLst/>
            </a:prstGeom>
            <a:noFill/>
          </p:spPr>
          <p:txBody>
            <a:bodyPr vert="horz" wrap="square" lIns="0" tIns="0" rIns="0" bIns="0" rtlCol="0">
              <a:spAutoFit/>
            </a:bodyPr>
            <a:lstStyle/>
            <a:p>
              <a:pPr algn="ctr">
                <a:lnSpc>
                  <a:spcPts val="1960"/>
                </a:lnSpc>
                <a:buClr>
                  <a:schemeClr val="accent1"/>
                </a:buClr>
              </a:pPr>
              <a:r>
                <a:rPr lang="de-DE" sz="1400" i="1" dirty="0"/>
                <a:t>t</a:t>
              </a:r>
            </a:p>
          </p:txBody>
        </p:sp>
      </p:grpSp>
      <p:grpSp>
        <p:nvGrpSpPr>
          <p:cNvPr id="46" name="Gruppieren 45">
            <a:extLst>
              <a:ext uri="{FF2B5EF4-FFF2-40B4-BE49-F238E27FC236}">
                <a16:creationId xmlns:a16="http://schemas.microsoft.com/office/drawing/2014/main" id="{2DA87F1E-7A16-B68E-C8A0-6F60726CC448}"/>
              </a:ext>
            </a:extLst>
          </p:cNvPr>
          <p:cNvGrpSpPr/>
          <p:nvPr/>
        </p:nvGrpSpPr>
        <p:grpSpPr>
          <a:xfrm>
            <a:off x="548184" y="4095989"/>
            <a:ext cx="3039170" cy="1878838"/>
            <a:chOff x="548184" y="2212439"/>
            <a:chExt cx="3039170" cy="1878838"/>
          </a:xfrm>
        </p:grpSpPr>
        <p:cxnSp>
          <p:nvCxnSpPr>
            <p:cNvPr id="47" name="Gerade Verbindung mit Pfeil 46">
              <a:extLst>
                <a:ext uri="{FF2B5EF4-FFF2-40B4-BE49-F238E27FC236}">
                  <a16:creationId xmlns:a16="http://schemas.microsoft.com/office/drawing/2014/main" id="{D6048D52-0DAA-F0EB-1584-4113E5AA7012}"/>
                </a:ext>
              </a:extLst>
            </p:cNvPr>
            <p:cNvCxnSpPr>
              <a:cxnSpLocks/>
            </p:cNvCxnSpPr>
            <p:nvPr/>
          </p:nvCxnSpPr>
          <p:spPr>
            <a:xfrm>
              <a:off x="781392" y="3568926"/>
              <a:ext cx="2771003" cy="0"/>
            </a:xfrm>
            <a:prstGeom prst="straightConnector1">
              <a:avLst/>
            </a:prstGeom>
            <a:ln w="19050">
              <a:solidFill>
                <a:srgbClr val="005B7F"/>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8" name="Gerade Verbindung mit Pfeil 47">
              <a:extLst>
                <a:ext uri="{FF2B5EF4-FFF2-40B4-BE49-F238E27FC236}">
                  <a16:creationId xmlns:a16="http://schemas.microsoft.com/office/drawing/2014/main" id="{BB5A841E-B7ED-71FD-887C-36FD1FB37F47}"/>
                </a:ext>
              </a:extLst>
            </p:cNvPr>
            <p:cNvCxnSpPr/>
            <p:nvPr/>
          </p:nvCxnSpPr>
          <p:spPr>
            <a:xfrm flipV="1">
              <a:off x="786280" y="2302479"/>
              <a:ext cx="0" cy="1613415"/>
            </a:xfrm>
            <a:prstGeom prst="straightConnector1">
              <a:avLst/>
            </a:prstGeom>
            <a:ln w="19050">
              <a:solidFill>
                <a:srgbClr val="005B7F"/>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9" name="Textfeld 48">
              <a:extLst>
                <a:ext uri="{FF2B5EF4-FFF2-40B4-BE49-F238E27FC236}">
                  <a16:creationId xmlns:a16="http://schemas.microsoft.com/office/drawing/2014/main" id="{E90D7D86-F9C5-BF10-6EF4-06FEF5977DE6}"/>
                </a:ext>
              </a:extLst>
            </p:cNvPr>
            <p:cNvSpPr txBox="1"/>
            <p:nvPr/>
          </p:nvSpPr>
          <p:spPr>
            <a:xfrm>
              <a:off x="548184" y="2212439"/>
              <a:ext cx="152753" cy="1878838"/>
            </a:xfrm>
            <a:prstGeom prst="rect">
              <a:avLst/>
            </a:prstGeom>
            <a:noFill/>
          </p:spPr>
          <p:txBody>
            <a:bodyPr vert="vert270" wrap="square" lIns="0" tIns="0" rIns="0" bIns="0" rtlCol="0">
              <a:spAutoFit/>
            </a:bodyPr>
            <a:lstStyle/>
            <a:p>
              <a:pPr algn="ctr">
                <a:lnSpc>
                  <a:spcPts val="1960"/>
                </a:lnSpc>
                <a:buClr>
                  <a:schemeClr val="accent1"/>
                </a:buClr>
              </a:pPr>
              <a:r>
                <a:rPr lang="de-DE" sz="1400" dirty="0"/>
                <a:t>AC </a:t>
              </a:r>
              <a:r>
                <a:rPr lang="de-DE" sz="1400" dirty="0" err="1"/>
                <a:t>grid</a:t>
              </a:r>
              <a:r>
                <a:rPr lang="de-DE" sz="1400" dirty="0"/>
                <a:t> </a:t>
              </a:r>
              <a:r>
                <a:rPr lang="de-DE" sz="1400" dirty="0" err="1"/>
                <a:t>voltage</a:t>
              </a:r>
              <a:r>
                <a:rPr lang="de-DE" sz="1400" dirty="0"/>
                <a:t> in V</a:t>
              </a:r>
            </a:p>
          </p:txBody>
        </p:sp>
        <p:sp>
          <p:nvSpPr>
            <p:cNvPr id="50" name="Textfeld 49">
              <a:extLst>
                <a:ext uri="{FF2B5EF4-FFF2-40B4-BE49-F238E27FC236}">
                  <a16:creationId xmlns:a16="http://schemas.microsoft.com/office/drawing/2014/main" id="{9C5DEA25-96BF-476B-533E-C028DDC23CAF}"/>
                </a:ext>
              </a:extLst>
            </p:cNvPr>
            <p:cNvSpPr txBox="1"/>
            <p:nvPr/>
          </p:nvSpPr>
          <p:spPr>
            <a:xfrm>
              <a:off x="3346834" y="3571746"/>
              <a:ext cx="240520" cy="238142"/>
            </a:xfrm>
            <a:prstGeom prst="rect">
              <a:avLst/>
            </a:prstGeom>
            <a:noFill/>
          </p:spPr>
          <p:txBody>
            <a:bodyPr vert="horz" wrap="square" lIns="0" tIns="0" rIns="0" bIns="0" rtlCol="0">
              <a:spAutoFit/>
            </a:bodyPr>
            <a:lstStyle/>
            <a:p>
              <a:pPr algn="ctr">
                <a:lnSpc>
                  <a:spcPts val="1960"/>
                </a:lnSpc>
                <a:buClr>
                  <a:schemeClr val="accent1"/>
                </a:buClr>
              </a:pPr>
              <a:r>
                <a:rPr lang="de-DE" sz="1400" i="1" dirty="0"/>
                <a:t>t</a:t>
              </a:r>
            </a:p>
          </p:txBody>
        </p:sp>
      </p:grpSp>
      <p:cxnSp>
        <p:nvCxnSpPr>
          <p:cNvPr id="129" name="Gerader Verbinder 128">
            <a:extLst>
              <a:ext uri="{FF2B5EF4-FFF2-40B4-BE49-F238E27FC236}">
                <a16:creationId xmlns:a16="http://schemas.microsoft.com/office/drawing/2014/main" id="{BE2C7C04-75EF-4E68-F809-42885F1B1B06}"/>
              </a:ext>
            </a:extLst>
          </p:cNvPr>
          <p:cNvCxnSpPr>
            <a:cxnSpLocks/>
          </p:cNvCxnSpPr>
          <p:nvPr/>
        </p:nvCxnSpPr>
        <p:spPr>
          <a:xfrm>
            <a:off x="791973" y="5041198"/>
            <a:ext cx="2428747"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5937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8B338A3-9851-BE74-E1F2-1FB3FDCFADFB}"/>
              </a:ext>
            </a:extLst>
          </p:cNvPr>
          <p:cNvSpPr>
            <a:spLocks noGrp="1"/>
          </p:cNvSpPr>
          <p:nvPr>
            <p:ph type="title"/>
          </p:nvPr>
        </p:nvSpPr>
        <p:spPr/>
        <p:txBody>
          <a:bodyPr/>
          <a:lstStyle/>
          <a:p>
            <a:r>
              <a:rPr lang="de-DE" dirty="0"/>
              <a:t>DC Grids </a:t>
            </a:r>
            <a:r>
              <a:rPr lang="de-DE" dirty="0" err="1"/>
              <a:t>for</a:t>
            </a:r>
            <a:r>
              <a:rPr lang="de-DE" dirty="0"/>
              <a:t> </a:t>
            </a:r>
            <a:r>
              <a:rPr lang="de-DE" dirty="0" err="1"/>
              <a:t>Decentral</a:t>
            </a:r>
            <a:r>
              <a:rPr lang="de-DE" dirty="0"/>
              <a:t> Energy Systems </a:t>
            </a:r>
          </a:p>
        </p:txBody>
      </p:sp>
      <p:sp>
        <p:nvSpPr>
          <p:cNvPr id="3" name="Datumsplatzhalter 2">
            <a:extLst>
              <a:ext uri="{FF2B5EF4-FFF2-40B4-BE49-F238E27FC236}">
                <a16:creationId xmlns:a16="http://schemas.microsoft.com/office/drawing/2014/main" id="{38640CC6-C366-CAAA-02AE-A503C387DA73}"/>
              </a:ext>
            </a:extLst>
          </p:cNvPr>
          <p:cNvSpPr>
            <a:spLocks noGrp="1"/>
          </p:cNvSpPr>
          <p:nvPr>
            <p:ph type="dt" sz="half" idx="10"/>
          </p:nvPr>
        </p:nvSpPr>
        <p:spPr/>
        <p:txBody>
          <a:bodyPr/>
          <a:lstStyle/>
          <a:p>
            <a:fld id="{65A82B2D-840F-4167-AD44-C02BC9C87CCB}" type="datetime1">
              <a:rPr lang="de-DE" noProof="0" smtClean="0"/>
              <a:t>13.05.2026</a:t>
            </a:fld>
            <a:endParaRPr lang="de-DE" noProof="0" dirty="0"/>
          </a:p>
        </p:txBody>
      </p:sp>
      <p:sp>
        <p:nvSpPr>
          <p:cNvPr id="4" name="Fußzeilenplatzhalter 3">
            <a:extLst>
              <a:ext uri="{FF2B5EF4-FFF2-40B4-BE49-F238E27FC236}">
                <a16:creationId xmlns:a16="http://schemas.microsoft.com/office/drawing/2014/main" id="{9FB75AB6-5AF2-8940-93BC-FCC8E1075291}"/>
              </a:ext>
            </a:extLst>
          </p:cNvPr>
          <p:cNvSpPr>
            <a:spLocks noGrp="1"/>
          </p:cNvSpPr>
          <p:nvPr>
            <p:ph type="ftr" sz="quarter" idx="11"/>
          </p:nvPr>
        </p:nvSpPr>
        <p:spPr/>
        <p:txBody>
          <a:bodyPr/>
          <a:lstStyle/>
          <a:p>
            <a:r>
              <a:rPr lang="de-DE" noProof="0"/>
              <a:t>© Fraunhofer IISB</a:t>
            </a:r>
            <a:endParaRPr lang="de-DE" noProof="0" dirty="0"/>
          </a:p>
        </p:txBody>
      </p:sp>
      <p:sp>
        <p:nvSpPr>
          <p:cNvPr id="5" name="Foliennummernplatzhalter 4">
            <a:extLst>
              <a:ext uri="{FF2B5EF4-FFF2-40B4-BE49-F238E27FC236}">
                <a16:creationId xmlns:a16="http://schemas.microsoft.com/office/drawing/2014/main" id="{B67CBB5D-63F5-25FD-F28C-F52758A14D31}"/>
              </a:ext>
            </a:extLst>
          </p:cNvPr>
          <p:cNvSpPr>
            <a:spLocks noGrp="1"/>
          </p:cNvSpPr>
          <p:nvPr>
            <p:ph type="sldNum" sz="quarter" idx="12"/>
          </p:nvPr>
        </p:nvSpPr>
        <p:spPr/>
        <p:txBody>
          <a:bodyPr/>
          <a:lstStyle/>
          <a:p>
            <a:r>
              <a:rPr lang="de-DE" noProof="0"/>
              <a:t>Seite</a:t>
            </a:r>
            <a:r>
              <a:rPr lang="en-US"/>
              <a:t> </a:t>
            </a:r>
            <a:fld id="{401BA3E4-5E55-4F99-AF09-CC6D6B2539E2}" type="slidenum">
              <a:rPr lang="en-US" smtClean="0"/>
              <a:pPr/>
              <a:t>17</a:t>
            </a:fld>
            <a:endParaRPr lang="en-US" dirty="0"/>
          </a:p>
        </p:txBody>
      </p:sp>
      <p:sp>
        <p:nvSpPr>
          <p:cNvPr id="6" name="Textplatzhalter 5">
            <a:extLst>
              <a:ext uri="{FF2B5EF4-FFF2-40B4-BE49-F238E27FC236}">
                <a16:creationId xmlns:a16="http://schemas.microsoft.com/office/drawing/2014/main" id="{C7E2372D-5AC5-06E9-A66C-611985526A4B}"/>
              </a:ext>
            </a:extLst>
          </p:cNvPr>
          <p:cNvSpPr>
            <a:spLocks noGrp="1"/>
          </p:cNvSpPr>
          <p:nvPr>
            <p:ph type="body" sz="quarter" idx="13"/>
          </p:nvPr>
        </p:nvSpPr>
        <p:spPr/>
        <p:txBody>
          <a:bodyPr/>
          <a:lstStyle/>
          <a:p>
            <a:r>
              <a:rPr lang="de-DE" dirty="0" err="1"/>
              <a:t>Why</a:t>
            </a:r>
            <a:r>
              <a:rPr lang="de-DE" dirty="0"/>
              <a:t> 380 V?</a:t>
            </a:r>
          </a:p>
        </p:txBody>
      </p:sp>
      <p:sp>
        <p:nvSpPr>
          <p:cNvPr id="7" name="Textplatzhalter 6">
            <a:extLst>
              <a:ext uri="{FF2B5EF4-FFF2-40B4-BE49-F238E27FC236}">
                <a16:creationId xmlns:a16="http://schemas.microsoft.com/office/drawing/2014/main" id="{D9B6C449-7EB7-6791-2C53-0749BAE142A1}"/>
              </a:ext>
            </a:extLst>
          </p:cNvPr>
          <p:cNvSpPr>
            <a:spLocks noGrp="1"/>
          </p:cNvSpPr>
          <p:nvPr>
            <p:ph type="body" sz="quarter" idx="14"/>
          </p:nvPr>
        </p:nvSpPr>
        <p:spPr>
          <a:xfrm>
            <a:off x="527142" y="1728728"/>
            <a:ext cx="5446938" cy="1220462"/>
          </a:xfrm>
        </p:spPr>
        <p:txBody>
          <a:bodyPr/>
          <a:lstStyle/>
          <a:p>
            <a:pPr marL="285750" indent="-285750">
              <a:spcAft>
                <a:spcPts val="600"/>
              </a:spcAft>
              <a:buFont typeface="Arial" panose="020B0604020202020204" pitchFamily="34" charset="0"/>
              <a:buChar char="•"/>
            </a:pPr>
            <a:r>
              <a:rPr lang="de-DE" dirty="0">
                <a:solidFill>
                  <a:schemeClr val="tx1"/>
                </a:solidFill>
                <a:latin typeface="+mn-lt"/>
              </a:rPr>
              <a:t>Most countries </a:t>
            </a:r>
            <a:r>
              <a:rPr lang="de-DE" dirty="0" err="1">
                <a:solidFill>
                  <a:schemeClr val="tx1"/>
                </a:solidFill>
                <a:latin typeface="+mn-lt"/>
              </a:rPr>
              <a:t>are</a:t>
            </a:r>
            <a:r>
              <a:rPr lang="de-DE" dirty="0">
                <a:solidFill>
                  <a:schemeClr val="tx1"/>
                </a:solidFill>
                <a:latin typeface="+mn-lt"/>
              </a:rPr>
              <a:t> </a:t>
            </a:r>
            <a:r>
              <a:rPr lang="de-DE" dirty="0" err="1">
                <a:solidFill>
                  <a:schemeClr val="tx1"/>
                </a:solidFill>
                <a:latin typeface="+mn-lt"/>
              </a:rPr>
              <a:t>using</a:t>
            </a:r>
            <a:r>
              <a:rPr lang="de-DE" dirty="0">
                <a:solidFill>
                  <a:schemeClr val="tx1"/>
                </a:solidFill>
                <a:latin typeface="+mn-lt"/>
              </a:rPr>
              <a:t> 200 V </a:t>
            </a:r>
            <a:r>
              <a:rPr lang="de-DE" dirty="0" err="1">
                <a:solidFill>
                  <a:schemeClr val="tx1"/>
                </a:solidFill>
                <a:latin typeface="+mn-lt"/>
              </a:rPr>
              <a:t>to</a:t>
            </a:r>
            <a:r>
              <a:rPr lang="de-DE" dirty="0">
                <a:solidFill>
                  <a:schemeClr val="tx1"/>
                </a:solidFill>
                <a:latin typeface="+mn-lt"/>
              </a:rPr>
              <a:t> 240 V </a:t>
            </a:r>
            <a:r>
              <a:rPr lang="de-DE" dirty="0" err="1">
                <a:solidFill>
                  <a:schemeClr val="tx1"/>
                </a:solidFill>
                <a:latin typeface="+mn-lt"/>
              </a:rPr>
              <a:t>low</a:t>
            </a:r>
            <a:r>
              <a:rPr lang="de-DE" dirty="0">
                <a:solidFill>
                  <a:schemeClr val="tx1"/>
                </a:solidFill>
                <a:latin typeface="+mn-lt"/>
              </a:rPr>
              <a:t> </a:t>
            </a:r>
            <a:r>
              <a:rPr lang="de-DE" dirty="0" err="1">
                <a:solidFill>
                  <a:schemeClr val="tx1"/>
                </a:solidFill>
                <a:latin typeface="+mn-lt"/>
              </a:rPr>
              <a:t>voltage</a:t>
            </a:r>
            <a:endParaRPr lang="de-DE" dirty="0">
              <a:solidFill>
                <a:schemeClr val="tx1"/>
              </a:solidFill>
              <a:latin typeface="+mn-lt"/>
            </a:endParaRPr>
          </a:p>
          <a:p>
            <a:pPr marL="285750" indent="-285750">
              <a:spcAft>
                <a:spcPts val="600"/>
              </a:spcAft>
              <a:buFont typeface="Arial" panose="020B0604020202020204" pitchFamily="34" charset="0"/>
              <a:buChar char="•"/>
            </a:pPr>
            <a:r>
              <a:rPr lang="en-US" dirty="0">
                <a:solidFill>
                  <a:schemeClr val="tx1"/>
                </a:solidFill>
                <a:latin typeface="+mn-lt"/>
              </a:rPr>
              <a:t>Regardless of whether a device runs on AC or DC, a PFC first generates a DC link voltage between 380 and 400 V.</a:t>
            </a:r>
          </a:p>
          <a:p>
            <a:pPr>
              <a:spcAft>
                <a:spcPts val="600"/>
              </a:spcAft>
            </a:pPr>
            <a:r>
              <a:rPr lang="de-DE" b="1" dirty="0">
                <a:solidFill>
                  <a:schemeClr val="tx1"/>
                </a:solidFill>
                <a:latin typeface="+mn-lt"/>
                <a:sym typeface="Wingdings" panose="05000000000000000000" pitchFamily="2" charset="2"/>
              </a:rPr>
              <a:t> DC </a:t>
            </a:r>
            <a:r>
              <a:rPr lang="de-DE" b="1" dirty="0" err="1">
                <a:solidFill>
                  <a:schemeClr val="tx1"/>
                </a:solidFill>
                <a:latin typeface="+mn-lt"/>
                <a:sym typeface="Wingdings" panose="05000000000000000000" pitchFamily="2" charset="2"/>
              </a:rPr>
              <a:t>can</a:t>
            </a:r>
            <a:r>
              <a:rPr lang="de-DE" b="1" dirty="0">
                <a:solidFill>
                  <a:schemeClr val="tx1"/>
                </a:solidFill>
                <a:latin typeface="+mn-lt"/>
                <a:sym typeface="Wingdings" panose="05000000000000000000" pitchFamily="2" charset="2"/>
              </a:rPr>
              <a:t> </a:t>
            </a:r>
            <a:r>
              <a:rPr lang="de-DE" b="1" dirty="0" err="1">
                <a:solidFill>
                  <a:schemeClr val="tx1"/>
                </a:solidFill>
                <a:latin typeface="+mn-lt"/>
                <a:sym typeface="Wingdings" panose="05000000000000000000" pitchFamily="2" charset="2"/>
              </a:rPr>
              <a:t>be</a:t>
            </a:r>
            <a:r>
              <a:rPr lang="de-DE" b="1" dirty="0">
                <a:solidFill>
                  <a:schemeClr val="tx1"/>
                </a:solidFill>
                <a:latin typeface="+mn-lt"/>
                <a:sym typeface="Wingdings" panose="05000000000000000000" pitchFamily="2" charset="2"/>
              </a:rPr>
              <a:t> </a:t>
            </a:r>
            <a:r>
              <a:rPr lang="de-DE" b="1" dirty="0" err="1">
                <a:solidFill>
                  <a:schemeClr val="tx1"/>
                </a:solidFill>
                <a:latin typeface="+mn-lt"/>
                <a:sym typeface="Wingdings" panose="05000000000000000000" pitchFamily="2" charset="2"/>
              </a:rPr>
              <a:t>bypassed</a:t>
            </a:r>
            <a:endParaRPr lang="de-DE" b="1" dirty="0">
              <a:solidFill>
                <a:schemeClr val="tx1"/>
              </a:solidFill>
              <a:latin typeface="+mn-lt"/>
            </a:endParaRPr>
          </a:p>
        </p:txBody>
      </p:sp>
      <p:grpSp>
        <p:nvGrpSpPr>
          <p:cNvPr id="32" name="Gruppieren 31">
            <a:extLst>
              <a:ext uri="{FF2B5EF4-FFF2-40B4-BE49-F238E27FC236}">
                <a16:creationId xmlns:a16="http://schemas.microsoft.com/office/drawing/2014/main" id="{7C66C9EC-3333-A708-F9A8-FC8D64DE71D6}"/>
              </a:ext>
            </a:extLst>
          </p:cNvPr>
          <p:cNvGrpSpPr/>
          <p:nvPr/>
        </p:nvGrpSpPr>
        <p:grpSpPr>
          <a:xfrm>
            <a:off x="527142" y="3336479"/>
            <a:ext cx="4771556" cy="2743200"/>
            <a:chOff x="2150944" y="2781300"/>
            <a:chExt cx="4771556" cy="2743200"/>
          </a:xfrm>
        </p:grpSpPr>
        <mc:AlternateContent xmlns:mc="http://schemas.openxmlformats.org/markup-compatibility/2006" xmlns:a14="http://schemas.microsoft.com/office/drawing/2010/main">
          <mc:Choice Requires="a14">
            <p:graphicFrame>
              <p:nvGraphicFramePr>
                <p:cNvPr id="9" name="Diagramm 8">
                  <a:extLst>
                    <a:ext uri="{FF2B5EF4-FFF2-40B4-BE49-F238E27FC236}">
                      <a16:creationId xmlns:a16="http://schemas.microsoft.com/office/drawing/2014/main" id="{CC7B1803-987E-771E-4057-9247D64F1E78}"/>
                    </a:ext>
                  </a:extLst>
                </p:cNvPr>
                <p:cNvGraphicFramePr>
                  <a:graphicFrameLocks/>
                </p:cNvGraphicFramePr>
                <p:nvPr>
                  <p:extLst>
                    <p:ext uri="{D42A27DB-BD31-4B8C-83A1-F6EECF244321}">
                      <p14:modId xmlns:p14="http://schemas.microsoft.com/office/powerpoint/2010/main" val="352411827"/>
                    </p:ext>
                  </p:extLst>
                </p:nvPr>
              </p:nvGraphicFramePr>
              <p:xfrm>
                <a:off x="2350500" y="2781300"/>
                <a:ext cx="4572000" cy="2743200"/>
              </p:xfrm>
              <a:graphic>
                <a:graphicData uri="http://schemas.openxmlformats.org/drawingml/2006/chart">
                  <c:chart xmlns:c="http://schemas.openxmlformats.org/drawingml/2006/chart" xmlns:r="http://schemas.openxmlformats.org/officeDocument/2006/relationships" r:id="rId2"/>
                </a:graphicData>
              </a:graphic>
            </p:graphicFrame>
          </mc:Choice>
          <mc:Fallback xmlns="">
            <p:graphicFrame>
              <p:nvGraphicFramePr>
                <p:cNvPr id="9" name="Diagramm 8">
                  <a:extLst>
                    <a:ext uri="{FF2B5EF4-FFF2-40B4-BE49-F238E27FC236}">
                      <a16:creationId xmlns:a16="http://schemas.microsoft.com/office/drawing/2014/main" id="{CC7B1803-987E-771E-4057-9247D64F1E78}"/>
                    </a:ext>
                  </a:extLst>
                </p:cNvPr>
                <p:cNvGraphicFramePr>
                  <a:graphicFrameLocks/>
                </p:cNvGraphicFramePr>
                <p:nvPr>
                  <p:extLst>
                    <p:ext uri="{D42A27DB-BD31-4B8C-83A1-F6EECF244321}">
                      <p14:modId xmlns:p14="http://schemas.microsoft.com/office/powerpoint/2010/main" val="352411827"/>
                    </p:ext>
                  </p:extLst>
                </p:nvPr>
              </p:nvGraphicFramePr>
              <p:xfrm>
                <a:off x="2350500" y="2781300"/>
                <a:ext cx="4572000" cy="2743200"/>
              </p:xfrm>
              <a:graphic>
                <a:graphicData uri="http://schemas.openxmlformats.org/drawingml/2006/chart">
                  <c:chart xmlns:c="http://schemas.openxmlformats.org/drawingml/2006/chart" xmlns:r="http://schemas.openxmlformats.org/officeDocument/2006/relationships" r:id="rId3"/>
                </a:graphicData>
              </a:graphic>
            </p:graphicFrame>
          </mc:Fallback>
        </mc:AlternateContent>
        <p:cxnSp>
          <p:nvCxnSpPr>
            <p:cNvPr id="23" name="Gerader Verbinder 22">
              <a:extLst>
                <a:ext uri="{FF2B5EF4-FFF2-40B4-BE49-F238E27FC236}">
                  <a16:creationId xmlns:a16="http://schemas.microsoft.com/office/drawing/2014/main" id="{93D2112F-87D1-79B9-EC18-5AAD7576921E}"/>
                </a:ext>
              </a:extLst>
            </p:cNvPr>
            <p:cNvCxnSpPr>
              <a:cxnSpLocks/>
            </p:cNvCxnSpPr>
            <p:nvPr/>
          </p:nvCxnSpPr>
          <p:spPr>
            <a:xfrm flipV="1">
              <a:off x="2484120" y="3107690"/>
              <a:ext cx="4278630" cy="2032"/>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B911AAD7-03F3-C303-24D9-B33B01F4B078}"/>
                </a:ext>
              </a:extLst>
            </p:cNvPr>
            <p:cNvCxnSpPr>
              <a:cxnSpLocks/>
            </p:cNvCxnSpPr>
            <p:nvPr/>
          </p:nvCxnSpPr>
          <p:spPr>
            <a:xfrm>
              <a:off x="2484120" y="5187442"/>
              <a:ext cx="4278630"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6FE15734-2EBA-A868-3F12-3EC176079EAF}"/>
                </a:ext>
              </a:extLst>
            </p:cNvPr>
            <p:cNvCxnSpPr>
              <a:cxnSpLocks/>
            </p:cNvCxnSpPr>
            <p:nvPr/>
          </p:nvCxnSpPr>
          <p:spPr>
            <a:xfrm>
              <a:off x="2484120" y="3326892"/>
              <a:ext cx="1447800"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Gerade Verbindung mit Pfeil 11">
              <a:extLst>
                <a:ext uri="{FF2B5EF4-FFF2-40B4-BE49-F238E27FC236}">
                  <a16:creationId xmlns:a16="http://schemas.microsoft.com/office/drawing/2014/main" id="{302EDA87-9FBF-6C70-8E6E-E030F8A2F03C}"/>
                </a:ext>
              </a:extLst>
            </p:cNvPr>
            <p:cNvCxnSpPr>
              <a:cxnSpLocks/>
            </p:cNvCxnSpPr>
            <p:nvPr/>
          </p:nvCxnSpPr>
          <p:spPr>
            <a:xfrm>
              <a:off x="2476500" y="4152900"/>
              <a:ext cx="4320000" cy="0"/>
            </a:xfrm>
            <a:prstGeom prst="straightConnector1">
              <a:avLst/>
            </a:prstGeom>
            <a:ln w="19050">
              <a:solidFill>
                <a:srgbClr val="005B7F"/>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 name="Gerade Verbindung mit Pfeil 10">
              <a:extLst>
                <a:ext uri="{FF2B5EF4-FFF2-40B4-BE49-F238E27FC236}">
                  <a16:creationId xmlns:a16="http://schemas.microsoft.com/office/drawing/2014/main" id="{7BB20927-1595-EC07-A0CB-3669C5E7C61E}"/>
                </a:ext>
              </a:extLst>
            </p:cNvPr>
            <p:cNvCxnSpPr/>
            <p:nvPr/>
          </p:nvCxnSpPr>
          <p:spPr>
            <a:xfrm flipV="1">
              <a:off x="2484120" y="2918460"/>
              <a:ext cx="0" cy="2362200"/>
            </a:xfrm>
            <a:prstGeom prst="straightConnector1">
              <a:avLst/>
            </a:prstGeom>
            <a:ln w="19050">
              <a:solidFill>
                <a:srgbClr val="005B7F"/>
              </a:solidFill>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feld 21">
                  <a:extLst>
                    <a:ext uri="{FF2B5EF4-FFF2-40B4-BE49-F238E27FC236}">
                      <a16:creationId xmlns:a16="http://schemas.microsoft.com/office/drawing/2014/main" id="{63AF3B7E-4805-4124-1FB0-B249BFB0A3A0}"/>
                    </a:ext>
                  </a:extLst>
                </p:cNvPr>
                <p:cNvSpPr txBox="1"/>
                <p:nvPr/>
              </p:nvSpPr>
              <p:spPr>
                <a:xfrm>
                  <a:off x="3971925" y="3200201"/>
                  <a:ext cx="2165465" cy="256480"/>
                </a:xfrm>
                <a:prstGeom prst="rect">
                  <a:avLst/>
                </a:prstGeom>
                <a:noFill/>
              </p:spPr>
              <p:txBody>
                <a:bodyPr wrap="none" lIns="0" tIns="0" rIns="0" bIns="0" rtlCol="0">
                  <a:spAutoFit/>
                </a:bodyPr>
                <a:lstStyle/>
                <a:p>
                  <a:pPr algn="l">
                    <a:lnSpc>
                      <a:spcPts val="1960"/>
                    </a:lnSpc>
                    <a:buClr>
                      <a:schemeClr val="accent1"/>
                    </a:buClr>
                  </a:pPr>
                  <a14:m>
                    <m:oMathPara xmlns:m="http://schemas.openxmlformats.org/officeDocument/2006/math">
                      <m:oMathParaPr>
                        <m:jc m:val="centerGroup"/>
                      </m:oMathParaPr>
                      <m:oMath xmlns:m="http://schemas.openxmlformats.org/officeDocument/2006/math">
                        <m:r>
                          <a:rPr lang="de-DE" sz="1400" b="0" i="1" smtClean="0">
                            <a:latin typeface="Cambria Math" panose="02040503050406030204" pitchFamily="18" charset="0"/>
                          </a:rPr>
                          <m:t>240 </m:t>
                        </m:r>
                        <m:r>
                          <m:rPr>
                            <m:sty m:val="p"/>
                          </m:rPr>
                          <a:rPr lang="de-DE" sz="1400" b="0" i="0" smtClean="0">
                            <a:latin typeface="Cambria Math" panose="02040503050406030204" pitchFamily="18" charset="0"/>
                          </a:rPr>
                          <m:t>V</m:t>
                        </m:r>
                        <m:r>
                          <a:rPr lang="de-DE" sz="1400" b="0" i="1" smtClean="0">
                            <a:latin typeface="Cambria Math" panose="02040503050406030204" pitchFamily="18" charset="0"/>
                            <a:ea typeface="Cambria Math" panose="02040503050406030204" pitchFamily="18" charset="0"/>
                          </a:rPr>
                          <m:t>∙</m:t>
                        </m:r>
                        <m:r>
                          <a:rPr lang="de-DE" sz="1400" b="0" i="0" smtClean="0">
                            <a:latin typeface="Cambria Math" panose="02040503050406030204" pitchFamily="18" charset="0"/>
                            <a:ea typeface="Cambria Math" panose="02040503050406030204" pitchFamily="18" charset="0"/>
                          </a:rPr>
                          <m:t>110 %</m:t>
                        </m:r>
                        <m:r>
                          <a:rPr lang="de-DE" sz="1400" b="0" i="1" smtClean="0">
                            <a:latin typeface="Cambria Math" panose="02040503050406030204" pitchFamily="18" charset="0"/>
                            <a:ea typeface="Cambria Math" panose="02040503050406030204" pitchFamily="18" charset="0"/>
                          </a:rPr>
                          <m:t>∙</m:t>
                        </m:r>
                        <m:rad>
                          <m:radPr>
                            <m:degHide m:val="on"/>
                            <m:ctrlPr>
                              <a:rPr lang="de-DE" sz="1400" b="0" i="1" smtClean="0">
                                <a:latin typeface="Cambria Math" panose="02040503050406030204" pitchFamily="18" charset="0"/>
                                <a:ea typeface="Cambria Math" panose="02040503050406030204" pitchFamily="18" charset="0"/>
                              </a:rPr>
                            </m:ctrlPr>
                          </m:radPr>
                          <m:deg/>
                          <m:e>
                            <m:r>
                              <a:rPr lang="de-DE" sz="1400" b="0" i="1" smtClean="0">
                                <a:latin typeface="Cambria Math" panose="02040503050406030204" pitchFamily="18" charset="0"/>
                                <a:ea typeface="Cambria Math" panose="02040503050406030204" pitchFamily="18" charset="0"/>
                              </a:rPr>
                              <m:t>2</m:t>
                            </m:r>
                          </m:e>
                        </m:rad>
                        <m:r>
                          <a:rPr lang="de-DE" sz="1400" b="0" i="1" smtClean="0">
                            <a:latin typeface="Cambria Math" panose="02040503050406030204" pitchFamily="18" charset="0"/>
                            <a:ea typeface="Cambria Math" panose="02040503050406030204" pitchFamily="18" charset="0"/>
                          </a:rPr>
                          <m:t>=373 </m:t>
                        </m:r>
                        <m:r>
                          <m:rPr>
                            <m:sty m:val="p"/>
                          </m:rPr>
                          <a:rPr lang="de-DE" sz="1400" b="0" i="0" smtClean="0">
                            <a:latin typeface="Cambria Math" panose="02040503050406030204" pitchFamily="18" charset="0"/>
                            <a:ea typeface="Cambria Math" panose="02040503050406030204" pitchFamily="18" charset="0"/>
                          </a:rPr>
                          <m:t>V</m:t>
                        </m:r>
                      </m:oMath>
                    </m:oMathPara>
                  </a14:m>
                  <a:endParaRPr lang="de-DE" sz="1400" dirty="0"/>
                </a:p>
              </p:txBody>
            </p:sp>
          </mc:Choice>
          <mc:Fallback xmlns="">
            <p:sp>
              <p:nvSpPr>
                <p:cNvPr id="22" name="Textfeld 21">
                  <a:extLst>
                    <a:ext uri="{FF2B5EF4-FFF2-40B4-BE49-F238E27FC236}">
                      <a16:creationId xmlns:a16="http://schemas.microsoft.com/office/drawing/2014/main" id="{63AF3B7E-4805-4124-1FB0-B249BFB0A3A0}"/>
                    </a:ext>
                  </a:extLst>
                </p:cNvPr>
                <p:cNvSpPr txBox="1">
                  <a:spLocks noRot="1" noChangeAspect="1" noMove="1" noResize="1" noEditPoints="1" noAdjustHandles="1" noChangeArrowheads="1" noChangeShapeType="1" noTextEdit="1"/>
                </p:cNvSpPr>
                <p:nvPr/>
              </p:nvSpPr>
              <p:spPr>
                <a:xfrm>
                  <a:off x="3971925" y="3200201"/>
                  <a:ext cx="2165465" cy="256480"/>
                </a:xfrm>
                <a:prstGeom prst="rect">
                  <a:avLst/>
                </a:prstGeom>
                <a:blipFill>
                  <a:blip r:embed="rId4"/>
                  <a:stretch>
                    <a:fillRect l="-1127" r="-1127" b="-2381"/>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Textfeld 24">
                  <a:extLst>
                    <a:ext uri="{FF2B5EF4-FFF2-40B4-BE49-F238E27FC236}">
                      <a16:creationId xmlns:a16="http://schemas.microsoft.com/office/drawing/2014/main" id="{6C5A417E-36BF-E846-A552-5DD354742C1B}"/>
                    </a:ext>
                  </a:extLst>
                </p:cNvPr>
                <p:cNvSpPr txBox="1"/>
                <p:nvPr/>
              </p:nvSpPr>
              <p:spPr>
                <a:xfrm>
                  <a:off x="2893279" y="2979450"/>
                  <a:ext cx="640496" cy="256480"/>
                </a:xfrm>
                <a:prstGeom prst="rect">
                  <a:avLst/>
                </a:prstGeom>
                <a:solidFill>
                  <a:schemeClr val="bg1"/>
                </a:solidFill>
              </p:spPr>
              <p:txBody>
                <a:bodyPr wrap="none" lIns="0" tIns="0" rIns="0" bIns="0" rtlCol="0">
                  <a:spAutoFit/>
                </a:bodyPr>
                <a:lstStyle/>
                <a:p>
                  <a:pPr algn="l">
                    <a:lnSpc>
                      <a:spcPts val="1960"/>
                    </a:lnSpc>
                    <a:buClr>
                      <a:schemeClr val="accent1"/>
                    </a:buClr>
                  </a:pPr>
                  <a14:m>
                    <m:oMathPara xmlns:m="http://schemas.openxmlformats.org/officeDocument/2006/math">
                      <m:oMathParaPr>
                        <m:jc m:val="centerGroup"/>
                      </m:oMathParaPr>
                      <m:oMath xmlns:m="http://schemas.openxmlformats.org/officeDocument/2006/math">
                        <m:r>
                          <a:rPr lang="de-DE" sz="1400" b="0" i="1" smtClean="0">
                            <a:latin typeface="Cambria Math" panose="02040503050406030204" pitchFamily="18" charset="0"/>
                          </a:rPr>
                          <m:t>+380 </m:t>
                        </m:r>
                        <m:r>
                          <m:rPr>
                            <m:sty m:val="p"/>
                          </m:rPr>
                          <a:rPr lang="de-DE" sz="1400" b="0" i="0" smtClean="0">
                            <a:latin typeface="Cambria Math" panose="02040503050406030204" pitchFamily="18" charset="0"/>
                          </a:rPr>
                          <m:t>V</m:t>
                        </m:r>
                      </m:oMath>
                    </m:oMathPara>
                  </a14:m>
                  <a:endParaRPr lang="de-DE" sz="1400" dirty="0"/>
                </a:p>
              </p:txBody>
            </p:sp>
          </mc:Choice>
          <mc:Fallback xmlns="">
            <p:sp>
              <p:nvSpPr>
                <p:cNvPr id="25" name="Textfeld 24">
                  <a:extLst>
                    <a:ext uri="{FF2B5EF4-FFF2-40B4-BE49-F238E27FC236}">
                      <a16:creationId xmlns:a16="http://schemas.microsoft.com/office/drawing/2014/main" id="{6C5A417E-36BF-E846-A552-5DD354742C1B}"/>
                    </a:ext>
                  </a:extLst>
                </p:cNvPr>
                <p:cNvSpPr txBox="1">
                  <a:spLocks noRot="1" noChangeAspect="1" noMove="1" noResize="1" noEditPoints="1" noAdjustHandles="1" noChangeArrowheads="1" noChangeShapeType="1" noTextEdit="1"/>
                </p:cNvSpPr>
                <p:nvPr/>
              </p:nvSpPr>
              <p:spPr>
                <a:xfrm>
                  <a:off x="2893279" y="2979450"/>
                  <a:ext cx="640496" cy="256480"/>
                </a:xfrm>
                <a:prstGeom prst="rect">
                  <a:avLst/>
                </a:prstGeom>
                <a:blipFill>
                  <a:blip r:embed="rId5"/>
                  <a:stretch>
                    <a:fillRect l="-3810" r="-4762"/>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6" name="Textfeld 25">
                  <a:extLst>
                    <a:ext uri="{FF2B5EF4-FFF2-40B4-BE49-F238E27FC236}">
                      <a16:creationId xmlns:a16="http://schemas.microsoft.com/office/drawing/2014/main" id="{900137AC-AE24-D05E-95C3-AA49254619DA}"/>
                    </a:ext>
                  </a:extLst>
                </p:cNvPr>
                <p:cNvSpPr txBox="1"/>
                <p:nvPr/>
              </p:nvSpPr>
              <p:spPr>
                <a:xfrm>
                  <a:off x="2977532" y="5053360"/>
                  <a:ext cx="556243" cy="256480"/>
                </a:xfrm>
                <a:prstGeom prst="rect">
                  <a:avLst/>
                </a:prstGeom>
                <a:solidFill>
                  <a:schemeClr val="bg1"/>
                </a:solidFill>
              </p:spPr>
              <p:txBody>
                <a:bodyPr wrap="none" lIns="0" tIns="0" rIns="0" bIns="0" rtlCol="0">
                  <a:spAutoFit/>
                </a:bodyPr>
                <a:lstStyle/>
                <a:p>
                  <a:pPr algn="l">
                    <a:lnSpc>
                      <a:spcPts val="1960"/>
                    </a:lnSpc>
                    <a:buClr>
                      <a:schemeClr val="accent1"/>
                    </a:buClr>
                  </a:pPr>
                  <a14:m>
                    <m:oMathPara xmlns:m="http://schemas.openxmlformats.org/officeDocument/2006/math">
                      <m:oMathParaPr>
                        <m:jc m:val="centerGroup"/>
                      </m:oMathParaPr>
                      <m:oMath xmlns:m="http://schemas.openxmlformats.org/officeDocument/2006/math">
                        <m:r>
                          <a:rPr lang="de-DE" sz="1400" i="1">
                            <a:latin typeface="Cambria Math" panose="02040503050406030204" pitchFamily="18" charset="0"/>
                          </a:rPr>
                          <m:t>−</m:t>
                        </m:r>
                        <m:r>
                          <a:rPr lang="de-DE" sz="1400" b="0" i="1" smtClean="0">
                            <a:latin typeface="Cambria Math" panose="02040503050406030204" pitchFamily="18" charset="0"/>
                          </a:rPr>
                          <m:t>380 </m:t>
                        </m:r>
                        <m:r>
                          <m:rPr>
                            <m:sty m:val="p"/>
                          </m:rPr>
                          <a:rPr lang="de-DE" sz="1400" b="0" i="0" smtClean="0">
                            <a:latin typeface="Cambria Math" panose="02040503050406030204" pitchFamily="18" charset="0"/>
                          </a:rPr>
                          <m:t>V</m:t>
                        </m:r>
                      </m:oMath>
                    </m:oMathPara>
                  </a14:m>
                  <a:endParaRPr lang="de-DE" sz="1400" dirty="0"/>
                </a:p>
              </p:txBody>
            </p:sp>
          </mc:Choice>
          <mc:Fallback xmlns="">
            <p:sp>
              <p:nvSpPr>
                <p:cNvPr id="26" name="Textfeld 25">
                  <a:extLst>
                    <a:ext uri="{FF2B5EF4-FFF2-40B4-BE49-F238E27FC236}">
                      <a16:creationId xmlns:a16="http://schemas.microsoft.com/office/drawing/2014/main" id="{900137AC-AE24-D05E-95C3-AA49254619DA}"/>
                    </a:ext>
                  </a:extLst>
                </p:cNvPr>
                <p:cNvSpPr txBox="1">
                  <a:spLocks noRot="1" noChangeAspect="1" noMove="1" noResize="1" noEditPoints="1" noAdjustHandles="1" noChangeArrowheads="1" noChangeShapeType="1" noTextEdit="1"/>
                </p:cNvSpPr>
                <p:nvPr/>
              </p:nvSpPr>
              <p:spPr>
                <a:xfrm>
                  <a:off x="2977532" y="5053360"/>
                  <a:ext cx="556243" cy="256480"/>
                </a:xfrm>
                <a:prstGeom prst="rect">
                  <a:avLst/>
                </a:prstGeom>
                <a:blipFill>
                  <a:blip r:embed="rId6"/>
                  <a:stretch>
                    <a:fillRect r="-6593"/>
                  </a:stretch>
                </a:blipFill>
              </p:spPr>
              <p:txBody>
                <a:bodyPr/>
                <a:lstStyle/>
                <a:p>
                  <a:r>
                    <a:rPr lang="de-DE">
                      <a:noFill/>
                    </a:rPr>
                    <a:t> </a:t>
                  </a:r>
                </a:p>
              </p:txBody>
            </p:sp>
          </mc:Fallback>
        </mc:AlternateContent>
        <p:sp>
          <p:nvSpPr>
            <p:cNvPr id="30" name="Textfeld 29">
              <a:extLst>
                <a:ext uri="{FF2B5EF4-FFF2-40B4-BE49-F238E27FC236}">
                  <a16:creationId xmlns:a16="http://schemas.microsoft.com/office/drawing/2014/main" id="{01EEA8F8-F6D6-50AC-7D7C-B9837AE5DF87}"/>
                </a:ext>
              </a:extLst>
            </p:cNvPr>
            <p:cNvSpPr txBox="1"/>
            <p:nvPr/>
          </p:nvSpPr>
          <p:spPr>
            <a:xfrm>
              <a:off x="2150944" y="3202813"/>
              <a:ext cx="238142" cy="1878838"/>
            </a:xfrm>
            <a:prstGeom prst="rect">
              <a:avLst/>
            </a:prstGeom>
            <a:noFill/>
          </p:spPr>
          <p:txBody>
            <a:bodyPr vert="vert270" wrap="square" lIns="0" tIns="0" rIns="0" bIns="0" rtlCol="0">
              <a:spAutoFit/>
            </a:bodyPr>
            <a:lstStyle/>
            <a:p>
              <a:pPr algn="ctr">
                <a:lnSpc>
                  <a:spcPts val="1960"/>
                </a:lnSpc>
                <a:buClr>
                  <a:schemeClr val="accent1"/>
                </a:buClr>
              </a:pPr>
              <a:r>
                <a:rPr lang="de-DE" sz="1400" dirty="0"/>
                <a:t>AC </a:t>
              </a:r>
              <a:r>
                <a:rPr lang="de-DE" sz="1400" dirty="0" err="1"/>
                <a:t>grid</a:t>
              </a:r>
              <a:r>
                <a:rPr lang="de-DE" sz="1400" dirty="0"/>
                <a:t> </a:t>
              </a:r>
              <a:r>
                <a:rPr lang="de-DE" sz="1400" dirty="0" err="1"/>
                <a:t>voltage</a:t>
              </a:r>
              <a:r>
                <a:rPr lang="de-DE" sz="1400" dirty="0"/>
                <a:t> in V</a:t>
              </a:r>
            </a:p>
          </p:txBody>
        </p:sp>
        <p:sp>
          <p:nvSpPr>
            <p:cNvPr id="31" name="Textfeld 30">
              <a:extLst>
                <a:ext uri="{FF2B5EF4-FFF2-40B4-BE49-F238E27FC236}">
                  <a16:creationId xmlns:a16="http://schemas.microsoft.com/office/drawing/2014/main" id="{B3CD3352-B85E-27E6-E002-796405F2204A}"/>
                </a:ext>
              </a:extLst>
            </p:cNvPr>
            <p:cNvSpPr txBox="1"/>
            <p:nvPr/>
          </p:nvSpPr>
          <p:spPr>
            <a:xfrm>
              <a:off x="6476030" y="4155720"/>
              <a:ext cx="374972" cy="238142"/>
            </a:xfrm>
            <a:prstGeom prst="rect">
              <a:avLst/>
            </a:prstGeom>
            <a:noFill/>
          </p:spPr>
          <p:txBody>
            <a:bodyPr vert="horz" wrap="square" lIns="0" tIns="0" rIns="0" bIns="0" rtlCol="0">
              <a:spAutoFit/>
            </a:bodyPr>
            <a:lstStyle/>
            <a:p>
              <a:pPr algn="ctr">
                <a:lnSpc>
                  <a:spcPts val="1960"/>
                </a:lnSpc>
                <a:buClr>
                  <a:schemeClr val="accent1"/>
                </a:buClr>
              </a:pPr>
              <a:r>
                <a:rPr lang="de-DE" sz="1400" i="1" dirty="0"/>
                <a:t>t</a:t>
              </a:r>
            </a:p>
          </p:txBody>
        </p:sp>
      </p:grpSp>
      <p:grpSp>
        <p:nvGrpSpPr>
          <p:cNvPr id="36" name="Gruppieren 35">
            <a:extLst>
              <a:ext uri="{FF2B5EF4-FFF2-40B4-BE49-F238E27FC236}">
                <a16:creationId xmlns:a16="http://schemas.microsoft.com/office/drawing/2014/main" id="{8A348DD1-D850-0C71-3EB0-0CB93FF7F473}"/>
              </a:ext>
            </a:extLst>
          </p:cNvPr>
          <p:cNvGrpSpPr/>
          <p:nvPr/>
        </p:nvGrpSpPr>
        <p:grpSpPr>
          <a:xfrm>
            <a:off x="7132319" y="476250"/>
            <a:ext cx="4580255" cy="2473197"/>
            <a:chOff x="6094774" y="3043955"/>
            <a:chExt cx="5596035" cy="3126476"/>
          </a:xfrm>
        </p:grpSpPr>
        <p:pic>
          <p:nvPicPr>
            <p:cNvPr id="34" name="Grafik 33">
              <a:extLst>
                <a:ext uri="{FF2B5EF4-FFF2-40B4-BE49-F238E27FC236}">
                  <a16:creationId xmlns:a16="http://schemas.microsoft.com/office/drawing/2014/main" id="{9E666C08-8D41-A59E-9849-7EFB4C165EB1}"/>
                </a:ext>
              </a:extLst>
            </p:cNvPr>
            <p:cNvPicPr>
              <a:picLocks noChangeAspect="1"/>
            </p:cNvPicPr>
            <p:nvPr/>
          </p:nvPicPr>
          <p:blipFill>
            <a:blip r:embed="rId7"/>
            <a:stretch>
              <a:fillRect/>
            </a:stretch>
          </p:blipFill>
          <p:spPr>
            <a:xfrm>
              <a:off x="6094774" y="3043955"/>
              <a:ext cx="5596035" cy="2841737"/>
            </a:xfrm>
            <a:prstGeom prst="rect">
              <a:avLst/>
            </a:prstGeom>
          </p:spPr>
        </p:pic>
        <p:sp>
          <p:nvSpPr>
            <p:cNvPr id="35" name="Textfeld 34">
              <a:extLst>
                <a:ext uri="{FF2B5EF4-FFF2-40B4-BE49-F238E27FC236}">
                  <a16:creationId xmlns:a16="http://schemas.microsoft.com/office/drawing/2014/main" id="{32C38383-FDDA-D05D-60E6-97F7976EFA07}"/>
                </a:ext>
              </a:extLst>
            </p:cNvPr>
            <p:cNvSpPr txBox="1"/>
            <p:nvPr/>
          </p:nvSpPr>
          <p:spPr>
            <a:xfrm>
              <a:off x="6094774" y="5885693"/>
              <a:ext cx="3010641" cy="284738"/>
            </a:xfrm>
            <a:prstGeom prst="rect">
              <a:avLst/>
            </a:prstGeom>
            <a:noFill/>
          </p:spPr>
          <p:txBody>
            <a:bodyPr wrap="square" lIns="0" tIns="0" rIns="0" bIns="0" rtlCol="0">
              <a:spAutoFit/>
            </a:bodyPr>
            <a:lstStyle/>
            <a:p>
              <a:pPr algn="l">
                <a:lnSpc>
                  <a:spcPts val="1960"/>
                </a:lnSpc>
                <a:buClr>
                  <a:schemeClr val="accent1"/>
                </a:buClr>
              </a:pPr>
              <a:r>
                <a:rPr lang="de-DE" sz="900" dirty="0"/>
                <a:t>Image: </a:t>
              </a:r>
              <a:r>
                <a:rPr lang="de-DE" sz="900" dirty="0">
                  <a:hlinkClick r:id="rId8"/>
                </a:rPr>
                <a:t>Wikipedia</a:t>
              </a:r>
              <a:r>
                <a:rPr lang="de-DE" sz="900" dirty="0"/>
                <a:t> (</a:t>
              </a:r>
              <a:r>
                <a:rPr lang="de-DE" sz="900" dirty="0" err="1"/>
                <a:t>Author</a:t>
              </a:r>
              <a:r>
                <a:rPr lang="de-DE" sz="900" dirty="0"/>
                <a:t>: </a:t>
              </a:r>
              <a:r>
                <a:rPr lang="de-DE" sz="900" dirty="0" err="1"/>
                <a:t>SomnusDe</a:t>
              </a:r>
              <a:r>
                <a:rPr lang="de-DE" sz="900" dirty="0"/>
                <a:t>)</a:t>
              </a:r>
            </a:p>
          </p:txBody>
        </p:sp>
      </p:grpSp>
      <p:grpSp>
        <p:nvGrpSpPr>
          <p:cNvPr id="37" name="Gruppieren 36">
            <a:extLst>
              <a:ext uri="{FF2B5EF4-FFF2-40B4-BE49-F238E27FC236}">
                <a16:creationId xmlns:a16="http://schemas.microsoft.com/office/drawing/2014/main" id="{3EC42634-289B-6C2F-953B-E58BC9DD0381}"/>
              </a:ext>
            </a:extLst>
          </p:cNvPr>
          <p:cNvGrpSpPr/>
          <p:nvPr/>
        </p:nvGrpSpPr>
        <p:grpSpPr>
          <a:xfrm>
            <a:off x="6096000" y="3495331"/>
            <a:ext cx="5335012" cy="2340507"/>
            <a:chOff x="4777953" y="3883920"/>
            <a:chExt cx="4990950" cy="2023563"/>
          </a:xfrm>
        </p:grpSpPr>
        <p:cxnSp>
          <p:nvCxnSpPr>
            <p:cNvPr id="38" name="Gerade Verbindung 13">
              <a:extLst>
                <a:ext uri="{FF2B5EF4-FFF2-40B4-BE49-F238E27FC236}">
                  <a16:creationId xmlns:a16="http://schemas.microsoft.com/office/drawing/2014/main" id="{6356D911-F35E-BD89-3340-8BBD1271C598}"/>
                </a:ext>
              </a:extLst>
            </p:cNvPr>
            <p:cNvCxnSpPr/>
            <p:nvPr/>
          </p:nvCxnSpPr>
          <p:spPr bwMode="auto">
            <a:xfrm flipH="1">
              <a:off x="8602054" y="4287646"/>
              <a:ext cx="141804" cy="139932"/>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Textfeld 38">
              <a:extLst>
                <a:ext uri="{FF2B5EF4-FFF2-40B4-BE49-F238E27FC236}">
                  <a16:creationId xmlns:a16="http://schemas.microsoft.com/office/drawing/2014/main" id="{BE88B997-B103-90B3-A034-FA5E7987D4A6}"/>
                </a:ext>
              </a:extLst>
            </p:cNvPr>
            <p:cNvSpPr txBox="1"/>
            <p:nvPr/>
          </p:nvSpPr>
          <p:spPr>
            <a:xfrm>
              <a:off x="4777953" y="5035417"/>
              <a:ext cx="1075530" cy="239489"/>
            </a:xfrm>
            <a:prstGeom prst="rect">
              <a:avLst/>
            </a:prstGeom>
            <a:noFill/>
          </p:spPr>
          <p:txBody>
            <a:bodyPr wrap="non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dirty="0">
                  <a:ln>
                    <a:noFill/>
                  </a:ln>
                  <a:solidFill>
                    <a:srgbClr val="000000"/>
                  </a:solidFill>
                  <a:effectLst/>
                  <a:uLnTx/>
                  <a:uFillTx/>
                </a:rPr>
                <a:t>AC 90…240 V</a:t>
              </a:r>
              <a:endParaRPr kumimoji="0" lang="de-DE" sz="1200" b="0" i="0" u="none" strike="noStrike" kern="0" cap="none" spc="0" normalizeH="0" baseline="-25000" noProof="0" dirty="0">
                <a:ln>
                  <a:noFill/>
                </a:ln>
                <a:solidFill>
                  <a:srgbClr val="000000"/>
                </a:solidFill>
                <a:effectLst/>
                <a:uLnTx/>
                <a:uFillTx/>
              </a:endParaRPr>
            </a:p>
          </p:txBody>
        </p:sp>
        <p:sp>
          <p:nvSpPr>
            <p:cNvPr id="40" name="Textfeld 39">
              <a:extLst>
                <a:ext uri="{FF2B5EF4-FFF2-40B4-BE49-F238E27FC236}">
                  <a16:creationId xmlns:a16="http://schemas.microsoft.com/office/drawing/2014/main" id="{7946EAB1-7A87-8147-28BD-10F838F74A32}"/>
                </a:ext>
              </a:extLst>
            </p:cNvPr>
            <p:cNvSpPr txBox="1"/>
            <p:nvPr/>
          </p:nvSpPr>
          <p:spPr>
            <a:xfrm>
              <a:off x="5167618" y="3883920"/>
              <a:ext cx="772606" cy="239489"/>
            </a:xfrm>
            <a:prstGeom prst="rect">
              <a:avLst/>
            </a:prstGeom>
            <a:noFill/>
          </p:spPr>
          <p:txBody>
            <a:bodyPr wrap="none" rtlCol="0" anchor="ctr">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dirty="0">
                  <a:ln>
                    <a:noFill/>
                  </a:ln>
                  <a:solidFill>
                    <a:srgbClr val="000000"/>
                  </a:solidFill>
                  <a:effectLst/>
                  <a:uLnTx/>
                  <a:uFillTx/>
                </a:rPr>
                <a:t>DC 380 V</a:t>
              </a:r>
              <a:endParaRPr kumimoji="0" lang="de-DE" sz="1200" b="0" i="0" u="none" strike="noStrike" kern="0" cap="none" spc="0" normalizeH="0" baseline="-25000" noProof="0" dirty="0">
                <a:ln>
                  <a:noFill/>
                </a:ln>
                <a:solidFill>
                  <a:srgbClr val="000000"/>
                </a:solidFill>
                <a:effectLst/>
                <a:uLnTx/>
                <a:uFillTx/>
              </a:endParaRPr>
            </a:p>
          </p:txBody>
        </p:sp>
        <p:sp>
          <p:nvSpPr>
            <p:cNvPr id="41" name="Rechteck 40">
              <a:extLst>
                <a:ext uri="{FF2B5EF4-FFF2-40B4-BE49-F238E27FC236}">
                  <a16:creationId xmlns:a16="http://schemas.microsoft.com/office/drawing/2014/main" id="{69C1FB56-CFFB-CE59-4515-120352E81B47}"/>
                </a:ext>
              </a:extLst>
            </p:cNvPr>
            <p:cNvSpPr/>
            <p:nvPr/>
          </p:nvSpPr>
          <p:spPr bwMode="auto">
            <a:xfrm>
              <a:off x="5949292" y="4221558"/>
              <a:ext cx="2679093" cy="1685925"/>
            </a:xfrm>
            <a:prstGeom prst="rect">
              <a:avLst/>
            </a:prstGeom>
            <a:solidFill>
              <a:srgbClr val="E5EEF2"/>
            </a:solidFill>
            <a:ln w="9525">
              <a:solidFill>
                <a:srgbClr val="005B7F"/>
              </a:solidFill>
              <a:prstDash val="dash"/>
              <a:round/>
              <a:headEnd/>
              <a:tailEnd type="none" w="sm" len="lg"/>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42" name="Line 8">
              <a:extLst>
                <a:ext uri="{FF2B5EF4-FFF2-40B4-BE49-F238E27FC236}">
                  <a16:creationId xmlns:a16="http://schemas.microsoft.com/office/drawing/2014/main" id="{109891CA-8065-37B4-B4FC-4A1B229A86F4}"/>
                </a:ext>
              </a:extLst>
            </p:cNvPr>
            <p:cNvSpPr>
              <a:spLocks noChangeShapeType="1"/>
            </p:cNvSpPr>
            <p:nvPr/>
          </p:nvSpPr>
          <p:spPr bwMode="auto">
            <a:xfrm>
              <a:off x="7150384" y="5809419"/>
              <a:ext cx="1886421"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43" name="Line 9">
              <a:extLst>
                <a:ext uri="{FF2B5EF4-FFF2-40B4-BE49-F238E27FC236}">
                  <a16:creationId xmlns:a16="http://schemas.microsoft.com/office/drawing/2014/main" id="{9CAD02E8-58B6-81E4-FC33-6794C63B0EE0}"/>
                </a:ext>
              </a:extLst>
            </p:cNvPr>
            <p:cNvSpPr>
              <a:spLocks noChangeShapeType="1"/>
            </p:cNvSpPr>
            <p:nvPr/>
          </p:nvSpPr>
          <p:spPr bwMode="auto">
            <a:xfrm>
              <a:off x="7142975" y="4415939"/>
              <a:ext cx="189383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44" name="Line 114">
              <a:extLst>
                <a:ext uri="{FF2B5EF4-FFF2-40B4-BE49-F238E27FC236}">
                  <a16:creationId xmlns:a16="http://schemas.microsoft.com/office/drawing/2014/main" id="{6A0861EB-4A0E-0BC8-30AD-5A57A3B61306}"/>
                </a:ext>
              </a:extLst>
            </p:cNvPr>
            <p:cNvSpPr>
              <a:spLocks noChangeShapeType="1"/>
            </p:cNvSpPr>
            <p:nvPr/>
          </p:nvSpPr>
          <p:spPr bwMode="auto">
            <a:xfrm>
              <a:off x="7417082" y="4415633"/>
              <a:ext cx="0" cy="139219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45" name="Line 115">
              <a:extLst>
                <a:ext uri="{FF2B5EF4-FFF2-40B4-BE49-F238E27FC236}">
                  <a16:creationId xmlns:a16="http://schemas.microsoft.com/office/drawing/2014/main" id="{83BEA611-38D1-66FD-39B9-6D985B1B0C29}"/>
                </a:ext>
              </a:extLst>
            </p:cNvPr>
            <p:cNvSpPr>
              <a:spLocks noChangeShapeType="1"/>
            </p:cNvSpPr>
            <p:nvPr/>
          </p:nvSpPr>
          <p:spPr bwMode="auto">
            <a:xfrm>
              <a:off x="7147207" y="4415633"/>
              <a:ext cx="0" cy="139378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46" name="Line 116">
              <a:extLst>
                <a:ext uri="{FF2B5EF4-FFF2-40B4-BE49-F238E27FC236}">
                  <a16:creationId xmlns:a16="http://schemas.microsoft.com/office/drawing/2014/main" id="{1A08FD94-5838-B292-8A1F-EE87273A6AF6}"/>
                </a:ext>
              </a:extLst>
            </p:cNvPr>
            <p:cNvSpPr>
              <a:spLocks noChangeShapeType="1"/>
            </p:cNvSpPr>
            <p:nvPr/>
          </p:nvSpPr>
          <p:spPr bwMode="auto">
            <a:xfrm flipH="1">
              <a:off x="5921657" y="4950351"/>
              <a:ext cx="1228725"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47" name="Line 117">
              <a:extLst>
                <a:ext uri="{FF2B5EF4-FFF2-40B4-BE49-F238E27FC236}">
                  <a16:creationId xmlns:a16="http://schemas.microsoft.com/office/drawing/2014/main" id="{B8D42BA9-A9F9-B347-BD76-F4E94C871C0F}"/>
                </a:ext>
              </a:extLst>
            </p:cNvPr>
            <p:cNvSpPr>
              <a:spLocks noChangeShapeType="1"/>
            </p:cNvSpPr>
            <p:nvPr/>
          </p:nvSpPr>
          <p:spPr bwMode="auto">
            <a:xfrm flipH="1">
              <a:off x="5952467" y="5350401"/>
              <a:ext cx="1472551"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48" name="Oval 118">
              <a:extLst>
                <a:ext uri="{FF2B5EF4-FFF2-40B4-BE49-F238E27FC236}">
                  <a16:creationId xmlns:a16="http://schemas.microsoft.com/office/drawing/2014/main" id="{BBB9A1E4-142C-0C3E-0DE9-3240F23F9395}"/>
                </a:ext>
              </a:extLst>
            </p:cNvPr>
            <p:cNvSpPr>
              <a:spLocks noChangeAspect="1" noChangeArrowheads="1"/>
            </p:cNvSpPr>
            <p:nvPr/>
          </p:nvSpPr>
          <p:spPr bwMode="auto">
            <a:xfrm>
              <a:off x="5916749" y="5313889"/>
              <a:ext cx="71438" cy="6350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49" name="Oval 119">
              <a:extLst>
                <a:ext uri="{FF2B5EF4-FFF2-40B4-BE49-F238E27FC236}">
                  <a16:creationId xmlns:a16="http://schemas.microsoft.com/office/drawing/2014/main" id="{F6CC8AAE-6B56-60F1-34CC-A4B92EF7A2EB}"/>
                </a:ext>
              </a:extLst>
            </p:cNvPr>
            <p:cNvSpPr>
              <a:spLocks noChangeAspect="1" noChangeArrowheads="1"/>
            </p:cNvSpPr>
            <p:nvPr/>
          </p:nvSpPr>
          <p:spPr bwMode="auto">
            <a:xfrm>
              <a:off x="5913574" y="4920189"/>
              <a:ext cx="71438" cy="6508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50" name="Line 125">
              <a:extLst>
                <a:ext uri="{FF2B5EF4-FFF2-40B4-BE49-F238E27FC236}">
                  <a16:creationId xmlns:a16="http://schemas.microsoft.com/office/drawing/2014/main" id="{35A0F759-50F7-6C55-A375-1736F4354784}"/>
                </a:ext>
              </a:extLst>
            </p:cNvPr>
            <p:cNvSpPr>
              <a:spLocks noChangeShapeType="1"/>
            </p:cNvSpPr>
            <p:nvPr/>
          </p:nvSpPr>
          <p:spPr bwMode="auto">
            <a:xfrm>
              <a:off x="8322972" y="4422675"/>
              <a:ext cx="0" cy="667375"/>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grpSp>
          <p:nvGrpSpPr>
            <p:cNvPr id="51" name="Group 126">
              <a:extLst>
                <a:ext uri="{FF2B5EF4-FFF2-40B4-BE49-F238E27FC236}">
                  <a16:creationId xmlns:a16="http://schemas.microsoft.com/office/drawing/2014/main" id="{BC310202-8998-0C2E-7E55-E85CAF520821}"/>
                </a:ext>
              </a:extLst>
            </p:cNvPr>
            <p:cNvGrpSpPr>
              <a:grpSpLocks/>
            </p:cNvGrpSpPr>
            <p:nvPr/>
          </p:nvGrpSpPr>
          <p:grpSpPr bwMode="auto">
            <a:xfrm>
              <a:off x="8203909" y="5071732"/>
              <a:ext cx="238125" cy="107950"/>
              <a:chOff x="2458" y="1837"/>
              <a:chExt cx="138" cy="68"/>
            </a:xfrm>
          </p:grpSpPr>
          <p:sp>
            <p:nvSpPr>
              <p:cNvPr id="113" name="Rectangle 127">
                <a:extLst>
                  <a:ext uri="{FF2B5EF4-FFF2-40B4-BE49-F238E27FC236}">
                    <a16:creationId xmlns:a16="http://schemas.microsoft.com/office/drawing/2014/main" id="{8EA599A7-2279-2AF0-435A-CD5438037BEF}"/>
                  </a:ext>
                </a:extLst>
              </p:cNvPr>
              <p:cNvSpPr>
                <a:spLocks noChangeArrowheads="1"/>
              </p:cNvSpPr>
              <p:nvPr/>
            </p:nvSpPr>
            <p:spPr bwMode="auto">
              <a:xfrm>
                <a:off x="2460" y="1837"/>
                <a:ext cx="135" cy="35"/>
              </a:xfrm>
              <a:prstGeom prst="rect">
                <a:avLst/>
              </a:prstGeom>
              <a:solidFill>
                <a:srgbClr val="FFFFFF"/>
              </a:solidFill>
              <a:ln w="9525">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114" name="Line 128">
                <a:extLst>
                  <a:ext uri="{FF2B5EF4-FFF2-40B4-BE49-F238E27FC236}">
                    <a16:creationId xmlns:a16="http://schemas.microsoft.com/office/drawing/2014/main" id="{C387C556-9099-AFBA-7100-834987BE9152}"/>
                  </a:ext>
                </a:extLst>
              </p:cNvPr>
              <p:cNvSpPr>
                <a:spLocks noChangeShapeType="1"/>
              </p:cNvSpPr>
              <p:nvPr/>
            </p:nvSpPr>
            <p:spPr bwMode="auto">
              <a:xfrm>
                <a:off x="2458" y="1905"/>
                <a:ext cx="138" cy="0"/>
              </a:xfrm>
              <a:prstGeom prst="line">
                <a:avLst/>
              </a:prstGeom>
              <a:noFill/>
              <a:ln w="2857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grpSp>
        <p:sp>
          <p:nvSpPr>
            <p:cNvPr id="52" name="Line 129">
              <a:extLst>
                <a:ext uri="{FF2B5EF4-FFF2-40B4-BE49-F238E27FC236}">
                  <a16:creationId xmlns:a16="http://schemas.microsoft.com/office/drawing/2014/main" id="{07180E52-4D7A-1A0B-9F1D-DA92211F8669}"/>
                </a:ext>
              </a:extLst>
            </p:cNvPr>
            <p:cNvSpPr>
              <a:spLocks noChangeShapeType="1"/>
            </p:cNvSpPr>
            <p:nvPr/>
          </p:nvSpPr>
          <p:spPr bwMode="auto">
            <a:xfrm>
              <a:off x="8322972" y="5185302"/>
              <a:ext cx="0" cy="622530"/>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53" name="Line 131">
              <a:extLst>
                <a:ext uri="{FF2B5EF4-FFF2-40B4-BE49-F238E27FC236}">
                  <a16:creationId xmlns:a16="http://schemas.microsoft.com/office/drawing/2014/main" id="{222F9F14-53B7-FDAF-7BCA-F5B006341AA2}"/>
                </a:ext>
              </a:extLst>
            </p:cNvPr>
            <p:cNvSpPr>
              <a:spLocks noChangeShapeType="1"/>
            </p:cNvSpPr>
            <p:nvPr/>
          </p:nvSpPr>
          <p:spPr bwMode="auto">
            <a:xfrm rot="16200000" flipV="1">
              <a:off x="7418410" y="4563812"/>
              <a:ext cx="0" cy="147604"/>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54" name="AutoShape 132">
              <a:extLst>
                <a:ext uri="{FF2B5EF4-FFF2-40B4-BE49-F238E27FC236}">
                  <a16:creationId xmlns:a16="http://schemas.microsoft.com/office/drawing/2014/main" id="{954E267A-5D3F-83B6-4C39-D47B851FF819}"/>
                </a:ext>
              </a:extLst>
            </p:cNvPr>
            <p:cNvSpPr>
              <a:spLocks noChangeArrowheads="1"/>
            </p:cNvSpPr>
            <p:nvPr/>
          </p:nvSpPr>
          <p:spPr bwMode="auto">
            <a:xfrm>
              <a:off x="7343004" y="4639332"/>
              <a:ext cx="150813" cy="109979"/>
            </a:xfrm>
            <a:prstGeom prst="triangle">
              <a:avLst>
                <a:gd name="adj" fmla="val 50000"/>
              </a:avLst>
            </a:prstGeom>
            <a:solidFill>
              <a:srgbClr val="FFFFFF"/>
            </a:solidFill>
            <a:ln w="12700">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grpSp>
          <p:nvGrpSpPr>
            <p:cNvPr id="55" name="Group 133">
              <a:extLst>
                <a:ext uri="{FF2B5EF4-FFF2-40B4-BE49-F238E27FC236}">
                  <a16:creationId xmlns:a16="http://schemas.microsoft.com/office/drawing/2014/main" id="{5F296826-7427-0AEE-D869-A36017EDF1A5}"/>
                </a:ext>
              </a:extLst>
            </p:cNvPr>
            <p:cNvGrpSpPr>
              <a:grpSpLocks/>
            </p:cNvGrpSpPr>
            <p:nvPr/>
          </p:nvGrpSpPr>
          <p:grpSpPr bwMode="auto">
            <a:xfrm>
              <a:off x="8077482" y="4346089"/>
              <a:ext cx="120650" cy="138113"/>
              <a:chOff x="1850" y="1894"/>
              <a:chExt cx="97" cy="141"/>
            </a:xfrm>
          </p:grpSpPr>
          <p:sp>
            <p:nvSpPr>
              <p:cNvPr id="111" name="Line 134">
                <a:extLst>
                  <a:ext uri="{FF2B5EF4-FFF2-40B4-BE49-F238E27FC236}">
                    <a16:creationId xmlns:a16="http://schemas.microsoft.com/office/drawing/2014/main" id="{0BA7ECDE-F76F-34A5-8950-7FDBB237FAC9}"/>
                  </a:ext>
                </a:extLst>
              </p:cNvPr>
              <p:cNvSpPr>
                <a:spLocks noChangeShapeType="1"/>
              </p:cNvSpPr>
              <p:nvPr/>
            </p:nvSpPr>
            <p:spPr bwMode="auto">
              <a:xfrm flipV="1">
                <a:off x="1947" y="1896"/>
                <a:ext cx="0" cy="138"/>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112" name="AutoShape 135">
                <a:extLst>
                  <a:ext uri="{FF2B5EF4-FFF2-40B4-BE49-F238E27FC236}">
                    <a16:creationId xmlns:a16="http://schemas.microsoft.com/office/drawing/2014/main" id="{7EC07959-AE9E-9315-9600-B8C96F587C30}"/>
                  </a:ext>
                </a:extLst>
              </p:cNvPr>
              <p:cNvSpPr>
                <a:spLocks noChangeArrowheads="1"/>
              </p:cNvSpPr>
              <p:nvPr/>
            </p:nvSpPr>
            <p:spPr bwMode="auto">
              <a:xfrm rot="5400000">
                <a:off x="1827" y="1917"/>
                <a:ext cx="141" cy="96"/>
              </a:xfrm>
              <a:prstGeom prst="triangle">
                <a:avLst>
                  <a:gd name="adj" fmla="val 50000"/>
                </a:avLst>
              </a:prstGeom>
              <a:solidFill>
                <a:srgbClr val="FFFFFF"/>
              </a:solidFill>
              <a:ln w="12700">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grpSp>
        <p:sp>
          <p:nvSpPr>
            <p:cNvPr id="56" name="Line 136">
              <a:extLst>
                <a:ext uri="{FF2B5EF4-FFF2-40B4-BE49-F238E27FC236}">
                  <a16:creationId xmlns:a16="http://schemas.microsoft.com/office/drawing/2014/main" id="{44B397DC-836D-5FEF-92C4-2256FD1BF5A1}"/>
                </a:ext>
              </a:extLst>
            </p:cNvPr>
            <p:cNvSpPr>
              <a:spLocks noChangeShapeType="1"/>
            </p:cNvSpPr>
            <p:nvPr/>
          </p:nvSpPr>
          <p:spPr bwMode="auto">
            <a:xfrm>
              <a:off x="7937782" y="5502932"/>
              <a:ext cx="0" cy="306487"/>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57" name="Line 137">
              <a:extLst>
                <a:ext uri="{FF2B5EF4-FFF2-40B4-BE49-F238E27FC236}">
                  <a16:creationId xmlns:a16="http://schemas.microsoft.com/office/drawing/2014/main" id="{3067E653-0A0E-7233-FA19-27AAAFED65D9}"/>
                </a:ext>
              </a:extLst>
            </p:cNvPr>
            <p:cNvSpPr>
              <a:spLocks noChangeShapeType="1"/>
            </p:cNvSpPr>
            <p:nvPr/>
          </p:nvSpPr>
          <p:spPr bwMode="auto">
            <a:xfrm flipV="1">
              <a:off x="7936194" y="4417525"/>
              <a:ext cx="0" cy="1002247"/>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58" name="Line 138">
              <a:extLst>
                <a:ext uri="{FF2B5EF4-FFF2-40B4-BE49-F238E27FC236}">
                  <a16:creationId xmlns:a16="http://schemas.microsoft.com/office/drawing/2014/main" id="{DE171070-5EDC-AC26-6FAC-8B269CC849C9}"/>
                </a:ext>
              </a:extLst>
            </p:cNvPr>
            <p:cNvSpPr>
              <a:spLocks noChangeShapeType="1"/>
            </p:cNvSpPr>
            <p:nvPr/>
          </p:nvSpPr>
          <p:spPr bwMode="auto">
            <a:xfrm flipH="1">
              <a:off x="7820307" y="5419774"/>
              <a:ext cx="115887" cy="0"/>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59" name="Line 139">
              <a:extLst>
                <a:ext uri="{FF2B5EF4-FFF2-40B4-BE49-F238E27FC236}">
                  <a16:creationId xmlns:a16="http://schemas.microsoft.com/office/drawing/2014/main" id="{5D071542-9993-7339-BA7E-A7A3BE7B68A1}"/>
                </a:ext>
              </a:extLst>
            </p:cNvPr>
            <p:cNvSpPr>
              <a:spLocks noChangeShapeType="1"/>
            </p:cNvSpPr>
            <p:nvPr/>
          </p:nvSpPr>
          <p:spPr bwMode="auto">
            <a:xfrm>
              <a:off x="7817132" y="5382151"/>
              <a:ext cx="0" cy="74135"/>
            </a:xfrm>
            <a:prstGeom prst="line">
              <a:avLst/>
            </a:prstGeom>
            <a:noFill/>
            <a:ln w="222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60" name="Line 140">
              <a:extLst>
                <a:ext uri="{FF2B5EF4-FFF2-40B4-BE49-F238E27FC236}">
                  <a16:creationId xmlns:a16="http://schemas.microsoft.com/office/drawing/2014/main" id="{AC40BB99-1462-3A0B-8510-1275560D6BA5}"/>
                </a:ext>
              </a:extLst>
            </p:cNvPr>
            <p:cNvSpPr>
              <a:spLocks noChangeShapeType="1"/>
            </p:cNvSpPr>
            <p:nvPr/>
          </p:nvSpPr>
          <p:spPr bwMode="auto">
            <a:xfrm>
              <a:off x="7818719" y="5475336"/>
              <a:ext cx="0" cy="76388"/>
            </a:xfrm>
            <a:prstGeom prst="line">
              <a:avLst/>
            </a:prstGeom>
            <a:noFill/>
            <a:ln w="222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61" name="Line 141">
              <a:extLst>
                <a:ext uri="{FF2B5EF4-FFF2-40B4-BE49-F238E27FC236}">
                  <a16:creationId xmlns:a16="http://schemas.microsoft.com/office/drawing/2014/main" id="{4A8F7D4A-0C0B-657A-2402-0BC2479510B2}"/>
                </a:ext>
              </a:extLst>
            </p:cNvPr>
            <p:cNvSpPr>
              <a:spLocks noChangeShapeType="1"/>
            </p:cNvSpPr>
            <p:nvPr/>
          </p:nvSpPr>
          <p:spPr bwMode="auto">
            <a:xfrm>
              <a:off x="7818719" y="5570586"/>
              <a:ext cx="0" cy="73213"/>
            </a:xfrm>
            <a:prstGeom prst="line">
              <a:avLst/>
            </a:prstGeom>
            <a:noFill/>
            <a:ln w="222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62" name="Line 142">
              <a:extLst>
                <a:ext uri="{FF2B5EF4-FFF2-40B4-BE49-F238E27FC236}">
                  <a16:creationId xmlns:a16="http://schemas.microsoft.com/office/drawing/2014/main" id="{F4967806-96CD-E23B-5026-47BE8C1E6E8A}"/>
                </a:ext>
              </a:extLst>
            </p:cNvPr>
            <p:cNvSpPr>
              <a:spLocks noChangeShapeType="1"/>
            </p:cNvSpPr>
            <p:nvPr/>
          </p:nvSpPr>
          <p:spPr bwMode="auto">
            <a:xfrm flipH="1">
              <a:off x="7826657" y="5507086"/>
              <a:ext cx="106362" cy="0"/>
            </a:xfrm>
            <a:prstGeom prst="line">
              <a:avLst/>
            </a:prstGeom>
            <a:noFill/>
            <a:ln w="9525">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63" name="Line 143">
              <a:extLst>
                <a:ext uri="{FF2B5EF4-FFF2-40B4-BE49-F238E27FC236}">
                  <a16:creationId xmlns:a16="http://schemas.microsoft.com/office/drawing/2014/main" id="{4D2C6006-9E9C-7B37-1A7C-C9A17CC9CE6D}"/>
                </a:ext>
              </a:extLst>
            </p:cNvPr>
            <p:cNvSpPr>
              <a:spLocks noChangeShapeType="1"/>
            </p:cNvSpPr>
            <p:nvPr/>
          </p:nvSpPr>
          <p:spPr bwMode="auto">
            <a:xfrm>
              <a:off x="7821894" y="5602336"/>
              <a:ext cx="111125" cy="0"/>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64" name="Oval 144">
              <a:extLst>
                <a:ext uri="{FF2B5EF4-FFF2-40B4-BE49-F238E27FC236}">
                  <a16:creationId xmlns:a16="http://schemas.microsoft.com/office/drawing/2014/main" id="{E287C759-827B-E58F-8E82-DD2530052C69}"/>
                </a:ext>
              </a:extLst>
            </p:cNvPr>
            <p:cNvSpPr>
              <a:spLocks noChangeAspect="1" noChangeArrowheads="1"/>
            </p:cNvSpPr>
            <p:nvPr/>
          </p:nvSpPr>
          <p:spPr bwMode="auto">
            <a:xfrm>
              <a:off x="7907619" y="5576936"/>
              <a:ext cx="50800" cy="46038"/>
            </a:xfrm>
            <a:prstGeom prst="ellipse">
              <a:avLst/>
            </a:prstGeom>
            <a:solidFill>
              <a:srgbClr val="000000"/>
            </a:solidFill>
            <a:ln>
              <a:noFill/>
            </a:ln>
            <a:effectLst/>
            <a:extLst>
              <a:ext uri="{91240B29-F687-4F45-9708-019B960494DF}">
                <a14:hiddenLine xmlns:a14="http://schemas.microsoft.com/office/drawing/2010/main" w="12700">
                  <a:solidFill>
                    <a:srgbClr val="000000"/>
                  </a:solidFill>
                  <a:round/>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65" name="Line 145">
              <a:extLst>
                <a:ext uri="{FF2B5EF4-FFF2-40B4-BE49-F238E27FC236}">
                  <a16:creationId xmlns:a16="http://schemas.microsoft.com/office/drawing/2014/main" id="{18681B89-0F18-8B6B-EB00-5E43A31E1DBE}"/>
                </a:ext>
              </a:extLst>
            </p:cNvPr>
            <p:cNvSpPr>
              <a:spLocks noChangeShapeType="1"/>
            </p:cNvSpPr>
            <p:nvPr/>
          </p:nvSpPr>
          <p:spPr bwMode="auto">
            <a:xfrm>
              <a:off x="7778509" y="5395961"/>
              <a:ext cx="0" cy="228600"/>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66" name="Line 146">
              <a:extLst>
                <a:ext uri="{FF2B5EF4-FFF2-40B4-BE49-F238E27FC236}">
                  <a16:creationId xmlns:a16="http://schemas.microsoft.com/office/drawing/2014/main" id="{D5EB4E48-1649-8219-701E-34E9B6B0480F}"/>
                </a:ext>
              </a:extLst>
            </p:cNvPr>
            <p:cNvSpPr>
              <a:spLocks noChangeShapeType="1"/>
            </p:cNvSpPr>
            <p:nvPr/>
          </p:nvSpPr>
          <p:spPr bwMode="auto">
            <a:xfrm>
              <a:off x="7699134" y="5616624"/>
              <a:ext cx="79375" cy="0"/>
            </a:xfrm>
            <a:prstGeom prst="line">
              <a:avLst/>
            </a:prstGeom>
            <a:noFill/>
            <a:ln w="95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67" name="Line 149">
              <a:extLst>
                <a:ext uri="{FF2B5EF4-FFF2-40B4-BE49-F238E27FC236}">
                  <a16:creationId xmlns:a16="http://schemas.microsoft.com/office/drawing/2014/main" id="{438D1105-0D55-1F5C-4A9A-41ADFA48E41D}"/>
                </a:ext>
              </a:extLst>
            </p:cNvPr>
            <p:cNvSpPr>
              <a:spLocks noChangeShapeType="1"/>
            </p:cNvSpPr>
            <p:nvPr/>
          </p:nvSpPr>
          <p:spPr bwMode="auto">
            <a:xfrm rot="16200000" flipV="1">
              <a:off x="7142974" y="4564589"/>
              <a:ext cx="0" cy="146050"/>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68" name="AutoShape 150">
              <a:extLst>
                <a:ext uri="{FF2B5EF4-FFF2-40B4-BE49-F238E27FC236}">
                  <a16:creationId xmlns:a16="http://schemas.microsoft.com/office/drawing/2014/main" id="{246654C0-326A-2A5B-68EE-268E8C2F1222}"/>
                </a:ext>
              </a:extLst>
            </p:cNvPr>
            <p:cNvSpPr>
              <a:spLocks noChangeArrowheads="1"/>
            </p:cNvSpPr>
            <p:nvPr/>
          </p:nvSpPr>
          <p:spPr bwMode="auto">
            <a:xfrm>
              <a:off x="7068361" y="4639332"/>
              <a:ext cx="149225" cy="109979"/>
            </a:xfrm>
            <a:prstGeom prst="triangle">
              <a:avLst>
                <a:gd name="adj" fmla="val 50000"/>
              </a:avLst>
            </a:prstGeom>
            <a:solidFill>
              <a:srgbClr val="FFFFFF"/>
            </a:solidFill>
            <a:ln w="12700">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69" name="Rectangle 151">
              <a:extLst>
                <a:ext uri="{FF2B5EF4-FFF2-40B4-BE49-F238E27FC236}">
                  <a16:creationId xmlns:a16="http://schemas.microsoft.com/office/drawing/2014/main" id="{720B384D-49C7-54A6-EADF-3C18C0AA1A0C}"/>
                </a:ext>
              </a:extLst>
            </p:cNvPr>
            <p:cNvSpPr>
              <a:spLocks noChangeArrowheads="1"/>
            </p:cNvSpPr>
            <p:nvPr/>
          </p:nvSpPr>
          <p:spPr bwMode="auto">
            <a:xfrm rot="16200000">
              <a:off x="7625094" y="4270631"/>
              <a:ext cx="123722" cy="292100"/>
            </a:xfrm>
            <a:prstGeom prst="rect">
              <a:avLst/>
            </a:prstGeom>
            <a:solidFill>
              <a:srgbClr val="000000"/>
            </a:solidFill>
            <a:ln>
              <a:noFill/>
            </a:ln>
            <a:effectLst/>
            <a:extLst>
              <a:ext uri="{91240B29-F687-4F45-9708-019B960494DF}">
                <a14:hiddenLine xmlns:a14="http://schemas.microsoft.com/office/drawing/2010/main" w="12700">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70" name="Line 157">
              <a:extLst>
                <a:ext uri="{FF2B5EF4-FFF2-40B4-BE49-F238E27FC236}">
                  <a16:creationId xmlns:a16="http://schemas.microsoft.com/office/drawing/2014/main" id="{8022805E-A9D2-F56D-5877-3D738238BB3D}"/>
                </a:ext>
              </a:extLst>
            </p:cNvPr>
            <p:cNvSpPr>
              <a:spLocks noChangeShapeType="1"/>
            </p:cNvSpPr>
            <p:nvPr/>
          </p:nvSpPr>
          <p:spPr bwMode="auto">
            <a:xfrm rot="16200000" flipV="1">
              <a:off x="7420786" y="5428189"/>
              <a:ext cx="0" cy="146050"/>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71" name="AutoShape 158">
              <a:extLst>
                <a:ext uri="{FF2B5EF4-FFF2-40B4-BE49-F238E27FC236}">
                  <a16:creationId xmlns:a16="http://schemas.microsoft.com/office/drawing/2014/main" id="{C0438829-2AB1-DF46-5A1D-29D7770546E7}"/>
                </a:ext>
              </a:extLst>
            </p:cNvPr>
            <p:cNvSpPr>
              <a:spLocks noChangeArrowheads="1"/>
            </p:cNvSpPr>
            <p:nvPr/>
          </p:nvSpPr>
          <p:spPr bwMode="auto">
            <a:xfrm>
              <a:off x="7346173" y="5502932"/>
              <a:ext cx="149225" cy="109979"/>
            </a:xfrm>
            <a:prstGeom prst="triangle">
              <a:avLst>
                <a:gd name="adj" fmla="val 50000"/>
              </a:avLst>
            </a:prstGeom>
            <a:solidFill>
              <a:srgbClr val="FFFFFF"/>
            </a:solidFill>
            <a:ln w="12700">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72" name="Line 160">
              <a:extLst>
                <a:ext uri="{FF2B5EF4-FFF2-40B4-BE49-F238E27FC236}">
                  <a16:creationId xmlns:a16="http://schemas.microsoft.com/office/drawing/2014/main" id="{4E387473-E48A-ED5F-F290-050F9B41AB3C}"/>
                </a:ext>
              </a:extLst>
            </p:cNvPr>
            <p:cNvSpPr>
              <a:spLocks noChangeShapeType="1"/>
            </p:cNvSpPr>
            <p:nvPr/>
          </p:nvSpPr>
          <p:spPr bwMode="auto">
            <a:xfrm rot="16200000" flipV="1">
              <a:off x="7144561" y="5428189"/>
              <a:ext cx="0" cy="146050"/>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73" name="AutoShape 161">
              <a:extLst>
                <a:ext uri="{FF2B5EF4-FFF2-40B4-BE49-F238E27FC236}">
                  <a16:creationId xmlns:a16="http://schemas.microsoft.com/office/drawing/2014/main" id="{7A24B073-61D7-91F6-D0F7-378BB27E463B}"/>
                </a:ext>
              </a:extLst>
            </p:cNvPr>
            <p:cNvSpPr>
              <a:spLocks noChangeArrowheads="1"/>
            </p:cNvSpPr>
            <p:nvPr/>
          </p:nvSpPr>
          <p:spPr bwMode="auto">
            <a:xfrm>
              <a:off x="7069948" y="5502932"/>
              <a:ext cx="149225" cy="109979"/>
            </a:xfrm>
            <a:prstGeom prst="triangle">
              <a:avLst>
                <a:gd name="adj" fmla="val 50000"/>
              </a:avLst>
            </a:prstGeom>
            <a:solidFill>
              <a:srgbClr val="FFFFFF"/>
            </a:solidFill>
            <a:ln w="12700">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74" name="Rectangle 162">
              <a:extLst>
                <a:ext uri="{FF2B5EF4-FFF2-40B4-BE49-F238E27FC236}">
                  <a16:creationId xmlns:a16="http://schemas.microsoft.com/office/drawing/2014/main" id="{4AFA8FDD-C379-FE0F-A134-A5A3A8878A83}"/>
                </a:ext>
              </a:extLst>
            </p:cNvPr>
            <p:cNvSpPr>
              <a:spLocks noChangeArrowheads="1"/>
            </p:cNvSpPr>
            <p:nvPr/>
          </p:nvSpPr>
          <p:spPr bwMode="auto">
            <a:xfrm rot="16200000">
              <a:off x="6527288" y="4803507"/>
              <a:ext cx="114300" cy="293688"/>
            </a:xfrm>
            <a:prstGeom prst="rect">
              <a:avLst/>
            </a:prstGeom>
            <a:solidFill>
              <a:srgbClr val="000000"/>
            </a:solidFill>
            <a:ln>
              <a:noFill/>
            </a:ln>
            <a:effectLst/>
            <a:extLst>
              <a:ext uri="{91240B29-F687-4F45-9708-019B960494DF}">
                <a14:hiddenLine xmlns:a14="http://schemas.microsoft.com/office/drawing/2010/main" w="12700">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75" name="Rectangle 163">
              <a:extLst>
                <a:ext uri="{FF2B5EF4-FFF2-40B4-BE49-F238E27FC236}">
                  <a16:creationId xmlns:a16="http://schemas.microsoft.com/office/drawing/2014/main" id="{0A7991DD-2E57-8C01-8B04-D860447CE803}"/>
                </a:ext>
              </a:extLst>
            </p:cNvPr>
            <p:cNvSpPr>
              <a:spLocks noChangeArrowheads="1"/>
            </p:cNvSpPr>
            <p:nvPr/>
          </p:nvSpPr>
          <p:spPr bwMode="auto">
            <a:xfrm rot="16200000">
              <a:off x="6528876" y="5198795"/>
              <a:ext cx="114300" cy="293687"/>
            </a:xfrm>
            <a:prstGeom prst="rect">
              <a:avLst/>
            </a:prstGeom>
            <a:solidFill>
              <a:srgbClr val="000000"/>
            </a:solidFill>
            <a:ln>
              <a:noFill/>
            </a:ln>
            <a:effectLst/>
            <a:extLst>
              <a:ext uri="{91240B29-F687-4F45-9708-019B960494DF}">
                <a14:hiddenLine xmlns:a14="http://schemas.microsoft.com/office/drawing/2010/main" w="12700">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76" name="Line 166">
              <a:extLst>
                <a:ext uri="{FF2B5EF4-FFF2-40B4-BE49-F238E27FC236}">
                  <a16:creationId xmlns:a16="http://schemas.microsoft.com/office/drawing/2014/main" id="{2F7EE968-0CCB-9054-02E0-208648C9E8BB}"/>
                </a:ext>
              </a:extLst>
            </p:cNvPr>
            <p:cNvSpPr>
              <a:spLocks noChangeShapeType="1"/>
            </p:cNvSpPr>
            <p:nvPr/>
          </p:nvSpPr>
          <p:spPr bwMode="auto">
            <a:xfrm>
              <a:off x="6894794" y="4958289"/>
              <a:ext cx="0" cy="180975"/>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77" name="Line 167">
              <a:extLst>
                <a:ext uri="{FF2B5EF4-FFF2-40B4-BE49-F238E27FC236}">
                  <a16:creationId xmlns:a16="http://schemas.microsoft.com/office/drawing/2014/main" id="{66CE6123-6A80-B72B-B505-FAAE3FA5ABF2}"/>
                </a:ext>
              </a:extLst>
            </p:cNvPr>
            <p:cNvSpPr>
              <a:spLocks noChangeShapeType="1"/>
            </p:cNvSpPr>
            <p:nvPr/>
          </p:nvSpPr>
          <p:spPr bwMode="auto">
            <a:xfrm>
              <a:off x="6894794" y="5175776"/>
              <a:ext cx="0" cy="185738"/>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78" name="Line 171">
              <a:extLst>
                <a:ext uri="{FF2B5EF4-FFF2-40B4-BE49-F238E27FC236}">
                  <a16:creationId xmlns:a16="http://schemas.microsoft.com/office/drawing/2014/main" id="{23404CD3-16EF-359B-7DCA-3970246EF9B1}"/>
                </a:ext>
              </a:extLst>
            </p:cNvPr>
            <p:cNvSpPr>
              <a:spLocks noChangeShapeType="1"/>
            </p:cNvSpPr>
            <p:nvPr/>
          </p:nvSpPr>
          <p:spPr bwMode="auto">
            <a:xfrm>
              <a:off x="6218519" y="5177364"/>
              <a:ext cx="142875" cy="0"/>
            </a:xfrm>
            <a:prstGeom prst="line">
              <a:avLst/>
            </a:prstGeom>
            <a:noFill/>
            <a:ln w="222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79" name="Line 172">
              <a:extLst>
                <a:ext uri="{FF2B5EF4-FFF2-40B4-BE49-F238E27FC236}">
                  <a16:creationId xmlns:a16="http://schemas.microsoft.com/office/drawing/2014/main" id="{76E7F7A0-E80F-00E6-C9A0-4B1B2F0B04E2}"/>
                </a:ext>
              </a:extLst>
            </p:cNvPr>
            <p:cNvSpPr>
              <a:spLocks noChangeShapeType="1"/>
            </p:cNvSpPr>
            <p:nvPr/>
          </p:nvSpPr>
          <p:spPr bwMode="auto">
            <a:xfrm>
              <a:off x="6289957" y="4964639"/>
              <a:ext cx="0" cy="176212"/>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80" name="Line 173">
              <a:extLst>
                <a:ext uri="{FF2B5EF4-FFF2-40B4-BE49-F238E27FC236}">
                  <a16:creationId xmlns:a16="http://schemas.microsoft.com/office/drawing/2014/main" id="{BB4BC3C5-2255-FCB3-7F66-674CADA3563F}"/>
                </a:ext>
              </a:extLst>
            </p:cNvPr>
            <p:cNvSpPr>
              <a:spLocks noChangeShapeType="1"/>
            </p:cNvSpPr>
            <p:nvPr/>
          </p:nvSpPr>
          <p:spPr bwMode="auto">
            <a:xfrm>
              <a:off x="6289957" y="5178951"/>
              <a:ext cx="0" cy="188913"/>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81" name="Freeform 176">
              <a:extLst>
                <a:ext uri="{FF2B5EF4-FFF2-40B4-BE49-F238E27FC236}">
                  <a16:creationId xmlns:a16="http://schemas.microsoft.com/office/drawing/2014/main" id="{9F9D17B3-4D92-1103-A0D3-830FF86E1385}"/>
                </a:ext>
              </a:extLst>
            </p:cNvPr>
            <p:cNvSpPr>
              <a:spLocks/>
            </p:cNvSpPr>
            <p:nvPr/>
          </p:nvSpPr>
          <p:spPr bwMode="auto">
            <a:xfrm>
              <a:off x="6447119" y="5050364"/>
              <a:ext cx="279400" cy="203200"/>
            </a:xfrm>
            <a:custGeom>
              <a:avLst/>
              <a:gdLst>
                <a:gd name="T0" fmla="*/ 0 w 162"/>
                <a:gd name="T1" fmla="*/ 0 h 128"/>
                <a:gd name="T2" fmla="*/ 481878765 w 162"/>
                <a:gd name="T3" fmla="*/ 0 h 128"/>
                <a:gd name="T4" fmla="*/ 481878765 w 162"/>
                <a:gd name="T5" fmla="*/ 322580000 h 128"/>
                <a:gd name="T6" fmla="*/ 0 w 162"/>
                <a:gd name="T7" fmla="*/ 322580000 h 1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128">
                  <a:moveTo>
                    <a:pt x="0" y="0"/>
                  </a:moveTo>
                  <a:lnTo>
                    <a:pt x="162" y="0"/>
                  </a:lnTo>
                  <a:lnTo>
                    <a:pt x="162" y="128"/>
                  </a:lnTo>
                  <a:lnTo>
                    <a:pt x="0" y="128"/>
                  </a:lnTo>
                </a:path>
              </a:pathLst>
            </a:custGeom>
            <a:noFill/>
            <a:ln w="9525" cap="flat" cmpd="sng">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82" name="Line 194">
              <a:extLst>
                <a:ext uri="{FF2B5EF4-FFF2-40B4-BE49-F238E27FC236}">
                  <a16:creationId xmlns:a16="http://schemas.microsoft.com/office/drawing/2014/main" id="{FE90C8C9-E642-FA93-513C-91CF5B6DB859}"/>
                </a:ext>
              </a:extLst>
            </p:cNvPr>
            <p:cNvSpPr>
              <a:spLocks noChangeShapeType="1"/>
            </p:cNvSpPr>
            <p:nvPr/>
          </p:nvSpPr>
          <p:spPr bwMode="auto">
            <a:xfrm>
              <a:off x="6216932" y="5140851"/>
              <a:ext cx="142875" cy="0"/>
            </a:xfrm>
            <a:prstGeom prst="line">
              <a:avLst/>
            </a:prstGeom>
            <a:noFill/>
            <a:ln w="222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83" name="Line 195">
              <a:extLst>
                <a:ext uri="{FF2B5EF4-FFF2-40B4-BE49-F238E27FC236}">
                  <a16:creationId xmlns:a16="http://schemas.microsoft.com/office/drawing/2014/main" id="{F3D74ED7-D913-41D0-0A8A-1B15701ED773}"/>
                </a:ext>
              </a:extLst>
            </p:cNvPr>
            <p:cNvSpPr>
              <a:spLocks noChangeShapeType="1"/>
            </p:cNvSpPr>
            <p:nvPr/>
          </p:nvSpPr>
          <p:spPr bwMode="auto">
            <a:xfrm>
              <a:off x="6824944" y="5175776"/>
              <a:ext cx="142875" cy="0"/>
            </a:xfrm>
            <a:prstGeom prst="line">
              <a:avLst/>
            </a:prstGeom>
            <a:noFill/>
            <a:ln w="222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84" name="Line 196">
              <a:extLst>
                <a:ext uri="{FF2B5EF4-FFF2-40B4-BE49-F238E27FC236}">
                  <a16:creationId xmlns:a16="http://schemas.microsoft.com/office/drawing/2014/main" id="{18AD33CF-79E0-C46E-801A-EF8D47E33E63}"/>
                </a:ext>
              </a:extLst>
            </p:cNvPr>
            <p:cNvSpPr>
              <a:spLocks noChangeShapeType="1"/>
            </p:cNvSpPr>
            <p:nvPr/>
          </p:nvSpPr>
          <p:spPr bwMode="auto">
            <a:xfrm>
              <a:off x="6823357" y="5139264"/>
              <a:ext cx="142875" cy="0"/>
            </a:xfrm>
            <a:prstGeom prst="line">
              <a:avLst/>
            </a:prstGeom>
            <a:noFill/>
            <a:ln w="222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85" name="Oval 169">
              <a:extLst>
                <a:ext uri="{FF2B5EF4-FFF2-40B4-BE49-F238E27FC236}">
                  <a16:creationId xmlns:a16="http://schemas.microsoft.com/office/drawing/2014/main" id="{FB7364B4-55C8-9176-4BC9-9114C0CCCF9A}"/>
                </a:ext>
              </a:extLst>
            </p:cNvPr>
            <p:cNvSpPr>
              <a:spLocks noChangeArrowheads="1"/>
            </p:cNvSpPr>
            <p:nvPr/>
          </p:nvSpPr>
          <p:spPr bwMode="auto">
            <a:xfrm>
              <a:off x="7389610" y="5321826"/>
              <a:ext cx="57600"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86" name="Oval 169">
              <a:extLst>
                <a:ext uri="{FF2B5EF4-FFF2-40B4-BE49-F238E27FC236}">
                  <a16:creationId xmlns:a16="http://schemas.microsoft.com/office/drawing/2014/main" id="{3D7AB0E5-EF23-4B53-E187-CC90C3B42F95}"/>
                </a:ext>
              </a:extLst>
            </p:cNvPr>
            <p:cNvSpPr>
              <a:spLocks noChangeArrowheads="1"/>
            </p:cNvSpPr>
            <p:nvPr/>
          </p:nvSpPr>
          <p:spPr bwMode="auto">
            <a:xfrm>
              <a:off x="7390052" y="5779256"/>
              <a:ext cx="57600"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87" name="Oval 169">
              <a:extLst>
                <a:ext uri="{FF2B5EF4-FFF2-40B4-BE49-F238E27FC236}">
                  <a16:creationId xmlns:a16="http://schemas.microsoft.com/office/drawing/2014/main" id="{3B1FD2CF-6F0B-E6FE-3CB9-7CADFB2E2BB0}"/>
                </a:ext>
              </a:extLst>
            </p:cNvPr>
            <p:cNvSpPr>
              <a:spLocks noChangeArrowheads="1"/>
            </p:cNvSpPr>
            <p:nvPr/>
          </p:nvSpPr>
          <p:spPr bwMode="auto">
            <a:xfrm>
              <a:off x="7908982" y="5780844"/>
              <a:ext cx="57600"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88" name="Oval 169">
              <a:extLst>
                <a:ext uri="{FF2B5EF4-FFF2-40B4-BE49-F238E27FC236}">
                  <a16:creationId xmlns:a16="http://schemas.microsoft.com/office/drawing/2014/main" id="{5C85971F-89DE-0B77-D737-F90915F1E4EA}"/>
                </a:ext>
              </a:extLst>
            </p:cNvPr>
            <p:cNvSpPr>
              <a:spLocks noChangeArrowheads="1"/>
            </p:cNvSpPr>
            <p:nvPr/>
          </p:nvSpPr>
          <p:spPr bwMode="auto">
            <a:xfrm>
              <a:off x="8294609" y="5780844"/>
              <a:ext cx="57600"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89" name="Oval 169">
              <a:extLst>
                <a:ext uri="{FF2B5EF4-FFF2-40B4-BE49-F238E27FC236}">
                  <a16:creationId xmlns:a16="http://schemas.microsoft.com/office/drawing/2014/main" id="{5B9DAC82-1B29-B7F2-F7EA-EA4E6657DF27}"/>
                </a:ext>
              </a:extLst>
            </p:cNvPr>
            <p:cNvSpPr>
              <a:spLocks noChangeArrowheads="1"/>
            </p:cNvSpPr>
            <p:nvPr/>
          </p:nvSpPr>
          <p:spPr bwMode="auto">
            <a:xfrm>
              <a:off x="8296990" y="4387364"/>
              <a:ext cx="57600"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90" name="Oval 169">
              <a:extLst>
                <a:ext uri="{FF2B5EF4-FFF2-40B4-BE49-F238E27FC236}">
                  <a16:creationId xmlns:a16="http://schemas.microsoft.com/office/drawing/2014/main" id="{85EDDEEF-8732-5953-D759-E926DB4989A2}"/>
                </a:ext>
              </a:extLst>
            </p:cNvPr>
            <p:cNvSpPr>
              <a:spLocks noChangeArrowheads="1"/>
            </p:cNvSpPr>
            <p:nvPr/>
          </p:nvSpPr>
          <p:spPr bwMode="auto">
            <a:xfrm>
              <a:off x="7907619" y="4389307"/>
              <a:ext cx="57600"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91" name="Oval 169">
              <a:extLst>
                <a:ext uri="{FF2B5EF4-FFF2-40B4-BE49-F238E27FC236}">
                  <a16:creationId xmlns:a16="http://schemas.microsoft.com/office/drawing/2014/main" id="{7714FA23-8E0E-654F-7A1A-750806D2C457}"/>
                </a:ext>
              </a:extLst>
            </p:cNvPr>
            <p:cNvSpPr>
              <a:spLocks noChangeArrowheads="1"/>
            </p:cNvSpPr>
            <p:nvPr/>
          </p:nvSpPr>
          <p:spPr bwMode="auto">
            <a:xfrm>
              <a:off x="7389705" y="4387800"/>
              <a:ext cx="57600"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92" name="Oval 169">
              <a:extLst>
                <a:ext uri="{FF2B5EF4-FFF2-40B4-BE49-F238E27FC236}">
                  <a16:creationId xmlns:a16="http://schemas.microsoft.com/office/drawing/2014/main" id="{66F33A06-EB59-DE9F-7138-64AB382658E2}"/>
                </a:ext>
              </a:extLst>
            </p:cNvPr>
            <p:cNvSpPr>
              <a:spLocks noChangeArrowheads="1"/>
            </p:cNvSpPr>
            <p:nvPr/>
          </p:nvSpPr>
          <p:spPr bwMode="auto">
            <a:xfrm>
              <a:off x="7118936" y="4921776"/>
              <a:ext cx="57600"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93" name="Line 129">
              <a:extLst>
                <a:ext uri="{FF2B5EF4-FFF2-40B4-BE49-F238E27FC236}">
                  <a16:creationId xmlns:a16="http://schemas.microsoft.com/office/drawing/2014/main" id="{AC39316D-B61F-EAB0-E0E4-EA6451FEEC77}"/>
                </a:ext>
              </a:extLst>
            </p:cNvPr>
            <p:cNvSpPr>
              <a:spLocks noChangeShapeType="1"/>
            </p:cNvSpPr>
            <p:nvPr/>
          </p:nvSpPr>
          <p:spPr bwMode="auto">
            <a:xfrm>
              <a:off x="8928109" y="4070287"/>
              <a:ext cx="0" cy="1426409"/>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94" name="Line 9">
              <a:extLst>
                <a:ext uri="{FF2B5EF4-FFF2-40B4-BE49-F238E27FC236}">
                  <a16:creationId xmlns:a16="http://schemas.microsoft.com/office/drawing/2014/main" id="{020CD51E-5BF0-F574-BB82-608B970B32DE}"/>
                </a:ext>
              </a:extLst>
            </p:cNvPr>
            <p:cNvSpPr>
              <a:spLocks noChangeShapeType="1"/>
            </p:cNvSpPr>
            <p:nvPr/>
          </p:nvSpPr>
          <p:spPr bwMode="auto">
            <a:xfrm>
              <a:off x="5952467" y="4074303"/>
              <a:ext cx="2975642"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95" name="Line 9">
              <a:extLst>
                <a:ext uri="{FF2B5EF4-FFF2-40B4-BE49-F238E27FC236}">
                  <a16:creationId xmlns:a16="http://schemas.microsoft.com/office/drawing/2014/main" id="{8291EA1D-F918-E239-1C51-56B9A3A89B77}"/>
                </a:ext>
              </a:extLst>
            </p:cNvPr>
            <p:cNvSpPr>
              <a:spLocks noChangeShapeType="1"/>
            </p:cNvSpPr>
            <p:nvPr/>
          </p:nvSpPr>
          <p:spPr bwMode="auto">
            <a:xfrm>
              <a:off x="5952469" y="3952330"/>
              <a:ext cx="279139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96" name="Oval 118">
              <a:extLst>
                <a:ext uri="{FF2B5EF4-FFF2-40B4-BE49-F238E27FC236}">
                  <a16:creationId xmlns:a16="http://schemas.microsoft.com/office/drawing/2014/main" id="{40D01369-EB82-5042-D551-8501A7158854}"/>
                </a:ext>
              </a:extLst>
            </p:cNvPr>
            <p:cNvSpPr>
              <a:spLocks noChangeAspect="1" noChangeArrowheads="1"/>
            </p:cNvSpPr>
            <p:nvPr/>
          </p:nvSpPr>
          <p:spPr bwMode="auto">
            <a:xfrm>
              <a:off x="5927221" y="4045733"/>
              <a:ext cx="71438" cy="6350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97" name="Oval 119">
              <a:extLst>
                <a:ext uri="{FF2B5EF4-FFF2-40B4-BE49-F238E27FC236}">
                  <a16:creationId xmlns:a16="http://schemas.microsoft.com/office/drawing/2014/main" id="{1472EBD2-60DE-9759-BA61-A3FAFDD79174}"/>
                </a:ext>
              </a:extLst>
            </p:cNvPr>
            <p:cNvSpPr>
              <a:spLocks noChangeAspect="1" noChangeArrowheads="1"/>
            </p:cNvSpPr>
            <p:nvPr/>
          </p:nvSpPr>
          <p:spPr bwMode="auto">
            <a:xfrm>
              <a:off x="5924046" y="3919786"/>
              <a:ext cx="71438" cy="6508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cxnSp>
          <p:nvCxnSpPr>
            <p:cNvPr id="98" name="Gerade Verbindung 73">
              <a:extLst>
                <a:ext uri="{FF2B5EF4-FFF2-40B4-BE49-F238E27FC236}">
                  <a16:creationId xmlns:a16="http://schemas.microsoft.com/office/drawing/2014/main" id="{4A2C994A-4C02-1D60-BA71-43D92E0F7FC1}"/>
                </a:ext>
              </a:extLst>
            </p:cNvPr>
            <p:cNvCxnSpPr/>
            <p:nvPr/>
          </p:nvCxnSpPr>
          <p:spPr bwMode="auto">
            <a:xfrm flipH="1">
              <a:off x="8622231" y="5496696"/>
              <a:ext cx="305878" cy="301841"/>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Oval 169">
              <a:extLst>
                <a:ext uri="{FF2B5EF4-FFF2-40B4-BE49-F238E27FC236}">
                  <a16:creationId xmlns:a16="http://schemas.microsoft.com/office/drawing/2014/main" id="{21D8D191-9B99-9B62-501F-321CECE52235}"/>
                </a:ext>
              </a:extLst>
            </p:cNvPr>
            <p:cNvSpPr>
              <a:spLocks noChangeArrowheads="1"/>
            </p:cNvSpPr>
            <p:nvPr/>
          </p:nvSpPr>
          <p:spPr bwMode="auto">
            <a:xfrm>
              <a:off x="6865847" y="5325001"/>
              <a:ext cx="57600"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100" name="Oval 169">
              <a:extLst>
                <a:ext uri="{FF2B5EF4-FFF2-40B4-BE49-F238E27FC236}">
                  <a16:creationId xmlns:a16="http://schemas.microsoft.com/office/drawing/2014/main" id="{0FC74DC2-85CE-F0F0-3A0E-9B750CA863EE}"/>
                </a:ext>
              </a:extLst>
            </p:cNvPr>
            <p:cNvSpPr>
              <a:spLocks noChangeArrowheads="1"/>
            </p:cNvSpPr>
            <p:nvPr/>
          </p:nvSpPr>
          <p:spPr bwMode="auto">
            <a:xfrm>
              <a:off x="6261950" y="5323255"/>
              <a:ext cx="57600"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101" name="Oval 169">
              <a:extLst>
                <a:ext uri="{FF2B5EF4-FFF2-40B4-BE49-F238E27FC236}">
                  <a16:creationId xmlns:a16="http://schemas.microsoft.com/office/drawing/2014/main" id="{E509BA55-B86E-F3A1-3E0F-CE716BC62BC8}"/>
                </a:ext>
              </a:extLst>
            </p:cNvPr>
            <p:cNvSpPr>
              <a:spLocks noChangeArrowheads="1"/>
            </p:cNvSpPr>
            <p:nvPr/>
          </p:nvSpPr>
          <p:spPr bwMode="auto">
            <a:xfrm>
              <a:off x="6264633" y="4926538"/>
              <a:ext cx="57600"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102" name="Oval 169">
              <a:extLst>
                <a:ext uri="{FF2B5EF4-FFF2-40B4-BE49-F238E27FC236}">
                  <a16:creationId xmlns:a16="http://schemas.microsoft.com/office/drawing/2014/main" id="{86CF3622-8888-FD59-5F8C-53DF9A0BEDF9}"/>
                </a:ext>
              </a:extLst>
            </p:cNvPr>
            <p:cNvSpPr>
              <a:spLocks noChangeArrowheads="1"/>
            </p:cNvSpPr>
            <p:nvPr/>
          </p:nvSpPr>
          <p:spPr bwMode="auto">
            <a:xfrm>
              <a:off x="6867737" y="4921776"/>
              <a:ext cx="57600"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103" name="Oval 118">
              <a:extLst>
                <a:ext uri="{FF2B5EF4-FFF2-40B4-BE49-F238E27FC236}">
                  <a16:creationId xmlns:a16="http://schemas.microsoft.com/office/drawing/2014/main" id="{E39A5D06-0C4C-6C44-C15B-1F22AA08F943}"/>
                </a:ext>
              </a:extLst>
            </p:cNvPr>
            <p:cNvSpPr>
              <a:spLocks noChangeAspect="1" noChangeArrowheads="1"/>
            </p:cNvSpPr>
            <p:nvPr/>
          </p:nvSpPr>
          <p:spPr bwMode="auto">
            <a:xfrm>
              <a:off x="8592667" y="5766787"/>
              <a:ext cx="71438" cy="63500"/>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104" name="Oval 119">
              <a:extLst>
                <a:ext uri="{FF2B5EF4-FFF2-40B4-BE49-F238E27FC236}">
                  <a16:creationId xmlns:a16="http://schemas.microsoft.com/office/drawing/2014/main" id="{26650D7C-0096-8585-857B-F46A8D4D1B62}"/>
                </a:ext>
              </a:extLst>
            </p:cNvPr>
            <p:cNvSpPr>
              <a:spLocks noChangeAspect="1" noChangeArrowheads="1"/>
            </p:cNvSpPr>
            <p:nvPr/>
          </p:nvSpPr>
          <p:spPr bwMode="auto">
            <a:xfrm>
              <a:off x="8589492" y="4390133"/>
              <a:ext cx="71438" cy="65087"/>
            </a:xfrm>
            <a:prstGeom prst="ellipse">
              <a:avLst/>
            </a:prstGeom>
            <a:solidFill>
              <a:srgbClr val="FFFFFF"/>
            </a:solidFill>
            <a:ln w="635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105" name="Line 129">
              <a:extLst>
                <a:ext uri="{FF2B5EF4-FFF2-40B4-BE49-F238E27FC236}">
                  <a16:creationId xmlns:a16="http://schemas.microsoft.com/office/drawing/2014/main" id="{39E54EC3-DE63-C4A4-AEFD-519A5466743B}"/>
                </a:ext>
              </a:extLst>
            </p:cNvPr>
            <p:cNvSpPr>
              <a:spLocks noChangeShapeType="1"/>
            </p:cNvSpPr>
            <p:nvPr/>
          </p:nvSpPr>
          <p:spPr bwMode="auto">
            <a:xfrm>
              <a:off x="8743858" y="3956050"/>
              <a:ext cx="0" cy="331596"/>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106" name="Text Box 189">
              <a:extLst>
                <a:ext uri="{FF2B5EF4-FFF2-40B4-BE49-F238E27FC236}">
                  <a16:creationId xmlns:a16="http://schemas.microsoft.com/office/drawing/2014/main" id="{A9452A16-D997-723D-C0CF-0C96B54CC245}"/>
                </a:ext>
              </a:extLst>
            </p:cNvPr>
            <p:cNvSpPr txBox="1">
              <a:spLocks noChangeArrowheads="1"/>
            </p:cNvSpPr>
            <p:nvPr/>
          </p:nvSpPr>
          <p:spPr bwMode="auto">
            <a:xfrm>
              <a:off x="5973349" y="5612911"/>
              <a:ext cx="936344" cy="241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dirty="0">
                  <a:ln>
                    <a:noFill/>
                  </a:ln>
                  <a:solidFill>
                    <a:srgbClr val="000000"/>
                  </a:solidFill>
                  <a:effectLst/>
                  <a:uLnTx/>
                  <a:uFillTx/>
                  <a:latin typeface="+mn-lt"/>
                </a:rPr>
                <a:t>AC </a:t>
              </a:r>
              <a:r>
                <a:rPr kumimoji="0" lang="de-DE" sz="1200" b="0" i="0" u="none" strike="noStrike" kern="0" cap="none" spc="0" normalizeH="0" baseline="0" noProof="0" dirty="0" err="1">
                  <a:ln>
                    <a:noFill/>
                  </a:ln>
                  <a:solidFill>
                    <a:srgbClr val="000000"/>
                  </a:solidFill>
                  <a:effectLst/>
                  <a:uLnTx/>
                  <a:uFillTx/>
                  <a:latin typeface="+mn-lt"/>
                </a:rPr>
                <a:t>frontend</a:t>
              </a:r>
              <a:endParaRPr kumimoji="0" lang="de-DE" sz="1200" b="0" i="0" u="none" strike="noStrike" kern="0" cap="none" spc="0" normalizeH="0" baseline="0" noProof="0" dirty="0">
                <a:ln>
                  <a:noFill/>
                </a:ln>
                <a:solidFill>
                  <a:srgbClr val="000000"/>
                </a:solidFill>
                <a:effectLst/>
                <a:uLnTx/>
                <a:uFillTx/>
                <a:latin typeface="+mn-lt"/>
              </a:endParaRPr>
            </a:p>
          </p:txBody>
        </p:sp>
        <p:cxnSp>
          <p:nvCxnSpPr>
            <p:cNvPr id="107" name="Gerade Verbindung mit Pfeil 106">
              <a:extLst>
                <a:ext uri="{FF2B5EF4-FFF2-40B4-BE49-F238E27FC236}">
                  <a16:creationId xmlns:a16="http://schemas.microsoft.com/office/drawing/2014/main" id="{C8F63CAE-3397-FA66-7E81-B5C7A3D21D39}"/>
                </a:ext>
              </a:extLst>
            </p:cNvPr>
            <p:cNvCxnSpPr/>
            <p:nvPr/>
          </p:nvCxnSpPr>
          <p:spPr bwMode="auto">
            <a:xfrm>
              <a:off x="9072688" y="4694321"/>
              <a:ext cx="0" cy="918590"/>
            </a:xfrm>
            <a:prstGeom prst="straightConnector1">
              <a:avLst/>
            </a:prstGeom>
            <a:noFill/>
            <a:ln w="9525">
              <a:solidFill>
                <a:srgbClr val="00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Textfeld 107">
              <a:extLst>
                <a:ext uri="{FF2B5EF4-FFF2-40B4-BE49-F238E27FC236}">
                  <a16:creationId xmlns:a16="http://schemas.microsoft.com/office/drawing/2014/main" id="{B33EC040-D845-C44F-110C-C5ADC18D4E1C}"/>
                </a:ext>
              </a:extLst>
            </p:cNvPr>
            <p:cNvSpPr txBox="1"/>
            <p:nvPr/>
          </p:nvSpPr>
          <p:spPr>
            <a:xfrm>
              <a:off x="9090742" y="5011410"/>
              <a:ext cx="678161" cy="222517"/>
            </a:xfrm>
            <a:prstGeom prst="rect">
              <a:avLst/>
            </a:prstGeom>
            <a:solidFill>
              <a:schemeClr val="bg1"/>
            </a:solidFill>
          </p:spPr>
          <p:txBody>
            <a:bodyPr wrap="square" lIns="36000" tIns="36000" rIns="36000" bIns="36000"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dirty="0">
                  <a:ln>
                    <a:noFill/>
                  </a:ln>
                  <a:solidFill>
                    <a:srgbClr val="000000"/>
                  </a:solidFill>
                  <a:effectLst/>
                  <a:uLnTx/>
                  <a:uFillTx/>
                </a:rPr>
                <a:t>DC 380 V</a:t>
              </a:r>
              <a:endParaRPr kumimoji="0" lang="de-DE" sz="1200" b="0" i="0" u="none" strike="noStrike" kern="0" cap="none" spc="0" normalizeH="0" baseline="-25000" noProof="0" dirty="0">
                <a:ln>
                  <a:noFill/>
                </a:ln>
                <a:solidFill>
                  <a:srgbClr val="000000"/>
                </a:solidFill>
                <a:effectLst/>
                <a:uLnTx/>
                <a:uFillTx/>
              </a:endParaRPr>
            </a:p>
          </p:txBody>
        </p:sp>
        <p:sp>
          <p:nvSpPr>
            <p:cNvPr id="109" name="Line 9">
              <a:extLst>
                <a:ext uri="{FF2B5EF4-FFF2-40B4-BE49-F238E27FC236}">
                  <a16:creationId xmlns:a16="http://schemas.microsoft.com/office/drawing/2014/main" id="{651FEA8D-519F-DE65-6AF4-28A82D6E6D81}"/>
                </a:ext>
              </a:extLst>
            </p:cNvPr>
            <p:cNvSpPr>
              <a:spLocks noChangeShapeType="1"/>
            </p:cNvSpPr>
            <p:nvPr/>
          </p:nvSpPr>
          <p:spPr bwMode="auto">
            <a:xfrm>
              <a:off x="9066065" y="4417882"/>
              <a:ext cx="269875" cy="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sp>
          <p:nvSpPr>
            <p:cNvPr id="110" name="Line 9">
              <a:extLst>
                <a:ext uri="{FF2B5EF4-FFF2-40B4-BE49-F238E27FC236}">
                  <a16:creationId xmlns:a16="http://schemas.microsoft.com/office/drawing/2014/main" id="{3D6B2D37-3767-C04C-D3EA-3903B448676A}"/>
                </a:ext>
              </a:extLst>
            </p:cNvPr>
            <p:cNvSpPr>
              <a:spLocks noChangeShapeType="1"/>
            </p:cNvSpPr>
            <p:nvPr/>
          </p:nvSpPr>
          <p:spPr bwMode="auto">
            <a:xfrm>
              <a:off x="9066065" y="5810005"/>
              <a:ext cx="269875" cy="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20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652325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Grafik 6"/>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481107" y="1407597"/>
            <a:ext cx="4174073" cy="3271233"/>
          </a:xfrm>
          <a:prstGeom prst="rect">
            <a:avLst/>
          </a:prstGeom>
        </p:spPr>
      </p:pic>
      <p:sp>
        <p:nvSpPr>
          <p:cNvPr id="25" name="Line 9"/>
          <p:cNvSpPr>
            <a:spLocks noChangeShapeType="1"/>
          </p:cNvSpPr>
          <p:nvPr/>
        </p:nvSpPr>
        <p:spPr bwMode="auto">
          <a:xfrm flipV="1">
            <a:off x="5866809" y="1542787"/>
            <a:ext cx="0" cy="596900"/>
          </a:xfrm>
          <a:prstGeom prst="line">
            <a:avLst/>
          </a:prstGeom>
          <a:noFill/>
          <a:ln w="12700">
            <a:solidFill>
              <a:srgbClr val="4D4D4D"/>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defRPr/>
            </a:pPr>
            <a:endParaRPr lang="de-DE" sz="1200" kern="0">
              <a:solidFill>
                <a:srgbClr val="000000"/>
              </a:solidFill>
            </a:endParaRPr>
          </a:p>
        </p:txBody>
      </p:sp>
      <p:sp>
        <p:nvSpPr>
          <p:cNvPr id="26" name="Text Box 15"/>
          <p:cNvSpPr txBox="1">
            <a:spLocks noChangeArrowheads="1"/>
          </p:cNvSpPr>
          <p:nvPr/>
        </p:nvSpPr>
        <p:spPr bwMode="auto">
          <a:xfrm>
            <a:off x="5812834" y="1114185"/>
            <a:ext cx="1507144"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defRPr/>
            </a:pPr>
            <a:r>
              <a:rPr lang="de-DE" sz="1400" b="1" kern="0" dirty="0">
                <a:solidFill>
                  <a:srgbClr val="000000"/>
                </a:solidFill>
              </a:rPr>
              <a:t>AC </a:t>
            </a:r>
            <a:r>
              <a:rPr lang="de-DE" sz="1400" b="1" kern="0" dirty="0" err="1">
                <a:solidFill>
                  <a:srgbClr val="000000"/>
                </a:solidFill>
              </a:rPr>
              <a:t>grid</a:t>
            </a:r>
            <a:r>
              <a:rPr lang="de-DE" sz="1400" b="1" kern="0" dirty="0">
                <a:solidFill>
                  <a:srgbClr val="000000"/>
                </a:solidFill>
              </a:rPr>
              <a:t> </a:t>
            </a:r>
            <a:r>
              <a:rPr lang="de-DE" sz="1400" b="1" kern="0" dirty="0" err="1">
                <a:solidFill>
                  <a:srgbClr val="000000"/>
                </a:solidFill>
              </a:rPr>
              <a:t>voltage</a:t>
            </a:r>
            <a:endParaRPr lang="de-DE" sz="1400" b="1" kern="0" dirty="0">
              <a:solidFill>
                <a:srgbClr val="000000"/>
              </a:solidFill>
            </a:endParaRPr>
          </a:p>
        </p:txBody>
      </p:sp>
      <p:sp>
        <p:nvSpPr>
          <p:cNvPr id="27" name="Line 19"/>
          <p:cNvSpPr>
            <a:spLocks noChangeShapeType="1"/>
          </p:cNvSpPr>
          <p:nvPr/>
        </p:nvSpPr>
        <p:spPr bwMode="auto">
          <a:xfrm>
            <a:off x="5817597" y="2076187"/>
            <a:ext cx="3632200" cy="1588"/>
          </a:xfrm>
          <a:prstGeom prst="line">
            <a:avLst/>
          </a:prstGeom>
          <a:noFill/>
          <a:ln w="9525">
            <a:solidFill>
              <a:srgbClr val="808080"/>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de-DE" sz="1200" kern="0">
              <a:solidFill>
                <a:srgbClr val="000000"/>
              </a:solidFill>
            </a:endParaRPr>
          </a:p>
        </p:txBody>
      </p:sp>
      <p:sp>
        <p:nvSpPr>
          <p:cNvPr id="28" name="Freeform 20"/>
          <p:cNvSpPr>
            <a:spLocks/>
          </p:cNvSpPr>
          <p:nvPr/>
        </p:nvSpPr>
        <p:spPr bwMode="auto">
          <a:xfrm>
            <a:off x="5849347" y="1560250"/>
            <a:ext cx="3398838" cy="1025525"/>
          </a:xfrm>
          <a:custGeom>
            <a:avLst/>
            <a:gdLst>
              <a:gd name="T0" fmla="*/ 0 w 2736"/>
              <a:gd name="T1" fmla="*/ 255 h 830"/>
              <a:gd name="T2" fmla="*/ 157 w 2736"/>
              <a:gd name="T3" fmla="*/ 120 h 830"/>
              <a:gd name="T4" fmla="*/ 419 w 2736"/>
              <a:gd name="T5" fmla="*/ 4 h 830"/>
              <a:gd name="T6" fmla="*/ 703 w 2736"/>
              <a:gd name="T7" fmla="*/ 125 h 830"/>
              <a:gd name="T8" fmla="*/ 838 w 2736"/>
              <a:gd name="T9" fmla="*/ 251 h 830"/>
              <a:gd name="T10" fmla="*/ 1006 w 2736"/>
              <a:gd name="T11" fmla="*/ 399 h 830"/>
              <a:gd name="T12" fmla="*/ 1261 w 2736"/>
              <a:gd name="T13" fmla="*/ 503 h 830"/>
              <a:gd name="T14" fmla="*/ 1506 w 2736"/>
              <a:gd name="T15" fmla="*/ 403 h 830"/>
              <a:gd name="T16" fmla="*/ 1675 w 2736"/>
              <a:gd name="T17" fmla="*/ 253 h 8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36" h="830">
                <a:moveTo>
                  <a:pt x="0" y="421"/>
                </a:moveTo>
                <a:cubicBezTo>
                  <a:pt x="43" y="384"/>
                  <a:pt x="180" y="266"/>
                  <a:pt x="256" y="198"/>
                </a:cubicBezTo>
                <a:cubicBezTo>
                  <a:pt x="332" y="130"/>
                  <a:pt x="539" y="0"/>
                  <a:pt x="684" y="6"/>
                </a:cubicBezTo>
                <a:cubicBezTo>
                  <a:pt x="880" y="3"/>
                  <a:pt x="1060" y="135"/>
                  <a:pt x="1148" y="206"/>
                </a:cubicBezTo>
                <a:cubicBezTo>
                  <a:pt x="1236" y="279"/>
                  <a:pt x="1285" y="339"/>
                  <a:pt x="1368" y="414"/>
                </a:cubicBezTo>
                <a:cubicBezTo>
                  <a:pt x="1451" y="490"/>
                  <a:pt x="1558" y="598"/>
                  <a:pt x="1644" y="659"/>
                </a:cubicBezTo>
                <a:cubicBezTo>
                  <a:pt x="1730" y="720"/>
                  <a:pt x="1872" y="830"/>
                  <a:pt x="2060" y="830"/>
                </a:cubicBezTo>
                <a:cubicBezTo>
                  <a:pt x="2248" y="830"/>
                  <a:pt x="2352" y="745"/>
                  <a:pt x="2460" y="666"/>
                </a:cubicBezTo>
                <a:cubicBezTo>
                  <a:pt x="2568" y="587"/>
                  <a:pt x="2655" y="508"/>
                  <a:pt x="2736" y="418"/>
                </a:cubicBezTo>
              </a:path>
            </a:pathLst>
          </a:custGeom>
          <a:noFill/>
          <a:ln w="28575" cap="flat" cmpd="sng">
            <a:solidFill>
              <a:schemeClr val="tx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de-DE" sz="1200" kern="0">
              <a:solidFill>
                <a:srgbClr val="000000"/>
              </a:solidFill>
            </a:endParaRPr>
          </a:p>
        </p:txBody>
      </p:sp>
      <p:sp>
        <p:nvSpPr>
          <p:cNvPr id="29" name="Text Box 22"/>
          <p:cNvSpPr txBox="1">
            <a:spLocks noChangeArrowheads="1"/>
          </p:cNvSpPr>
          <p:nvPr/>
        </p:nvSpPr>
        <p:spPr bwMode="auto">
          <a:xfrm>
            <a:off x="5820772" y="2760641"/>
            <a:ext cx="1409360"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defRPr/>
            </a:pPr>
            <a:r>
              <a:rPr lang="de-DE" sz="1400" b="1" kern="0" dirty="0">
                <a:solidFill>
                  <a:srgbClr val="000000"/>
                </a:solidFill>
              </a:rPr>
              <a:t>AC </a:t>
            </a:r>
            <a:r>
              <a:rPr lang="de-DE" sz="1400" b="1" kern="0" dirty="0" err="1">
                <a:solidFill>
                  <a:srgbClr val="000000"/>
                </a:solidFill>
              </a:rPr>
              <a:t>grid</a:t>
            </a:r>
            <a:r>
              <a:rPr lang="de-DE" sz="1400" b="1" kern="0" dirty="0">
                <a:solidFill>
                  <a:srgbClr val="000000"/>
                </a:solidFill>
              </a:rPr>
              <a:t> power</a:t>
            </a:r>
          </a:p>
        </p:txBody>
      </p:sp>
      <p:grpSp>
        <p:nvGrpSpPr>
          <p:cNvPr id="30" name="Group 23"/>
          <p:cNvGrpSpPr>
            <a:grpSpLocks/>
          </p:cNvGrpSpPr>
          <p:nvPr/>
        </p:nvGrpSpPr>
        <p:grpSpPr bwMode="auto">
          <a:xfrm>
            <a:off x="5783426" y="3219406"/>
            <a:ext cx="3691761" cy="784225"/>
            <a:chOff x="3768" y="3078"/>
            <a:chExt cx="2346" cy="494"/>
          </a:xfrm>
        </p:grpSpPr>
        <p:grpSp>
          <p:nvGrpSpPr>
            <p:cNvPr id="31" name="Group 24"/>
            <p:cNvGrpSpPr>
              <a:grpSpLocks/>
            </p:cNvGrpSpPr>
            <p:nvPr/>
          </p:nvGrpSpPr>
          <p:grpSpPr bwMode="auto">
            <a:xfrm>
              <a:off x="4639" y="3326"/>
              <a:ext cx="530" cy="241"/>
              <a:chOff x="3950" y="3203"/>
              <a:chExt cx="691" cy="241"/>
            </a:xfrm>
          </p:grpSpPr>
          <p:sp>
            <p:nvSpPr>
              <p:cNvPr id="37" name="Freeform 25"/>
              <p:cNvSpPr>
                <a:spLocks/>
              </p:cNvSpPr>
              <p:nvPr/>
            </p:nvSpPr>
            <p:spPr bwMode="auto">
              <a:xfrm>
                <a:off x="3950" y="3203"/>
                <a:ext cx="348" cy="240"/>
              </a:xfrm>
              <a:custGeom>
                <a:avLst/>
                <a:gdLst>
                  <a:gd name="T0" fmla="*/ 348 w 348"/>
                  <a:gd name="T1" fmla="*/ 0 h 240"/>
                  <a:gd name="T2" fmla="*/ 348 w 348"/>
                  <a:gd name="T3" fmla="*/ 240 h 240"/>
                  <a:gd name="T4" fmla="*/ 294 w 348"/>
                  <a:gd name="T5" fmla="*/ 231 h 240"/>
                  <a:gd name="T6" fmla="*/ 213 w 348"/>
                  <a:gd name="T7" fmla="*/ 204 h 240"/>
                  <a:gd name="T8" fmla="*/ 117 w 348"/>
                  <a:gd name="T9" fmla="*/ 132 h 240"/>
                  <a:gd name="T10" fmla="*/ 52 w 348"/>
                  <a:gd name="T11" fmla="*/ 58 h 240"/>
                  <a:gd name="T12" fmla="*/ 0 w 348"/>
                  <a:gd name="T13" fmla="*/ 0 h 240"/>
                  <a:gd name="T14" fmla="*/ 348 w 348"/>
                  <a:gd name="T15" fmla="*/ 0 h 2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48" h="240">
                    <a:moveTo>
                      <a:pt x="348" y="0"/>
                    </a:moveTo>
                    <a:lnTo>
                      <a:pt x="348" y="240"/>
                    </a:lnTo>
                    <a:lnTo>
                      <a:pt x="294" y="231"/>
                    </a:lnTo>
                    <a:lnTo>
                      <a:pt x="213" y="204"/>
                    </a:lnTo>
                    <a:lnTo>
                      <a:pt x="117" y="132"/>
                    </a:lnTo>
                    <a:lnTo>
                      <a:pt x="52" y="58"/>
                    </a:lnTo>
                    <a:lnTo>
                      <a:pt x="0" y="0"/>
                    </a:lnTo>
                    <a:lnTo>
                      <a:pt x="348" y="0"/>
                    </a:lnTo>
                    <a:close/>
                  </a:path>
                </a:pathLst>
              </a:custGeom>
              <a:solidFill>
                <a:schemeClr val="accent2">
                  <a:lumMod val="40000"/>
                  <a:lumOff val="60000"/>
                </a:schemeClr>
              </a:solidFill>
              <a:ln w="9525" cap="flat" cmpd="sng">
                <a:solidFill>
                  <a:schemeClr val="accent2">
                    <a:lumMod val="40000"/>
                    <a:lumOff val="6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de-DE" sz="1200" kern="0">
                  <a:solidFill>
                    <a:srgbClr val="000000"/>
                  </a:solidFill>
                </a:endParaRPr>
              </a:p>
            </p:txBody>
          </p:sp>
          <p:sp>
            <p:nvSpPr>
              <p:cNvPr id="38" name="Freeform 26"/>
              <p:cNvSpPr>
                <a:spLocks/>
              </p:cNvSpPr>
              <p:nvPr/>
            </p:nvSpPr>
            <p:spPr bwMode="auto">
              <a:xfrm flipH="1">
                <a:off x="4293" y="3204"/>
                <a:ext cx="348" cy="240"/>
              </a:xfrm>
              <a:custGeom>
                <a:avLst/>
                <a:gdLst>
                  <a:gd name="T0" fmla="*/ 348 w 348"/>
                  <a:gd name="T1" fmla="*/ 0 h 240"/>
                  <a:gd name="T2" fmla="*/ 348 w 348"/>
                  <a:gd name="T3" fmla="*/ 240 h 240"/>
                  <a:gd name="T4" fmla="*/ 294 w 348"/>
                  <a:gd name="T5" fmla="*/ 231 h 240"/>
                  <a:gd name="T6" fmla="*/ 213 w 348"/>
                  <a:gd name="T7" fmla="*/ 204 h 240"/>
                  <a:gd name="T8" fmla="*/ 117 w 348"/>
                  <a:gd name="T9" fmla="*/ 132 h 240"/>
                  <a:gd name="T10" fmla="*/ 52 w 348"/>
                  <a:gd name="T11" fmla="*/ 58 h 240"/>
                  <a:gd name="T12" fmla="*/ 0 w 348"/>
                  <a:gd name="T13" fmla="*/ 0 h 240"/>
                  <a:gd name="T14" fmla="*/ 348 w 348"/>
                  <a:gd name="T15" fmla="*/ 0 h 2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48" h="240">
                    <a:moveTo>
                      <a:pt x="348" y="0"/>
                    </a:moveTo>
                    <a:lnTo>
                      <a:pt x="348" y="240"/>
                    </a:lnTo>
                    <a:lnTo>
                      <a:pt x="294" y="231"/>
                    </a:lnTo>
                    <a:lnTo>
                      <a:pt x="213" y="204"/>
                    </a:lnTo>
                    <a:lnTo>
                      <a:pt x="117" y="132"/>
                    </a:lnTo>
                    <a:lnTo>
                      <a:pt x="52" y="58"/>
                    </a:lnTo>
                    <a:lnTo>
                      <a:pt x="0" y="0"/>
                    </a:lnTo>
                    <a:lnTo>
                      <a:pt x="348" y="0"/>
                    </a:lnTo>
                    <a:close/>
                  </a:path>
                </a:pathLst>
              </a:custGeom>
              <a:solidFill>
                <a:schemeClr val="accent2">
                  <a:lumMod val="40000"/>
                  <a:lumOff val="60000"/>
                </a:schemeClr>
              </a:solidFill>
              <a:ln w="9525" cap="flat" cmpd="sng">
                <a:solidFill>
                  <a:schemeClr val="accent2">
                    <a:lumMod val="40000"/>
                    <a:lumOff val="6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de-DE" sz="1200" kern="0">
                  <a:solidFill>
                    <a:srgbClr val="000000"/>
                  </a:solidFill>
                </a:endParaRPr>
              </a:p>
            </p:txBody>
          </p:sp>
        </p:grpSp>
        <p:sp>
          <p:nvSpPr>
            <p:cNvPr id="32" name="Freeform 27"/>
            <p:cNvSpPr>
              <a:spLocks/>
            </p:cNvSpPr>
            <p:nvPr/>
          </p:nvSpPr>
          <p:spPr bwMode="auto">
            <a:xfrm flipH="1">
              <a:off x="5709" y="3325"/>
              <a:ext cx="269" cy="240"/>
            </a:xfrm>
            <a:custGeom>
              <a:avLst/>
              <a:gdLst>
                <a:gd name="T0" fmla="*/ 0 w 348"/>
                <a:gd name="T1" fmla="*/ 0 h 240"/>
                <a:gd name="T2" fmla="*/ 0 w 348"/>
                <a:gd name="T3" fmla="*/ 240 h 240"/>
                <a:gd name="T4" fmla="*/ 32 w 348"/>
                <a:gd name="T5" fmla="*/ 231 h 240"/>
                <a:gd name="T6" fmla="*/ 80 w 348"/>
                <a:gd name="T7" fmla="*/ 204 h 240"/>
                <a:gd name="T8" fmla="*/ 138 w 348"/>
                <a:gd name="T9" fmla="*/ 132 h 240"/>
                <a:gd name="T10" fmla="*/ 179 w 348"/>
                <a:gd name="T11" fmla="*/ 45 h 240"/>
                <a:gd name="T12" fmla="*/ 208 w 348"/>
                <a:gd name="T13" fmla="*/ 0 h 240"/>
                <a:gd name="T14" fmla="*/ 0 w 348"/>
                <a:gd name="T15" fmla="*/ 0 h 2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48" h="240">
                  <a:moveTo>
                    <a:pt x="0" y="0"/>
                  </a:moveTo>
                  <a:lnTo>
                    <a:pt x="0" y="240"/>
                  </a:lnTo>
                  <a:lnTo>
                    <a:pt x="54" y="231"/>
                  </a:lnTo>
                  <a:lnTo>
                    <a:pt x="135" y="204"/>
                  </a:lnTo>
                  <a:lnTo>
                    <a:pt x="231" y="132"/>
                  </a:lnTo>
                  <a:lnTo>
                    <a:pt x="300" y="45"/>
                  </a:lnTo>
                  <a:lnTo>
                    <a:pt x="348" y="0"/>
                  </a:lnTo>
                  <a:lnTo>
                    <a:pt x="0" y="0"/>
                  </a:lnTo>
                  <a:close/>
                </a:path>
              </a:pathLst>
            </a:custGeom>
            <a:solidFill>
              <a:schemeClr val="accent2">
                <a:lumMod val="40000"/>
                <a:lumOff val="60000"/>
              </a:schemeClr>
            </a:solidFill>
            <a:ln w="9525" cap="flat" cmpd="sng">
              <a:solidFill>
                <a:schemeClr val="accent2">
                  <a:lumMod val="40000"/>
                  <a:lumOff val="6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de-DE" sz="1200" kern="0">
                <a:solidFill>
                  <a:srgbClr val="000000"/>
                </a:solidFill>
              </a:endParaRPr>
            </a:p>
          </p:txBody>
        </p:sp>
        <p:sp>
          <p:nvSpPr>
            <p:cNvPr id="33" name="Freeform 28"/>
            <p:cNvSpPr>
              <a:spLocks/>
            </p:cNvSpPr>
            <p:nvPr/>
          </p:nvSpPr>
          <p:spPr bwMode="auto">
            <a:xfrm>
              <a:off x="3830" y="3324"/>
              <a:ext cx="269" cy="240"/>
            </a:xfrm>
            <a:custGeom>
              <a:avLst/>
              <a:gdLst>
                <a:gd name="T0" fmla="*/ 0 w 348"/>
                <a:gd name="T1" fmla="*/ 0 h 240"/>
                <a:gd name="T2" fmla="*/ 0 w 348"/>
                <a:gd name="T3" fmla="*/ 240 h 240"/>
                <a:gd name="T4" fmla="*/ 32 w 348"/>
                <a:gd name="T5" fmla="*/ 231 h 240"/>
                <a:gd name="T6" fmla="*/ 80 w 348"/>
                <a:gd name="T7" fmla="*/ 204 h 240"/>
                <a:gd name="T8" fmla="*/ 138 w 348"/>
                <a:gd name="T9" fmla="*/ 132 h 240"/>
                <a:gd name="T10" fmla="*/ 179 w 348"/>
                <a:gd name="T11" fmla="*/ 45 h 240"/>
                <a:gd name="T12" fmla="*/ 208 w 348"/>
                <a:gd name="T13" fmla="*/ 0 h 240"/>
                <a:gd name="T14" fmla="*/ 0 w 348"/>
                <a:gd name="T15" fmla="*/ 0 h 2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48" h="240">
                  <a:moveTo>
                    <a:pt x="0" y="0"/>
                  </a:moveTo>
                  <a:lnTo>
                    <a:pt x="0" y="240"/>
                  </a:lnTo>
                  <a:lnTo>
                    <a:pt x="54" y="231"/>
                  </a:lnTo>
                  <a:lnTo>
                    <a:pt x="135" y="204"/>
                  </a:lnTo>
                  <a:lnTo>
                    <a:pt x="231" y="132"/>
                  </a:lnTo>
                  <a:lnTo>
                    <a:pt x="300" y="45"/>
                  </a:lnTo>
                  <a:lnTo>
                    <a:pt x="348" y="0"/>
                  </a:lnTo>
                  <a:lnTo>
                    <a:pt x="0" y="0"/>
                  </a:lnTo>
                  <a:close/>
                </a:path>
              </a:pathLst>
            </a:custGeom>
            <a:solidFill>
              <a:schemeClr val="accent2">
                <a:lumMod val="40000"/>
                <a:lumOff val="60000"/>
              </a:schemeClr>
            </a:solidFill>
            <a:ln w="9525" cap="flat" cmpd="sng">
              <a:solidFill>
                <a:schemeClr val="accent2">
                  <a:lumMod val="40000"/>
                  <a:lumOff val="6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de-DE" sz="1200" kern="0">
                <a:solidFill>
                  <a:srgbClr val="000000"/>
                </a:solidFill>
              </a:endParaRPr>
            </a:p>
          </p:txBody>
        </p:sp>
        <p:sp>
          <p:nvSpPr>
            <p:cNvPr id="34" name="Line 29"/>
            <p:cNvSpPr>
              <a:spLocks noChangeShapeType="1"/>
            </p:cNvSpPr>
            <p:nvPr/>
          </p:nvSpPr>
          <p:spPr bwMode="auto">
            <a:xfrm>
              <a:off x="3835" y="3571"/>
              <a:ext cx="2279" cy="1"/>
            </a:xfrm>
            <a:prstGeom prst="line">
              <a:avLst/>
            </a:prstGeom>
            <a:noFill/>
            <a:ln w="9525">
              <a:solidFill>
                <a:schemeClr val="accent2">
                  <a:lumMod val="75000"/>
                </a:schemeClr>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de-DE" sz="1200" kern="0">
                <a:solidFill>
                  <a:srgbClr val="000000"/>
                </a:solidFill>
              </a:endParaRPr>
            </a:p>
          </p:txBody>
        </p:sp>
        <p:sp>
          <p:nvSpPr>
            <p:cNvPr id="35" name="Freeform 30"/>
            <p:cNvSpPr>
              <a:spLocks/>
            </p:cNvSpPr>
            <p:nvPr/>
          </p:nvSpPr>
          <p:spPr bwMode="auto">
            <a:xfrm>
              <a:off x="3838" y="3078"/>
              <a:ext cx="2133" cy="490"/>
            </a:xfrm>
            <a:custGeom>
              <a:avLst/>
              <a:gdLst>
                <a:gd name="T0" fmla="*/ 225 w 350"/>
                <a:gd name="T1" fmla="*/ 1968 h 120"/>
                <a:gd name="T2" fmla="*/ 445 w 350"/>
                <a:gd name="T3" fmla="*/ 1903 h 120"/>
                <a:gd name="T4" fmla="*/ 634 w 350"/>
                <a:gd name="T5" fmla="*/ 1801 h 120"/>
                <a:gd name="T6" fmla="*/ 817 w 350"/>
                <a:gd name="T7" fmla="*/ 1666 h 120"/>
                <a:gd name="T8" fmla="*/ 1006 w 350"/>
                <a:gd name="T9" fmla="*/ 1535 h 120"/>
                <a:gd name="T10" fmla="*/ 1188 w 350"/>
                <a:gd name="T11" fmla="*/ 1368 h 120"/>
                <a:gd name="T12" fmla="*/ 1371 w 350"/>
                <a:gd name="T13" fmla="*/ 1201 h 120"/>
                <a:gd name="T14" fmla="*/ 1597 w 350"/>
                <a:gd name="T15" fmla="*/ 1017 h 120"/>
                <a:gd name="T16" fmla="*/ 1786 w 350"/>
                <a:gd name="T17" fmla="*/ 849 h 120"/>
                <a:gd name="T18" fmla="*/ 1968 w 350"/>
                <a:gd name="T19" fmla="*/ 666 h 120"/>
                <a:gd name="T20" fmla="*/ 2151 w 350"/>
                <a:gd name="T21" fmla="*/ 502 h 120"/>
                <a:gd name="T22" fmla="*/ 2340 w 350"/>
                <a:gd name="T23" fmla="*/ 351 h 120"/>
                <a:gd name="T24" fmla="*/ 2523 w 350"/>
                <a:gd name="T25" fmla="*/ 233 h 120"/>
                <a:gd name="T26" fmla="*/ 2712 w 350"/>
                <a:gd name="T27" fmla="*/ 118 h 120"/>
                <a:gd name="T28" fmla="*/ 2974 w 350"/>
                <a:gd name="T29" fmla="*/ 16 h 120"/>
                <a:gd name="T30" fmla="*/ 3267 w 350"/>
                <a:gd name="T31" fmla="*/ 0 h 120"/>
                <a:gd name="T32" fmla="*/ 3565 w 350"/>
                <a:gd name="T33" fmla="*/ 49 h 120"/>
                <a:gd name="T34" fmla="*/ 3827 w 350"/>
                <a:gd name="T35" fmla="*/ 151 h 120"/>
                <a:gd name="T36" fmla="*/ 4083 w 350"/>
                <a:gd name="T37" fmla="*/ 302 h 120"/>
                <a:gd name="T38" fmla="*/ 4272 w 350"/>
                <a:gd name="T39" fmla="*/ 449 h 120"/>
                <a:gd name="T40" fmla="*/ 4455 w 350"/>
                <a:gd name="T41" fmla="*/ 617 h 120"/>
                <a:gd name="T42" fmla="*/ 4644 w 350"/>
                <a:gd name="T43" fmla="*/ 784 h 120"/>
                <a:gd name="T44" fmla="*/ 4827 w 350"/>
                <a:gd name="T45" fmla="*/ 968 h 120"/>
                <a:gd name="T46" fmla="*/ 5016 w 350"/>
                <a:gd name="T47" fmla="*/ 1135 h 120"/>
                <a:gd name="T48" fmla="*/ 5198 w 350"/>
                <a:gd name="T49" fmla="*/ 1319 h 120"/>
                <a:gd name="T50" fmla="*/ 5387 w 350"/>
                <a:gd name="T51" fmla="*/ 1482 h 120"/>
                <a:gd name="T52" fmla="*/ 5570 w 350"/>
                <a:gd name="T53" fmla="*/ 1633 h 120"/>
                <a:gd name="T54" fmla="*/ 5796 w 350"/>
                <a:gd name="T55" fmla="*/ 1768 h 120"/>
                <a:gd name="T56" fmla="*/ 6015 w 350"/>
                <a:gd name="T57" fmla="*/ 1882 h 120"/>
                <a:gd name="T58" fmla="*/ 6314 w 350"/>
                <a:gd name="T59" fmla="*/ 1968 h 120"/>
                <a:gd name="T60" fmla="*/ 6612 w 350"/>
                <a:gd name="T61" fmla="*/ 1984 h 120"/>
                <a:gd name="T62" fmla="*/ 6868 w 350"/>
                <a:gd name="T63" fmla="*/ 1935 h 120"/>
                <a:gd name="T64" fmla="*/ 7167 w 350"/>
                <a:gd name="T65" fmla="*/ 1801 h 120"/>
                <a:gd name="T66" fmla="*/ 7356 w 350"/>
                <a:gd name="T67" fmla="*/ 1666 h 120"/>
                <a:gd name="T68" fmla="*/ 7539 w 350"/>
                <a:gd name="T69" fmla="*/ 1519 h 120"/>
                <a:gd name="T70" fmla="*/ 7728 w 350"/>
                <a:gd name="T71" fmla="*/ 1352 h 120"/>
                <a:gd name="T72" fmla="*/ 7910 w 350"/>
                <a:gd name="T73" fmla="*/ 1184 h 120"/>
                <a:gd name="T74" fmla="*/ 8099 w 350"/>
                <a:gd name="T75" fmla="*/ 1000 h 120"/>
                <a:gd name="T76" fmla="*/ 8282 w 350"/>
                <a:gd name="T77" fmla="*/ 833 h 120"/>
                <a:gd name="T78" fmla="*/ 8508 w 350"/>
                <a:gd name="T79" fmla="*/ 649 h 120"/>
                <a:gd name="T80" fmla="*/ 8690 w 350"/>
                <a:gd name="T81" fmla="*/ 482 h 120"/>
                <a:gd name="T82" fmla="*/ 8879 w 350"/>
                <a:gd name="T83" fmla="*/ 351 h 120"/>
                <a:gd name="T84" fmla="*/ 9062 w 350"/>
                <a:gd name="T85" fmla="*/ 200 h 120"/>
                <a:gd name="T86" fmla="*/ 9288 w 350"/>
                <a:gd name="T87" fmla="*/ 102 h 120"/>
                <a:gd name="T88" fmla="*/ 9507 w 350"/>
                <a:gd name="T89" fmla="*/ 16 h 120"/>
                <a:gd name="T90" fmla="*/ 9806 w 350"/>
                <a:gd name="T91" fmla="*/ 0 h 120"/>
                <a:gd name="T92" fmla="*/ 10068 w 350"/>
                <a:gd name="T93" fmla="*/ 33 h 120"/>
                <a:gd name="T94" fmla="*/ 10251 w 350"/>
                <a:gd name="T95" fmla="*/ 102 h 120"/>
                <a:gd name="T96" fmla="*/ 10513 w 350"/>
                <a:gd name="T97" fmla="*/ 233 h 120"/>
                <a:gd name="T98" fmla="*/ 10695 w 350"/>
                <a:gd name="T99" fmla="*/ 368 h 120"/>
                <a:gd name="T100" fmla="*/ 10884 w 350"/>
                <a:gd name="T101" fmla="*/ 519 h 120"/>
                <a:gd name="T102" fmla="*/ 11067 w 350"/>
                <a:gd name="T103" fmla="*/ 682 h 120"/>
                <a:gd name="T104" fmla="*/ 11256 w 350"/>
                <a:gd name="T105" fmla="*/ 849 h 120"/>
                <a:gd name="T106" fmla="*/ 11439 w 350"/>
                <a:gd name="T107" fmla="*/ 1033 h 120"/>
                <a:gd name="T108" fmla="*/ 11628 w 350"/>
                <a:gd name="T109" fmla="*/ 1217 h 120"/>
                <a:gd name="T110" fmla="*/ 11811 w 350"/>
                <a:gd name="T111" fmla="*/ 1384 h 120"/>
                <a:gd name="T112" fmla="*/ 11994 w 350"/>
                <a:gd name="T113" fmla="*/ 1552 h 120"/>
                <a:gd name="T114" fmla="*/ 12182 w 350"/>
                <a:gd name="T115" fmla="*/ 1703 h 120"/>
                <a:gd name="T116" fmla="*/ 12445 w 350"/>
                <a:gd name="T117" fmla="*/ 1850 h 120"/>
                <a:gd name="T118" fmla="*/ 12664 w 350"/>
                <a:gd name="T119" fmla="*/ 1935 h 120"/>
                <a:gd name="T120" fmla="*/ 12999 w 350"/>
                <a:gd name="T121" fmla="*/ 1984 h 12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50" h="120">
                  <a:moveTo>
                    <a:pt x="0" y="120"/>
                  </a:moveTo>
                  <a:lnTo>
                    <a:pt x="0" y="119"/>
                  </a:lnTo>
                  <a:lnTo>
                    <a:pt x="1" y="119"/>
                  </a:lnTo>
                  <a:lnTo>
                    <a:pt x="2" y="119"/>
                  </a:lnTo>
                  <a:lnTo>
                    <a:pt x="3" y="119"/>
                  </a:lnTo>
                  <a:lnTo>
                    <a:pt x="4" y="119"/>
                  </a:lnTo>
                  <a:lnTo>
                    <a:pt x="5" y="119"/>
                  </a:lnTo>
                  <a:lnTo>
                    <a:pt x="5" y="118"/>
                  </a:lnTo>
                  <a:lnTo>
                    <a:pt x="6" y="118"/>
                  </a:lnTo>
                  <a:lnTo>
                    <a:pt x="7" y="117"/>
                  </a:lnTo>
                  <a:lnTo>
                    <a:pt x="8" y="117"/>
                  </a:lnTo>
                  <a:lnTo>
                    <a:pt x="8" y="116"/>
                  </a:lnTo>
                  <a:lnTo>
                    <a:pt x="9" y="116"/>
                  </a:lnTo>
                  <a:lnTo>
                    <a:pt x="10" y="116"/>
                  </a:lnTo>
                  <a:lnTo>
                    <a:pt x="10" y="115"/>
                  </a:lnTo>
                  <a:lnTo>
                    <a:pt x="11" y="115"/>
                  </a:lnTo>
                  <a:lnTo>
                    <a:pt x="11" y="114"/>
                  </a:lnTo>
                  <a:lnTo>
                    <a:pt x="12" y="114"/>
                  </a:lnTo>
                  <a:lnTo>
                    <a:pt x="12" y="113"/>
                  </a:lnTo>
                  <a:lnTo>
                    <a:pt x="13" y="113"/>
                  </a:lnTo>
                  <a:lnTo>
                    <a:pt x="13" y="112"/>
                  </a:lnTo>
                  <a:lnTo>
                    <a:pt x="14" y="112"/>
                  </a:lnTo>
                  <a:lnTo>
                    <a:pt x="15" y="111"/>
                  </a:lnTo>
                  <a:lnTo>
                    <a:pt x="15" y="110"/>
                  </a:lnTo>
                  <a:lnTo>
                    <a:pt x="16" y="110"/>
                  </a:lnTo>
                  <a:lnTo>
                    <a:pt x="16" y="109"/>
                  </a:lnTo>
                  <a:lnTo>
                    <a:pt x="17" y="108"/>
                  </a:lnTo>
                  <a:lnTo>
                    <a:pt x="18" y="107"/>
                  </a:lnTo>
                  <a:lnTo>
                    <a:pt x="18" y="106"/>
                  </a:lnTo>
                  <a:lnTo>
                    <a:pt x="19" y="105"/>
                  </a:lnTo>
                  <a:lnTo>
                    <a:pt x="20" y="105"/>
                  </a:lnTo>
                  <a:lnTo>
                    <a:pt x="20" y="104"/>
                  </a:lnTo>
                  <a:lnTo>
                    <a:pt x="21" y="103"/>
                  </a:lnTo>
                  <a:lnTo>
                    <a:pt x="21" y="102"/>
                  </a:lnTo>
                  <a:lnTo>
                    <a:pt x="22" y="101"/>
                  </a:lnTo>
                  <a:lnTo>
                    <a:pt x="22" y="100"/>
                  </a:lnTo>
                  <a:lnTo>
                    <a:pt x="23" y="100"/>
                  </a:lnTo>
                  <a:lnTo>
                    <a:pt x="24" y="99"/>
                  </a:lnTo>
                  <a:lnTo>
                    <a:pt x="24" y="98"/>
                  </a:lnTo>
                  <a:lnTo>
                    <a:pt x="25" y="97"/>
                  </a:lnTo>
                  <a:lnTo>
                    <a:pt x="25" y="96"/>
                  </a:lnTo>
                  <a:lnTo>
                    <a:pt x="26" y="95"/>
                  </a:lnTo>
                  <a:lnTo>
                    <a:pt x="26" y="94"/>
                  </a:lnTo>
                  <a:lnTo>
                    <a:pt x="27" y="93"/>
                  </a:lnTo>
                  <a:lnTo>
                    <a:pt x="27" y="92"/>
                  </a:lnTo>
                  <a:lnTo>
                    <a:pt x="28" y="91"/>
                  </a:lnTo>
                  <a:lnTo>
                    <a:pt x="29" y="90"/>
                  </a:lnTo>
                  <a:lnTo>
                    <a:pt x="29" y="89"/>
                  </a:lnTo>
                  <a:lnTo>
                    <a:pt x="30" y="88"/>
                  </a:lnTo>
                  <a:lnTo>
                    <a:pt x="30" y="87"/>
                  </a:lnTo>
                  <a:lnTo>
                    <a:pt x="31" y="86"/>
                  </a:lnTo>
                  <a:lnTo>
                    <a:pt x="31" y="85"/>
                  </a:lnTo>
                  <a:lnTo>
                    <a:pt x="32" y="83"/>
                  </a:lnTo>
                  <a:lnTo>
                    <a:pt x="32" y="82"/>
                  </a:lnTo>
                  <a:lnTo>
                    <a:pt x="33" y="81"/>
                  </a:lnTo>
                  <a:lnTo>
                    <a:pt x="34" y="80"/>
                  </a:lnTo>
                  <a:lnTo>
                    <a:pt x="34" y="79"/>
                  </a:lnTo>
                  <a:lnTo>
                    <a:pt x="35" y="78"/>
                  </a:lnTo>
                  <a:lnTo>
                    <a:pt x="35" y="77"/>
                  </a:lnTo>
                  <a:lnTo>
                    <a:pt x="36" y="76"/>
                  </a:lnTo>
                  <a:lnTo>
                    <a:pt x="36" y="74"/>
                  </a:lnTo>
                  <a:lnTo>
                    <a:pt x="37" y="73"/>
                  </a:lnTo>
                  <a:lnTo>
                    <a:pt x="37" y="72"/>
                  </a:lnTo>
                  <a:lnTo>
                    <a:pt x="38" y="71"/>
                  </a:lnTo>
                  <a:lnTo>
                    <a:pt x="39" y="70"/>
                  </a:lnTo>
                  <a:lnTo>
                    <a:pt x="39" y="69"/>
                  </a:lnTo>
                  <a:lnTo>
                    <a:pt x="40" y="67"/>
                  </a:lnTo>
                  <a:lnTo>
                    <a:pt x="40" y="66"/>
                  </a:lnTo>
                  <a:lnTo>
                    <a:pt x="41" y="65"/>
                  </a:lnTo>
                  <a:lnTo>
                    <a:pt x="41" y="64"/>
                  </a:lnTo>
                  <a:lnTo>
                    <a:pt x="42" y="63"/>
                  </a:lnTo>
                  <a:lnTo>
                    <a:pt x="43" y="61"/>
                  </a:lnTo>
                  <a:lnTo>
                    <a:pt x="43" y="60"/>
                  </a:lnTo>
                  <a:lnTo>
                    <a:pt x="44" y="59"/>
                  </a:lnTo>
                  <a:lnTo>
                    <a:pt x="44" y="58"/>
                  </a:lnTo>
                  <a:lnTo>
                    <a:pt x="45" y="57"/>
                  </a:lnTo>
                  <a:lnTo>
                    <a:pt x="45" y="55"/>
                  </a:lnTo>
                  <a:lnTo>
                    <a:pt x="46" y="54"/>
                  </a:lnTo>
                  <a:lnTo>
                    <a:pt x="46" y="53"/>
                  </a:lnTo>
                  <a:lnTo>
                    <a:pt x="47" y="52"/>
                  </a:lnTo>
                  <a:lnTo>
                    <a:pt x="48" y="51"/>
                  </a:lnTo>
                  <a:lnTo>
                    <a:pt x="48" y="49"/>
                  </a:lnTo>
                  <a:lnTo>
                    <a:pt x="49" y="48"/>
                  </a:lnTo>
                  <a:lnTo>
                    <a:pt x="49" y="47"/>
                  </a:lnTo>
                  <a:lnTo>
                    <a:pt x="50" y="46"/>
                  </a:lnTo>
                  <a:lnTo>
                    <a:pt x="50" y="45"/>
                  </a:lnTo>
                  <a:lnTo>
                    <a:pt x="51" y="44"/>
                  </a:lnTo>
                  <a:lnTo>
                    <a:pt x="51" y="42"/>
                  </a:lnTo>
                  <a:lnTo>
                    <a:pt x="52" y="41"/>
                  </a:lnTo>
                  <a:lnTo>
                    <a:pt x="53" y="40"/>
                  </a:lnTo>
                  <a:lnTo>
                    <a:pt x="53" y="39"/>
                  </a:lnTo>
                  <a:lnTo>
                    <a:pt x="54" y="38"/>
                  </a:lnTo>
                  <a:lnTo>
                    <a:pt x="54" y="37"/>
                  </a:lnTo>
                  <a:lnTo>
                    <a:pt x="55" y="36"/>
                  </a:lnTo>
                  <a:lnTo>
                    <a:pt x="55" y="35"/>
                  </a:lnTo>
                  <a:lnTo>
                    <a:pt x="56" y="33"/>
                  </a:lnTo>
                  <a:lnTo>
                    <a:pt x="56" y="32"/>
                  </a:lnTo>
                  <a:lnTo>
                    <a:pt x="57" y="31"/>
                  </a:lnTo>
                  <a:lnTo>
                    <a:pt x="58" y="30"/>
                  </a:lnTo>
                  <a:lnTo>
                    <a:pt x="58" y="29"/>
                  </a:lnTo>
                  <a:lnTo>
                    <a:pt x="59" y="28"/>
                  </a:lnTo>
                  <a:lnTo>
                    <a:pt x="59" y="27"/>
                  </a:lnTo>
                  <a:lnTo>
                    <a:pt x="60" y="26"/>
                  </a:lnTo>
                  <a:lnTo>
                    <a:pt x="60" y="25"/>
                  </a:lnTo>
                  <a:lnTo>
                    <a:pt x="61" y="24"/>
                  </a:lnTo>
                  <a:lnTo>
                    <a:pt x="62" y="23"/>
                  </a:lnTo>
                  <a:lnTo>
                    <a:pt x="62" y="22"/>
                  </a:lnTo>
                  <a:lnTo>
                    <a:pt x="63" y="21"/>
                  </a:lnTo>
                  <a:lnTo>
                    <a:pt x="63" y="20"/>
                  </a:lnTo>
                  <a:lnTo>
                    <a:pt x="64" y="20"/>
                  </a:lnTo>
                  <a:lnTo>
                    <a:pt x="64" y="19"/>
                  </a:lnTo>
                  <a:lnTo>
                    <a:pt x="65" y="18"/>
                  </a:lnTo>
                  <a:lnTo>
                    <a:pt x="65" y="17"/>
                  </a:lnTo>
                  <a:lnTo>
                    <a:pt x="66" y="16"/>
                  </a:lnTo>
                  <a:lnTo>
                    <a:pt x="67" y="15"/>
                  </a:lnTo>
                  <a:lnTo>
                    <a:pt x="67" y="14"/>
                  </a:lnTo>
                  <a:lnTo>
                    <a:pt x="68" y="14"/>
                  </a:lnTo>
                  <a:lnTo>
                    <a:pt x="68" y="13"/>
                  </a:lnTo>
                  <a:lnTo>
                    <a:pt x="69" y="12"/>
                  </a:lnTo>
                  <a:lnTo>
                    <a:pt x="69" y="11"/>
                  </a:lnTo>
                  <a:lnTo>
                    <a:pt x="70" y="11"/>
                  </a:lnTo>
                  <a:lnTo>
                    <a:pt x="70" y="10"/>
                  </a:lnTo>
                  <a:lnTo>
                    <a:pt x="71" y="9"/>
                  </a:lnTo>
                  <a:lnTo>
                    <a:pt x="72" y="9"/>
                  </a:lnTo>
                  <a:lnTo>
                    <a:pt x="72" y="8"/>
                  </a:lnTo>
                  <a:lnTo>
                    <a:pt x="73" y="7"/>
                  </a:lnTo>
                  <a:lnTo>
                    <a:pt x="74" y="6"/>
                  </a:lnTo>
                  <a:lnTo>
                    <a:pt x="75" y="5"/>
                  </a:lnTo>
                  <a:lnTo>
                    <a:pt x="76" y="4"/>
                  </a:lnTo>
                  <a:lnTo>
                    <a:pt x="77" y="4"/>
                  </a:lnTo>
                  <a:lnTo>
                    <a:pt x="77" y="3"/>
                  </a:lnTo>
                  <a:lnTo>
                    <a:pt x="78" y="3"/>
                  </a:lnTo>
                  <a:lnTo>
                    <a:pt x="79" y="2"/>
                  </a:lnTo>
                  <a:lnTo>
                    <a:pt x="80" y="2"/>
                  </a:lnTo>
                  <a:lnTo>
                    <a:pt x="80" y="1"/>
                  </a:lnTo>
                  <a:lnTo>
                    <a:pt x="81" y="1"/>
                  </a:lnTo>
                  <a:lnTo>
                    <a:pt x="82" y="1"/>
                  </a:lnTo>
                  <a:lnTo>
                    <a:pt x="82" y="0"/>
                  </a:lnTo>
                  <a:lnTo>
                    <a:pt x="83" y="0"/>
                  </a:lnTo>
                  <a:lnTo>
                    <a:pt x="84" y="0"/>
                  </a:lnTo>
                  <a:lnTo>
                    <a:pt x="85" y="0"/>
                  </a:lnTo>
                  <a:lnTo>
                    <a:pt x="86" y="0"/>
                  </a:lnTo>
                  <a:lnTo>
                    <a:pt x="87" y="0"/>
                  </a:lnTo>
                  <a:lnTo>
                    <a:pt x="88" y="0"/>
                  </a:lnTo>
                  <a:lnTo>
                    <a:pt x="89" y="0"/>
                  </a:lnTo>
                  <a:lnTo>
                    <a:pt x="90" y="0"/>
                  </a:lnTo>
                  <a:lnTo>
                    <a:pt x="91" y="0"/>
                  </a:lnTo>
                  <a:lnTo>
                    <a:pt x="92" y="0"/>
                  </a:lnTo>
                  <a:lnTo>
                    <a:pt x="93" y="1"/>
                  </a:lnTo>
                  <a:lnTo>
                    <a:pt x="94" y="1"/>
                  </a:lnTo>
                  <a:lnTo>
                    <a:pt x="95" y="2"/>
                  </a:lnTo>
                  <a:lnTo>
                    <a:pt x="96" y="2"/>
                  </a:lnTo>
                  <a:lnTo>
                    <a:pt x="96" y="3"/>
                  </a:lnTo>
                  <a:lnTo>
                    <a:pt x="97" y="3"/>
                  </a:lnTo>
                  <a:lnTo>
                    <a:pt x="98" y="4"/>
                  </a:lnTo>
                  <a:lnTo>
                    <a:pt x="99" y="5"/>
                  </a:lnTo>
                  <a:lnTo>
                    <a:pt x="100" y="6"/>
                  </a:lnTo>
                  <a:lnTo>
                    <a:pt x="101" y="6"/>
                  </a:lnTo>
                  <a:lnTo>
                    <a:pt x="101" y="7"/>
                  </a:lnTo>
                  <a:lnTo>
                    <a:pt x="102" y="7"/>
                  </a:lnTo>
                  <a:lnTo>
                    <a:pt x="102" y="8"/>
                  </a:lnTo>
                  <a:lnTo>
                    <a:pt x="103" y="9"/>
                  </a:lnTo>
                  <a:lnTo>
                    <a:pt x="104" y="10"/>
                  </a:lnTo>
                  <a:lnTo>
                    <a:pt x="105" y="11"/>
                  </a:lnTo>
                  <a:lnTo>
                    <a:pt x="106" y="12"/>
                  </a:lnTo>
                  <a:lnTo>
                    <a:pt x="106" y="13"/>
                  </a:lnTo>
                  <a:lnTo>
                    <a:pt x="107" y="14"/>
                  </a:lnTo>
                  <a:lnTo>
                    <a:pt x="108" y="15"/>
                  </a:lnTo>
                  <a:lnTo>
                    <a:pt x="108" y="16"/>
                  </a:lnTo>
                  <a:lnTo>
                    <a:pt x="109" y="17"/>
                  </a:lnTo>
                  <a:lnTo>
                    <a:pt x="110" y="18"/>
                  </a:lnTo>
                  <a:lnTo>
                    <a:pt x="111" y="19"/>
                  </a:lnTo>
                  <a:lnTo>
                    <a:pt x="111" y="20"/>
                  </a:lnTo>
                  <a:lnTo>
                    <a:pt x="112" y="21"/>
                  </a:lnTo>
                  <a:lnTo>
                    <a:pt x="112" y="22"/>
                  </a:lnTo>
                  <a:lnTo>
                    <a:pt x="113" y="23"/>
                  </a:lnTo>
                  <a:lnTo>
                    <a:pt x="113" y="24"/>
                  </a:lnTo>
                  <a:lnTo>
                    <a:pt x="114" y="25"/>
                  </a:lnTo>
                  <a:lnTo>
                    <a:pt x="115" y="26"/>
                  </a:lnTo>
                  <a:lnTo>
                    <a:pt x="115" y="27"/>
                  </a:lnTo>
                  <a:lnTo>
                    <a:pt x="116" y="28"/>
                  </a:lnTo>
                  <a:lnTo>
                    <a:pt x="116" y="29"/>
                  </a:lnTo>
                  <a:lnTo>
                    <a:pt x="117" y="30"/>
                  </a:lnTo>
                  <a:lnTo>
                    <a:pt x="117" y="31"/>
                  </a:lnTo>
                  <a:lnTo>
                    <a:pt x="118" y="32"/>
                  </a:lnTo>
                  <a:lnTo>
                    <a:pt x="118" y="33"/>
                  </a:lnTo>
                  <a:lnTo>
                    <a:pt x="119" y="34"/>
                  </a:lnTo>
                  <a:lnTo>
                    <a:pt x="120" y="35"/>
                  </a:lnTo>
                  <a:lnTo>
                    <a:pt x="120" y="37"/>
                  </a:lnTo>
                  <a:lnTo>
                    <a:pt x="121" y="38"/>
                  </a:lnTo>
                  <a:lnTo>
                    <a:pt x="121" y="39"/>
                  </a:lnTo>
                  <a:lnTo>
                    <a:pt x="122" y="40"/>
                  </a:lnTo>
                  <a:lnTo>
                    <a:pt x="122" y="41"/>
                  </a:lnTo>
                  <a:lnTo>
                    <a:pt x="123" y="42"/>
                  </a:lnTo>
                  <a:lnTo>
                    <a:pt x="124" y="43"/>
                  </a:lnTo>
                  <a:lnTo>
                    <a:pt x="124" y="45"/>
                  </a:lnTo>
                  <a:lnTo>
                    <a:pt x="125" y="46"/>
                  </a:lnTo>
                  <a:lnTo>
                    <a:pt x="125" y="47"/>
                  </a:lnTo>
                  <a:lnTo>
                    <a:pt x="126" y="48"/>
                  </a:lnTo>
                  <a:lnTo>
                    <a:pt x="126" y="49"/>
                  </a:lnTo>
                  <a:lnTo>
                    <a:pt x="127" y="50"/>
                  </a:lnTo>
                  <a:lnTo>
                    <a:pt x="127" y="52"/>
                  </a:lnTo>
                  <a:lnTo>
                    <a:pt x="128" y="53"/>
                  </a:lnTo>
                  <a:lnTo>
                    <a:pt x="129" y="54"/>
                  </a:lnTo>
                  <a:lnTo>
                    <a:pt x="129" y="55"/>
                  </a:lnTo>
                  <a:lnTo>
                    <a:pt x="130" y="56"/>
                  </a:lnTo>
                  <a:lnTo>
                    <a:pt x="130" y="58"/>
                  </a:lnTo>
                  <a:lnTo>
                    <a:pt x="131" y="59"/>
                  </a:lnTo>
                  <a:lnTo>
                    <a:pt x="131" y="60"/>
                  </a:lnTo>
                  <a:lnTo>
                    <a:pt x="132" y="61"/>
                  </a:lnTo>
                  <a:lnTo>
                    <a:pt x="132" y="62"/>
                  </a:lnTo>
                  <a:lnTo>
                    <a:pt x="133" y="64"/>
                  </a:lnTo>
                  <a:lnTo>
                    <a:pt x="134" y="65"/>
                  </a:lnTo>
                  <a:lnTo>
                    <a:pt x="134" y="66"/>
                  </a:lnTo>
                  <a:lnTo>
                    <a:pt x="135" y="67"/>
                  </a:lnTo>
                  <a:lnTo>
                    <a:pt x="135" y="68"/>
                  </a:lnTo>
                  <a:lnTo>
                    <a:pt x="136" y="70"/>
                  </a:lnTo>
                  <a:lnTo>
                    <a:pt x="136" y="71"/>
                  </a:lnTo>
                  <a:lnTo>
                    <a:pt x="137" y="72"/>
                  </a:lnTo>
                  <a:lnTo>
                    <a:pt x="137" y="73"/>
                  </a:lnTo>
                  <a:lnTo>
                    <a:pt x="138" y="74"/>
                  </a:lnTo>
                  <a:lnTo>
                    <a:pt x="139" y="75"/>
                  </a:lnTo>
                  <a:lnTo>
                    <a:pt x="139" y="77"/>
                  </a:lnTo>
                  <a:lnTo>
                    <a:pt x="140" y="78"/>
                  </a:lnTo>
                  <a:lnTo>
                    <a:pt x="140" y="79"/>
                  </a:lnTo>
                  <a:lnTo>
                    <a:pt x="141" y="80"/>
                  </a:lnTo>
                  <a:lnTo>
                    <a:pt x="141" y="81"/>
                  </a:lnTo>
                  <a:lnTo>
                    <a:pt x="142" y="82"/>
                  </a:lnTo>
                  <a:lnTo>
                    <a:pt x="142" y="83"/>
                  </a:lnTo>
                  <a:lnTo>
                    <a:pt x="143" y="84"/>
                  </a:lnTo>
                  <a:lnTo>
                    <a:pt x="144" y="85"/>
                  </a:lnTo>
                  <a:lnTo>
                    <a:pt x="144" y="87"/>
                  </a:lnTo>
                  <a:lnTo>
                    <a:pt x="145" y="88"/>
                  </a:lnTo>
                  <a:lnTo>
                    <a:pt x="145" y="89"/>
                  </a:lnTo>
                  <a:lnTo>
                    <a:pt x="146" y="90"/>
                  </a:lnTo>
                  <a:lnTo>
                    <a:pt x="146" y="91"/>
                  </a:lnTo>
                  <a:lnTo>
                    <a:pt x="147" y="92"/>
                  </a:lnTo>
                  <a:lnTo>
                    <a:pt x="148" y="93"/>
                  </a:lnTo>
                  <a:lnTo>
                    <a:pt x="148" y="94"/>
                  </a:lnTo>
                  <a:lnTo>
                    <a:pt x="149" y="95"/>
                  </a:lnTo>
                  <a:lnTo>
                    <a:pt x="149" y="96"/>
                  </a:lnTo>
                  <a:lnTo>
                    <a:pt x="150" y="97"/>
                  </a:lnTo>
                  <a:lnTo>
                    <a:pt x="150" y="98"/>
                  </a:lnTo>
                  <a:lnTo>
                    <a:pt x="151" y="99"/>
                  </a:lnTo>
                  <a:lnTo>
                    <a:pt x="152" y="100"/>
                  </a:lnTo>
                  <a:lnTo>
                    <a:pt x="153" y="101"/>
                  </a:lnTo>
                  <a:lnTo>
                    <a:pt x="153" y="102"/>
                  </a:lnTo>
                  <a:lnTo>
                    <a:pt x="154" y="103"/>
                  </a:lnTo>
                  <a:lnTo>
                    <a:pt x="154" y="104"/>
                  </a:lnTo>
                  <a:lnTo>
                    <a:pt x="155" y="104"/>
                  </a:lnTo>
                  <a:lnTo>
                    <a:pt x="155" y="105"/>
                  </a:lnTo>
                  <a:lnTo>
                    <a:pt x="156" y="106"/>
                  </a:lnTo>
                  <a:lnTo>
                    <a:pt x="156" y="107"/>
                  </a:lnTo>
                  <a:lnTo>
                    <a:pt x="157" y="108"/>
                  </a:lnTo>
                  <a:lnTo>
                    <a:pt x="158" y="108"/>
                  </a:lnTo>
                  <a:lnTo>
                    <a:pt x="158" y="109"/>
                  </a:lnTo>
                  <a:lnTo>
                    <a:pt x="159" y="110"/>
                  </a:lnTo>
                  <a:lnTo>
                    <a:pt x="160" y="111"/>
                  </a:lnTo>
                  <a:lnTo>
                    <a:pt x="161" y="112"/>
                  </a:lnTo>
                  <a:lnTo>
                    <a:pt x="161" y="113"/>
                  </a:lnTo>
                  <a:lnTo>
                    <a:pt x="162" y="113"/>
                  </a:lnTo>
                  <a:lnTo>
                    <a:pt x="163" y="114"/>
                  </a:lnTo>
                  <a:lnTo>
                    <a:pt x="164" y="115"/>
                  </a:lnTo>
                  <a:lnTo>
                    <a:pt x="165" y="116"/>
                  </a:lnTo>
                  <a:lnTo>
                    <a:pt x="166" y="116"/>
                  </a:lnTo>
                  <a:lnTo>
                    <a:pt x="167" y="117"/>
                  </a:lnTo>
                  <a:lnTo>
                    <a:pt x="168" y="117"/>
                  </a:lnTo>
                  <a:lnTo>
                    <a:pt x="168" y="118"/>
                  </a:lnTo>
                  <a:lnTo>
                    <a:pt x="169" y="118"/>
                  </a:lnTo>
                  <a:lnTo>
                    <a:pt x="170" y="118"/>
                  </a:lnTo>
                  <a:lnTo>
                    <a:pt x="170" y="119"/>
                  </a:lnTo>
                  <a:lnTo>
                    <a:pt x="171" y="119"/>
                  </a:lnTo>
                  <a:lnTo>
                    <a:pt x="172" y="119"/>
                  </a:lnTo>
                  <a:lnTo>
                    <a:pt x="173" y="119"/>
                  </a:lnTo>
                  <a:lnTo>
                    <a:pt x="174" y="119"/>
                  </a:lnTo>
                  <a:lnTo>
                    <a:pt x="175" y="119"/>
                  </a:lnTo>
                  <a:lnTo>
                    <a:pt x="176" y="119"/>
                  </a:lnTo>
                  <a:lnTo>
                    <a:pt x="177" y="119"/>
                  </a:lnTo>
                  <a:lnTo>
                    <a:pt x="178" y="119"/>
                  </a:lnTo>
                  <a:lnTo>
                    <a:pt x="179" y="119"/>
                  </a:lnTo>
                  <a:lnTo>
                    <a:pt x="180" y="119"/>
                  </a:lnTo>
                  <a:lnTo>
                    <a:pt x="180" y="118"/>
                  </a:lnTo>
                  <a:lnTo>
                    <a:pt x="181" y="118"/>
                  </a:lnTo>
                  <a:lnTo>
                    <a:pt x="182" y="118"/>
                  </a:lnTo>
                  <a:lnTo>
                    <a:pt x="183" y="117"/>
                  </a:lnTo>
                  <a:lnTo>
                    <a:pt x="184" y="117"/>
                  </a:lnTo>
                  <a:lnTo>
                    <a:pt x="184" y="116"/>
                  </a:lnTo>
                  <a:lnTo>
                    <a:pt x="185" y="116"/>
                  </a:lnTo>
                  <a:lnTo>
                    <a:pt x="186" y="115"/>
                  </a:lnTo>
                  <a:lnTo>
                    <a:pt x="187" y="114"/>
                  </a:lnTo>
                  <a:lnTo>
                    <a:pt x="188" y="113"/>
                  </a:lnTo>
                  <a:lnTo>
                    <a:pt x="189" y="112"/>
                  </a:lnTo>
                  <a:lnTo>
                    <a:pt x="190" y="111"/>
                  </a:lnTo>
                  <a:lnTo>
                    <a:pt x="191" y="110"/>
                  </a:lnTo>
                  <a:lnTo>
                    <a:pt x="192" y="109"/>
                  </a:lnTo>
                  <a:lnTo>
                    <a:pt x="192" y="108"/>
                  </a:lnTo>
                  <a:lnTo>
                    <a:pt x="193" y="108"/>
                  </a:lnTo>
                  <a:lnTo>
                    <a:pt x="193" y="107"/>
                  </a:lnTo>
                  <a:lnTo>
                    <a:pt x="194" y="106"/>
                  </a:lnTo>
                  <a:lnTo>
                    <a:pt x="195" y="105"/>
                  </a:lnTo>
                  <a:lnTo>
                    <a:pt x="196" y="104"/>
                  </a:lnTo>
                  <a:lnTo>
                    <a:pt x="196" y="103"/>
                  </a:lnTo>
                  <a:lnTo>
                    <a:pt x="197" y="102"/>
                  </a:lnTo>
                  <a:lnTo>
                    <a:pt x="197" y="101"/>
                  </a:lnTo>
                  <a:lnTo>
                    <a:pt x="198" y="101"/>
                  </a:lnTo>
                  <a:lnTo>
                    <a:pt x="198" y="100"/>
                  </a:lnTo>
                  <a:lnTo>
                    <a:pt x="199" y="99"/>
                  </a:lnTo>
                  <a:lnTo>
                    <a:pt x="199" y="98"/>
                  </a:lnTo>
                  <a:lnTo>
                    <a:pt x="200" y="97"/>
                  </a:lnTo>
                  <a:lnTo>
                    <a:pt x="201" y="96"/>
                  </a:lnTo>
                  <a:lnTo>
                    <a:pt x="201" y="95"/>
                  </a:lnTo>
                  <a:lnTo>
                    <a:pt x="202" y="94"/>
                  </a:lnTo>
                  <a:lnTo>
                    <a:pt x="202" y="93"/>
                  </a:lnTo>
                  <a:lnTo>
                    <a:pt x="203" y="92"/>
                  </a:lnTo>
                  <a:lnTo>
                    <a:pt x="203" y="91"/>
                  </a:lnTo>
                  <a:lnTo>
                    <a:pt x="204" y="90"/>
                  </a:lnTo>
                  <a:lnTo>
                    <a:pt x="204" y="89"/>
                  </a:lnTo>
                  <a:lnTo>
                    <a:pt x="205" y="88"/>
                  </a:lnTo>
                  <a:lnTo>
                    <a:pt x="206" y="87"/>
                  </a:lnTo>
                  <a:lnTo>
                    <a:pt x="206" y="86"/>
                  </a:lnTo>
                  <a:lnTo>
                    <a:pt x="207" y="85"/>
                  </a:lnTo>
                  <a:lnTo>
                    <a:pt x="207" y="84"/>
                  </a:lnTo>
                  <a:lnTo>
                    <a:pt x="208" y="83"/>
                  </a:lnTo>
                  <a:lnTo>
                    <a:pt x="208" y="81"/>
                  </a:lnTo>
                  <a:lnTo>
                    <a:pt x="209" y="80"/>
                  </a:lnTo>
                  <a:lnTo>
                    <a:pt x="210" y="79"/>
                  </a:lnTo>
                  <a:lnTo>
                    <a:pt x="210" y="78"/>
                  </a:lnTo>
                  <a:lnTo>
                    <a:pt x="211" y="77"/>
                  </a:lnTo>
                  <a:lnTo>
                    <a:pt x="211" y="76"/>
                  </a:lnTo>
                  <a:lnTo>
                    <a:pt x="212" y="75"/>
                  </a:lnTo>
                  <a:lnTo>
                    <a:pt x="212" y="73"/>
                  </a:lnTo>
                  <a:lnTo>
                    <a:pt x="213" y="72"/>
                  </a:lnTo>
                  <a:lnTo>
                    <a:pt x="213" y="71"/>
                  </a:lnTo>
                  <a:lnTo>
                    <a:pt x="214" y="70"/>
                  </a:lnTo>
                  <a:lnTo>
                    <a:pt x="215" y="69"/>
                  </a:lnTo>
                  <a:lnTo>
                    <a:pt x="215" y="68"/>
                  </a:lnTo>
                  <a:lnTo>
                    <a:pt x="216" y="66"/>
                  </a:lnTo>
                  <a:lnTo>
                    <a:pt x="216" y="65"/>
                  </a:lnTo>
                  <a:lnTo>
                    <a:pt x="217" y="64"/>
                  </a:lnTo>
                  <a:lnTo>
                    <a:pt x="217" y="63"/>
                  </a:lnTo>
                  <a:lnTo>
                    <a:pt x="218" y="62"/>
                  </a:lnTo>
                  <a:lnTo>
                    <a:pt x="218" y="60"/>
                  </a:lnTo>
                  <a:lnTo>
                    <a:pt x="219" y="59"/>
                  </a:lnTo>
                  <a:lnTo>
                    <a:pt x="220" y="58"/>
                  </a:lnTo>
                  <a:lnTo>
                    <a:pt x="220" y="57"/>
                  </a:lnTo>
                  <a:lnTo>
                    <a:pt x="221" y="56"/>
                  </a:lnTo>
                  <a:lnTo>
                    <a:pt x="221" y="54"/>
                  </a:lnTo>
                  <a:lnTo>
                    <a:pt x="222" y="53"/>
                  </a:lnTo>
                  <a:lnTo>
                    <a:pt x="222" y="52"/>
                  </a:lnTo>
                  <a:lnTo>
                    <a:pt x="223" y="51"/>
                  </a:lnTo>
                  <a:lnTo>
                    <a:pt x="223" y="50"/>
                  </a:lnTo>
                  <a:lnTo>
                    <a:pt x="224" y="48"/>
                  </a:lnTo>
                  <a:lnTo>
                    <a:pt x="225" y="47"/>
                  </a:lnTo>
                  <a:lnTo>
                    <a:pt x="225" y="46"/>
                  </a:lnTo>
                  <a:lnTo>
                    <a:pt x="226" y="45"/>
                  </a:lnTo>
                  <a:lnTo>
                    <a:pt x="226" y="44"/>
                  </a:lnTo>
                  <a:lnTo>
                    <a:pt x="227" y="43"/>
                  </a:lnTo>
                  <a:lnTo>
                    <a:pt x="227" y="41"/>
                  </a:lnTo>
                  <a:lnTo>
                    <a:pt x="228" y="40"/>
                  </a:lnTo>
                  <a:lnTo>
                    <a:pt x="229" y="39"/>
                  </a:lnTo>
                  <a:lnTo>
                    <a:pt x="229" y="38"/>
                  </a:lnTo>
                  <a:lnTo>
                    <a:pt x="230" y="37"/>
                  </a:lnTo>
                  <a:lnTo>
                    <a:pt x="230" y="36"/>
                  </a:lnTo>
                  <a:lnTo>
                    <a:pt x="231" y="35"/>
                  </a:lnTo>
                  <a:lnTo>
                    <a:pt x="231" y="34"/>
                  </a:lnTo>
                  <a:lnTo>
                    <a:pt x="232" y="33"/>
                  </a:lnTo>
                  <a:lnTo>
                    <a:pt x="232" y="31"/>
                  </a:lnTo>
                  <a:lnTo>
                    <a:pt x="233" y="30"/>
                  </a:lnTo>
                  <a:lnTo>
                    <a:pt x="234" y="29"/>
                  </a:lnTo>
                  <a:lnTo>
                    <a:pt x="234" y="28"/>
                  </a:lnTo>
                  <a:lnTo>
                    <a:pt x="235" y="27"/>
                  </a:lnTo>
                  <a:lnTo>
                    <a:pt x="235" y="26"/>
                  </a:lnTo>
                  <a:lnTo>
                    <a:pt x="236" y="25"/>
                  </a:lnTo>
                  <a:lnTo>
                    <a:pt x="236" y="24"/>
                  </a:lnTo>
                  <a:lnTo>
                    <a:pt x="237" y="23"/>
                  </a:lnTo>
                  <a:lnTo>
                    <a:pt x="237" y="22"/>
                  </a:lnTo>
                  <a:lnTo>
                    <a:pt x="238" y="21"/>
                  </a:lnTo>
                  <a:lnTo>
                    <a:pt x="239" y="21"/>
                  </a:lnTo>
                  <a:lnTo>
                    <a:pt x="239" y="20"/>
                  </a:lnTo>
                  <a:lnTo>
                    <a:pt x="240" y="19"/>
                  </a:lnTo>
                  <a:lnTo>
                    <a:pt x="240" y="18"/>
                  </a:lnTo>
                  <a:lnTo>
                    <a:pt x="241" y="17"/>
                  </a:lnTo>
                  <a:lnTo>
                    <a:pt x="241" y="16"/>
                  </a:lnTo>
                  <a:lnTo>
                    <a:pt x="242" y="15"/>
                  </a:lnTo>
                  <a:lnTo>
                    <a:pt x="243" y="14"/>
                  </a:lnTo>
                  <a:lnTo>
                    <a:pt x="244" y="13"/>
                  </a:lnTo>
                  <a:lnTo>
                    <a:pt x="244" y="12"/>
                  </a:lnTo>
                  <a:lnTo>
                    <a:pt x="245" y="12"/>
                  </a:lnTo>
                  <a:lnTo>
                    <a:pt x="245" y="11"/>
                  </a:lnTo>
                  <a:lnTo>
                    <a:pt x="246" y="10"/>
                  </a:lnTo>
                  <a:lnTo>
                    <a:pt x="246" y="9"/>
                  </a:lnTo>
                  <a:lnTo>
                    <a:pt x="247" y="9"/>
                  </a:lnTo>
                  <a:lnTo>
                    <a:pt x="248" y="8"/>
                  </a:lnTo>
                  <a:lnTo>
                    <a:pt x="249" y="7"/>
                  </a:lnTo>
                  <a:lnTo>
                    <a:pt x="249" y="6"/>
                  </a:lnTo>
                  <a:lnTo>
                    <a:pt x="250" y="6"/>
                  </a:lnTo>
                  <a:lnTo>
                    <a:pt x="250" y="5"/>
                  </a:lnTo>
                  <a:lnTo>
                    <a:pt x="251" y="5"/>
                  </a:lnTo>
                  <a:lnTo>
                    <a:pt x="251" y="4"/>
                  </a:lnTo>
                  <a:lnTo>
                    <a:pt x="252" y="4"/>
                  </a:lnTo>
                  <a:lnTo>
                    <a:pt x="253" y="3"/>
                  </a:lnTo>
                  <a:lnTo>
                    <a:pt x="254" y="3"/>
                  </a:lnTo>
                  <a:lnTo>
                    <a:pt x="254" y="2"/>
                  </a:lnTo>
                  <a:lnTo>
                    <a:pt x="255" y="2"/>
                  </a:lnTo>
                  <a:lnTo>
                    <a:pt x="256" y="1"/>
                  </a:lnTo>
                  <a:lnTo>
                    <a:pt x="257" y="1"/>
                  </a:lnTo>
                  <a:lnTo>
                    <a:pt x="258" y="1"/>
                  </a:lnTo>
                  <a:lnTo>
                    <a:pt x="258" y="0"/>
                  </a:lnTo>
                  <a:lnTo>
                    <a:pt x="259" y="0"/>
                  </a:lnTo>
                  <a:lnTo>
                    <a:pt x="260" y="0"/>
                  </a:lnTo>
                  <a:lnTo>
                    <a:pt x="261" y="0"/>
                  </a:lnTo>
                  <a:lnTo>
                    <a:pt x="262" y="0"/>
                  </a:lnTo>
                  <a:lnTo>
                    <a:pt x="263" y="0"/>
                  </a:lnTo>
                  <a:lnTo>
                    <a:pt x="264" y="0"/>
                  </a:lnTo>
                  <a:lnTo>
                    <a:pt x="265" y="0"/>
                  </a:lnTo>
                  <a:lnTo>
                    <a:pt x="266" y="0"/>
                  </a:lnTo>
                  <a:lnTo>
                    <a:pt x="267" y="0"/>
                  </a:lnTo>
                  <a:lnTo>
                    <a:pt x="268" y="0"/>
                  </a:lnTo>
                  <a:lnTo>
                    <a:pt x="268" y="1"/>
                  </a:lnTo>
                  <a:lnTo>
                    <a:pt x="269" y="1"/>
                  </a:lnTo>
                  <a:lnTo>
                    <a:pt x="270" y="1"/>
                  </a:lnTo>
                  <a:lnTo>
                    <a:pt x="270" y="2"/>
                  </a:lnTo>
                  <a:lnTo>
                    <a:pt x="271" y="2"/>
                  </a:lnTo>
                  <a:lnTo>
                    <a:pt x="272" y="2"/>
                  </a:lnTo>
                  <a:lnTo>
                    <a:pt x="272" y="3"/>
                  </a:lnTo>
                  <a:lnTo>
                    <a:pt x="273" y="3"/>
                  </a:lnTo>
                  <a:lnTo>
                    <a:pt x="273" y="4"/>
                  </a:lnTo>
                  <a:lnTo>
                    <a:pt x="274" y="4"/>
                  </a:lnTo>
                  <a:lnTo>
                    <a:pt x="274" y="5"/>
                  </a:lnTo>
                  <a:lnTo>
                    <a:pt x="275" y="5"/>
                  </a:lnTo>
                  <a:lnTo>
                    <a:pt x="275" y="6"/>
                  </a:lnTo>
                  <a:lnTo>
                    <a:pt x="276" y="6"/>
                  </a:lnTo>
                  <a:lnTo>
                    <a:pt x="277" y="7"/>
                  </a:lnTo>
                  <a:lnTo>
                    <a:pt x="278" y="8"/>
                  </a:lnTo>
                  <a:lnTo>
                    <a:pt x="278" y="9"/>
                  </a:lnTo>
                  <a:lnTo>
                    <a:pt x="279" y="9"/>
                  </a:lnTo>
                  <a:lnTo>
                    <a:pt x="279" y="10"/>
                  </a:lnTo>
                  <a:lnTo>
                    <a:pt x="280" y="11"/>
                  </a:lnTo>
                  <a:lnTo>
                    <a:pt x="281" y="12"/>
                  </a:lnTo>
                  <a:lnTo>
                    <a:pt x="282" y="13"/>
                  </a:lnTo>
                  <a:lnTo>
                    <a:pt x="283" y="14"/>
                  </a:lnTo>
                  <a:lnTo>
                    <a:pt x="283" y="15"/>
                  </a:lnTo>
                  <a:lnTo>
                    <a:pt x="284" y="16"/>
                  </a:lnTo>
                  <a:lnTo>
                    <a:pt x="284" y="17"/>
                  </a:lnTo>
                  <a:lnTo>
                    <a:pt x="285" y="17"/>
                  </a:lnTo>
                  <a:lnTo>
                    <a:pt x="285" y="18"/>
                  </a:lnTo>
                  <a:lnTo>
                    <a:pt x="286" y="19"/>
                  </a:lnTo>
                  <a:lnTo>
                    <a:pt x="287" y="20"/>
                  </a:lnTo>
                  <a:lnTo>
                    <a:pt x="287" y="21"/>
                  </a:lnTo>
                  <a:lnTo>
                    <a:pt x="288" y="22"/>
                  </a:lnTo>
                  <a:lnTo>
                    <a:pt x="288" y="23"/>
                  </a:lnTo>
                  <a:lnTo>
                    <a:pt x="289" y="24"/>
                  </a:lnTo>
                  <a:lnTo>
                    <a:pt x="289" y="25"/>
                  </a:lnTo>
                  <a:lnTo>
                    <a:pt x="290" y="26"/>
                  </a:lnTo>
                  <a:lnTo>
                    <a:pt x="291" y="27"/>
                  </a:lnTo>
                  <a:lnTo>
                    <a:pt x="291" y="28"/>
                  </a:lnTo>
                  <a:lnTo>
                    <a:pt x="292" y="29"/>
                  </a:lnTo>
                  <a:lnTo>
                    <a:pt x="292" y="30"/>
                  </a:lnTo>
                  <a:lnTo>
                    <a:pt x="293" y="31"/>
                  </a:lnTo>
                  <a:lnTo>
                    <a:pt x="293" y="32"/>
                  </a:lnTo>
                  <a:lnTo>
                    <a:pt x="294" y="33"/>
                  </a:lnTo>
                  <a:lnTo>
                    <a:pt x="294" y="34"/>
                  </a:lnTo>
                  <a:lnTo>
                    <a:pt x="295" y="35"/>
                  </a:lnTo>
                  <a:lnTo>
                    <a:pt x="296" y="36"/>
                  </a:lnTo>
                  <a:lnTo>
                    <a:pt x="296" y="37"/>
                  </a:lnTo>
                  <a:lnTo>
                    <a:pt x="297" y="39"/>
                  </a:lnTo>
                  <a:lnTo>
                    <a:pt x="297" y="40"/>
                  </a:lnTo>
                  <a:lnTo>
                    <a:pt x="298" y="41"/>
                  </a:lnTo>
                  <a:lnTo>
                    <a:pt x="298" y="42"/>
                  </a:lnTo>
                  <a:lnTo>
                    <a:pt x="299" y="43"/>
                  </a:lnTo>
                  <a:lnTo>
                    <a:pt x="299" y="44"/>
                  </a:lnTo>
                  <a:lnTo>
                    <a:pt x="300" y="45"/>
                  </a:lnTo>
                  <a:lnTo>
                    <a:pt x="301" y="47"/>
                  </a:lnTo>
                  <a:lnTo>
                    <a:pt x="301" y="48"/>
                  </a:lnTo>
                  <a:lnTo>
                    <a:pt x="302" y="49"/>
                  </a:lnTo>
                  <a:lnTo>
                    <a:pt x="302" y="50"/>
                  </a:lnTo>
                  <a:lnTo>
                    <a:pt x="303" y="51"/>
                  </a:lnTo>
                  <a:lnTo>
                    <a:pt x="303" y="53"/>
                  </a:lnTo>
                  <a:lnTo>
                    <a:pt x="304" y="54"/>
                  </a:lnTo>
                  <a:lnTo>
                    <a:pt x="304" y="55"/>
                  </a:lnTo>
                  <a:lnTo>
                    <a:pt x="305" y="56"/>
                  </a:lnTo>
                  <a:lnTo>
                    <a:pt x="306" y="57"/>
                  </a:lnTo>
                  <a:lnTo>
                    <a:pt x="306" y="59"/>
                  </a:lnTo>
                  <a:lnTo>
                    <a:pt x="307" y="60"/>
                  </a:lnTo>
                  <a:lnTo>
                    <a:pt x="307" y="61"/>
                  </a:lnTo>
                  <a:lnTo>
                    <a:pt x="308" y="62"/>
                  </a:lnTo>
                  <a:lnTo>
                    <a:pt x="308" y="63"/>
                  </a:lnTo>
                  <a:lnTo>
                    <a:pt x="309" y="65"/>
                  </a:lnTo>
                  <a:lnTo>
                    <a:pt x="310" y="66"/>
                  </a:lnTo>
                  <a:lnTo>
                    <a:pt x="310" y="67"/>
                  </a:lnTo>
                  <a:lnTo>
                    <a:pt x="311" y="68"/>
                  </a:lnTo>
                  <a:lnTo>
                    <a:pt x="311" y="69"/>
                  </a:lnTo>
                  <a:lnTo>
                    <a:pt x="312" y="71"/>
                  </a:lnTo>
                  <a:lnTo>
                    <a:pt x="312" y="72"/>
                  </a:lnTo>
                  <a:lnTo>
                    <a:pt x="313" y="73"/>
                  </a:lnTo>
                  <a:lnTo>
                    <a:pt x="313" y="74"/>
                  </a:lnTo>
                  <a:lnTo>
                    <a:pt x="314" y="75"/>
                  </a:lnTo>
                  <a:lnTo>
                    <a:pt x="315" y="76"/>
                  </a:lnTo>
                  <a:lnTo>
                    <a:pt x="315" y="77"/>
                  </a:lnTo>
                  <a:lnTo>
                    <a:pt x="316" y="79"/>
                  </a:lnTo>
                  <a:lnTo>
                    <a:pt x="316" y="80"/>
                  </a:lnTo>
                  <a:lnTo>
                    <a:pt x="317" y="81"/>
                  </a:lnTo>
                  <a:lnTo>
                    <a:pt x="317" y="82"/>
                  </a:lnTo>
                  <a:lnTo>
                    <a:pt x="318" y="83"/>
                  </a:lnTo>
                  <a:lnTo>
                    <a:pt x="318" y="84"/>
                  </a:lnTo>
                  <a:lnTo>
                    <a:pt x="319" y="85"/>
                  </a:lnTo>
                  <a:lnTo>
                    <a:pt x="320" y="86"/>
                  </a:lnTo>
                  <a:lnTo>
                    <a:pt x="320" y="87"/>
                  </a:lnTo>
                  <a:lnTo>
                    <a:pt x="321" y="88"/>
                  </a:lnTo>
                  <a:lnTo>
                    <a:pt x="321" y="90"/>
                  </a:lnTo>
                  <a:lnTo>
                    <a:pt x="322" y="91"/>
                  </a:lnTo>
                  <a:lnTo>
                    <a:pt x="322" y="92"/>
                  </a:lnTo>
                  <a:lnTo>
                    <a:pt x="323" y="93"/>
                  </a:lnTo>
                  <a:lnTo>
                    <a:pt x="323" y="94"/>
                  </a:lnTo>
                  <a:lnTo>
                    <a:pt x="324" y="95"/>
                  </a:lnTo>
                  <a:lnTo>
                    <a:pt x="325" y="96"/>
                  </a:lnTo>
                  <a:lnTo>
                    <a:pt x="326" y="97"/>
                  </a:lnTo>
                  <a:lnTo>
                    <a:pt x="326" y="98"/>
                  </a:lnTo>
                  <a:lnTo>
                    <a:pt x="327" y="99"/>
                  </a:lnTo>
                  <a:lnTo>
                    <a:pt x="327" y="100"/>
                  </a:lnTo>
                  <a:lnTo>
                    <a:pt x="328" y="101"/>
                  </a:lnTo>
                  <a:lnTo>
                    <a:pt x="328" y="102"/>
                  </a:lnTo>
                  <a:lnTo>
                    <a:pt x="329" y="103"/>
                  </a:lnTo>
                  <a:lnTo>
                    <a:pt x="330" y="104"/>
                  </a:lnTo>
                  <a:lnTo>
                    <a:pt x="331" y="105"/>
                  </a:lnTo>
                  <a:lnTo>
                    <a:pt x="331" y="106"/>
                  </a:lnTo>
                  <a:lnTo>
                    <a:pt x="332" y="107"/>
                  </a:lnTo>
                  <a:lnTo>
                    <a:pt x="333" y="108"/>
                  </a:lnTo>
                  <a:lnTo>
                    <a:pt x="334" y="109"/>
                  </a:lnTo>
                  <a:lnTo>
                    <a:pt x="335" y="110"/>
                  </a:lnTo>
                  <a:lnTo>
                    <a:pt x="335" y="111"/>
                  </a:lnTo>
                  <a:lnTo>
                    <a:pt x="336" y="111"/>
                  </a:lnTo>
                  <a:lnTo>
                    <a:pt x="336" y="112"/>
                  </a:lnTo>
                  <a:lnTo>
                    <a:pt x="337" y="113"/>
                  </a:lnTo>
                  <a:lnTo>
                    <a:pt x="338" y="114"/>
                  </a:lnTo>
                  <a:lnTo>
                    <a:pt x="339" y="114"/>
                  </a:lnTo>
                  <a:lnTo>
                    <a:pt x="339" y="115"/>
                  </a:lnTo>
                  <a:lnTo>
                    <a:pt x="340" y="115"/>
                  </a:lnTo>
                  <a:lnTo>
                    <a:pt x="340" y="116"/>
                  </a:lnTo>
                  <a:lnTo>
                    <a:pt x="341" y="116"/>
                  </a:lnTo>
                  <a:lnTo>
                    <a:pt x="342" y="117"/>
                  </a:lnTo>
                  <a:lnTo>
                    <a:pt x="343" y="117"/>
                  </a:lnTo>
                  <a:lnTo>
                    <a:pt x="344" y="118"/>
                  </a:lnTo>
                  <a:lnTo>
                    <a:pt x="345" y="118"/>
                  </a:lnTo>
                  <a:lnTo>
                    <a:pt x="346" y="119"/>
                  </a:lnTo>
                  <a:lnTo>
                    <a:pt x="347" y="119"/>
                  </a:lnTo>
                  <a:lnTo>
                    <a:pt x="348" y="119"/>
                  </a:lnTo>
                  <a:lnTo>
                    <a:pt x="349" y="119"/>
                  </a:lnTo>
                  <a:lnTo>
                    <a:pt x="350" y="119"/>
                  </a:lnTo>
                </a:path>
              </a:pathLst>
            </a:custGeom>
            <a:noFill/>
            <a:ln w="19050">
              <a:solidFill>
                <a:schemeClr val="accent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defRPr/>
              </a:pPr>
              <a:endParaRPr lang="de-DE" sz="1200" kern="0">
                <a:solidFill>
                  <a:srgbClr val="000000"/>
                </a:solidFill>
              </a:endParaRPr>
            </a:p>
          </p:txBody>
        </p:sp>
        <p:sp>
          <p:nvSpPr>
            <p:cNvPr id="36" name="Line 31"/>
            <p:cNvSpPr>
              <a:spLocks noChangeShapeType="1"/>
            </p:cNvSpPr>
            <p:nvPr/>
          </p:nvSpPr>
          <p:spPr bwMode="auto">
            <a:xfrm>
              <a:off x="3768" y="3324"/>
              <a:ext cx="2274" cy="0"/>
            </a:xfrm>
            <a:prstGeom prst="line">
              <a:avLst/>
            </a:prstGeom>
            <a:noFill/>
            <a:ln w="9525">
              <a:solidFill>
                <a:schemeClr val="accent2">
                  <a:lumMod val="75000"/>
                </a:schemeClr>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de-DE" sz="1200" kern="0">
                <a:solidFill>
                  <a:srgbClr val="000000"/>
                </a:solidFill>
              </a:endParaRPr>
            </a:p>
          </p:txBody>
        </p:sp>
      </p:grpSp>
      <p:sp>
        <p:nvSpPr>
          <p:cNvPr id="39" name="Line 32"/>
          <p:cNvSpPr>
            <a:spLocks noChangeShapeType="1"/>
          </p:cNvSpPr>
          <p:nvPr/>
        </p:nvSpPr>
        <p:spPr bwMode="auto">
          <a:xfrm flipV="1">
            <a:off x="5874747" y="3197180"/>
            <a:ext cx="0" cy="825500"/>
          </a:xfrm>
          <a:prstGeom prst="line">
            <a:avLst/>
          </a:prstGeom>
          <a:noFill/>
          <a:ln w="12700">
            <a:solidFill>
              <a:srgbClr val="4D4D4D"/>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defRPr/>
            </a:pPr>
            <a:endParaRPr lang="de-DE" sz="1200" kern="0">
              <a:solidFill>
                <a:srgbClr val="000000"/>
              </a:solidFill>
            </a:endParaRPr>
          </a:p>
        </p:txBody>
      </p:sp>
      <p:sp>
        <p:nvSpPr>
          <p:cNvPr id="40" name="Text Box 33"/>
          <p:cNvSpPr txBox="1">
            <a:spLocks noChangeArrowheads="1"/>
          </p:cNvSpPr>
          <p:nvPr/>
        </p:nvSpPr>
        <p:spPr bwMode="auto">
          <a:xfrm>
            <a:off x="9201090" y="3954013"/>
            <a:ext cx="231451" cy="309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defRPr/>
            </a:pPr>
            <a:r>
              <a:rPr lang="de-DE" sz="1400" i="1" kern="0" dirty="0">
                <a:latin typeface="Times New Roman" panose="02020603050405020304" pitchFamily="18" charset="0"/>
                <a:cs typeface="Times New Roman" panose="02020603050405020304" pitchFamily="18" charset="0"/>
              </a:rPr>
              <a:t>t</a:t>
            </a:r>
            <a:endParaRPr lang="de-DE" sz="1400" kern="0" dirty="0"/>
          </a:p>
        </p:txBody>
      </p:sp>
      <p:sp>
        <p:nvSpPr>
          <p:cNvPr id="41" name="Line 35"/>
          <p:cNvSpPr>
            <a:spLocks noChangeShapeType="1"/>
          </p:cNvSpPr>
          <p:nvPr/>
        </p:nvSpPr>
        <p:spPr bwMode="auto">
          <a:xfrm flipH="1" flipV="1">
            <a:off x="4260846" y="3338479"/>
            <a:ext cx="1760779" cy="482890"/>
          </a:xfrm>
          <a:prstGeom prst="line">
            <a:avLst/>
          </a:prstGeom>
          <a:noFill/>
          <a:ln w="12700">
            <a:solidFill>
              <a:srgbClr val="FF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defRPr/>
            </a:pPr>
            <a:endParaRPr lang="de-DE" sz="1200" kern="0">
              <a:solidFill>
                <a:srgbClr val="000000"/>
              </a:solidFill>
            </a:endParaRPr>
          </a:p>
        </p:txBody>
      </p:sp>
      <p:sp>
        <p:nvSpPr>
          <p:cNvPr id="42" name="Text Box 53"/>
          <p:cNvSpPr txBox="1">
            <a:spLocks noChangeArrowheads="1"/>
          </p:cNvSpPr>
          <p:nvPr/>
        </p:nvSpPr>
        <p:spPr bwMode="auto">
          <a:xfrm>
            <a:off x="1463979" y="4900553"/>
            <a:ext cx="9292298" cy="453183"/>
          </a:xfrm>
          <a:prstGeom prst="rect">
            <a:avLst/>
          </a:prstGeom>
          <a:solidFill>
            <a:schemeClr val="tx2">
              <a:lumMod val="75000"/>
            </a:schemeClr>
          </a:solidFill>
          <a:ln w="6350">
            <a:solidFill>
              <a:schemeClr val="accent1">
                <a:lumMod val="75000"/>
              </a:schemeClr>
            </a:solidFill>
          </a:ln>
          <a:effectLst>
            <a:outerShdw blurRad="50800" dist="38100" dir="2700000" algn="tl" rotWithShape="0">
              <a:prstClr val="black">
                <a:alpha val="40000"/>
              </a:prstClr>
            </a:outerShdw>
          </a:effectLst>
        </p:spPr>
        <p:txBody>
          <a:bodyPr wrap="square" lIns="144000" tIns="72000" rIns="144000" bIns="72000" rtlCol="0">
            <a:spAutoFit/>
          </a:bodyPr>
          <a:lstStyle>
            <a:defPPr>
              <a:defRPr lang="de-DE"/>
            </a:defPPr>
            <a:lvl1pPr marL="0" algn="ctr" defTabSz="914400" eaLnBrk="1" latinLnBrk="0" hangingPunct="1">
              <a:defRPr sz="2400" b="1">
                <a:solidFill>
                  <a:schemeClr val="accent6">
                    <a:lumMod val="60000"/>
                    <a:lumOff val="40000"/>
                  </a:schemeClr>
                </a:solidFill>
                <a:latin typeface="+mn-lt"/>
              </a:defRPr>
            </a:lvl1pPr>
            <a:lvl2pPr defTabSz="914400" eaLnBrk="1" latinLnBrk="0" hangingPunct="1">
              <a:defRPr sz="1800">
                <a:latin typeface="+mn-lt"/>
              </a:defRPr>
            </a:lvl2pPr>
            <a:lvl3pPr defTabSz="914400" eaLnBrk="1" latinLnBrk="0" hangingPunct="1">
              <a:defRPr sz="1800">
                <a:latin typeface="+mn-lt"/>
              </a:defRPr>
            </a:lvl3pPr>
            <a:lvl4pPr defTabSz="914400" eaLnBrk="1" latinLnBrk="0" hangingPunct="1">
              <a:defRPr sz="1800">
                <a:latin typeface="+mn-lt"/>
              </a:defRPr>
            </a:lvl4pPr>
            <a:lvl5pPr defTabSz="914400" eaLnBrk="1" latinLnBrk="0" hangingPunct="1">
              <a:defRPr sz="1800">
                <a:latin typeface="+mn-lt"/>
              </a:defRPr>
            </a:lvl5pPr>
            <a:lvl6pPr>
              <a:defRPr sz="1800">
                <a:latin typeface="+mn-lt"/>
              </a:defRPr>
            </a:lvl6pPr>
            <a:lvl7pPr>
              <a:defRPr sz="1800">
                <a:latin typeface="+mn-lt"/>
              </a:defRPr>
            </a:lvl7pPr>
            <a:lvl8pPr>
              <a:defRPr sz="1800">
                <a:latin typeface="+mn-lt"/>
              </a:defRPr>
            </a:lvl8pPr>
            <a:lvl9pPr>
              <a:defRPr sz="1800">
                <a:latin typeface="+mn-lt"/>
              </a:defRPr>
            </a:lvl9pPr>
          </a:lstStyle>
          <a:p>
            <a:pPr algn="l"/>
            <a:r>
              <a:rPr lang="en-US" sz="2000" b="0" dirty="0">
                <a:solidFill>
                  <a:schemeClr val="accent2">
                    <a:lumMod val="20000"/>
                    <a:lumOff val="80000"/>
                  </a:schemeClr>
                </a:solidFill>
                <a:latin typeface="Arial" panose="020B0604020202020204" pitchFamily="34" charset="0"/>
                <a:cs typeface="Arial" panose="020B0604020202020204" pitchFamily="34" charset="0"/>
                <a:sym typeface="Wingdings" panose="05000000000000000000" pitchFamily="2" charset="2"/>
              </a:rPr>
              <a:t> </a:t>
            </a:r>
            <a:r>
              <a:rPr lang="en-US" sz="2000" b="0" dirty="0">
                <a:solidFill>
                  <a:schemeClr val="accent2">
                    <a:lumMod val="20000"/>
                    <a:lumOff val="80000"/>
                  </a:schemeClr>
                </a:solidFill>
                <a:latin typeface="Arial" panose="020B0604020202020204" pitchFamily="34" charset="0"/>
                <a:cs typeface="Arial" panose="020B0604020202020204" pitchFamily="34" charset="0"/>
                <a:sym typeface="Wingdings"/>
              </a:rPr>
              <a:t>With a drastic impact on</a:t>
            </a:r>
            <a:r>
              <a:rPr lang="de-DE" sz="2000" b="0" dirty="0">
                <a:solidFill>
                  <a:schemeClr val="accent2">
                    <a:lumMod val="20000"/>
                    <a:lumOff val="80000"/>
                  </a:schemeClr>
                </a:solidFill>
                <a:latin typeface="Arial" panose="020B0604020202020204" pitchFamily="34" charset="0"/>
                <a:cs typeface="Arial" panose="020B0604020202020204" pitchFamily="34" charset="0"/>
              </a:rPr>
              <a:t> </a:t>
            </a:r>
            <a:r>
              <a:rPr lang="de-DE" sz="2000" dirty="0">
                <a:solidFill>
                  <a:schemeClr val="accent2">
                    <a:lumMod val="20000"/>
                    <a:lumOff val="80000"/>
                  </a:schemeClr>
                </a:solidFill>
                <a:latin typeface="Arial" panose="020B0604020202020204" pitchFamily="34" charset="0"/>
                <a:cs typeface="Arial" panose="020B0604020202020204" pitchFamily="34" charset="0"/>
              </a:rPr>
              <a:t>Size</a:t>
            </a:r>
            <a:r>
              <a:rPr lang="de-DE" sz="2000" b="0" dirty="0">
                <a:solidFill>
                  <a:schemeClr val="accent2">
                    <a:lumMod val="20000"/>
                    <a:lumOff val="80000"/>
                  </a:schemeClr>
                </a:solidFill>
                <a:latin typeface="Arial" panose="020B0604020202020204" pitchFamily="34" charset="0"/>
                <a:cs typeface="Arial" panose="020B0604020202020204" pitchFamily="34" charset="0"/>
              </a:rPr>
              <a:t>, </a:t>
            </a:r>
            <a:r>
              <a:rPr lang="de-DE" sz="2000" dirty="0" err="1">
                <a:solidFill>
                  <a:schemeClr val="accent2">
                    <a:lumMod val="20000"/>
                    <a:lumOff val="80000"/>
                  </a:schemeClr>
                </a:solidFill>
                <a:latin typeface="Arial" panose="020B0604020202020204" pitchFamily="34" charset="0"/>
                <a:cs typeface="Arial" panose="020B0604020202020204" pitchFamily="34" charset="0"/>
              </a:rPr>
              <a:t>Cost</a:t>
            </a:r>
            <a:r>
              <a:rPr lang="de-DE" sz="2000" b="0" dirty="0">
                <a:solidFill>
                  <a:schemeClr val="accent2">
                    <a:lumMod val="20000"/>
                    <a:lumOff val="80000"/>
                  </a:schemeClr>
                </a:solidFill>
                <a:latin typeface="Arial" panose="020B0604020202020204" pitchFamily="34" charset="0"/>
                <a:cs typeface="Arial" panose="020B0604020202020204" pitchFamily="34" charset="0"/>
              </a:rPr>
              <a:t> a</a:t>
            </a:r>
            <a:r>
              <a:rPr lang="de-DE" sz="2000" b="0" dirty="0" err="1">
                <a:solidFill>
                  <a:schemeClr val="accent2">
                    <a:lumMod val="20000"/>
                    <a:lumOff val="80000"/>
                  </a:schemeClr>
                </a:solidFill>
                <a:latin typeface="Arial" panose="020B0604020202020204" pitchFamily="34" charset="0"/>
                <a:cs typeface="Arial" panose="020B0604020202020204" pitchFamily="34" charset="0"/>
              </a:rPr>
              <a:t>nd</a:t>
            </a:r>
            <a:r>
              <a:rPr lang="de-DE" sz="2000" b="0" dirty="0">
                <a:solidFill>
                  <a:schemeClr val="accent2">
                    <a:lumMod val="20000"/>
                    <a:lumOff val="80000"/>
                  </a:schemeClr>
                </a:solidFill>
                <a:latin typeface="Arial" panose="020B0604020202020204" pitchFamily="34" charset="0"/>
                <a:cs typeface="Arial" panose="020B0604020202020204" pitchFamily="34" charset="0"/>
              </a:rPr>
              <a:t> </a:t>
            </a:r>
            <a:r>
              <a:rPr lang="de-DE" sz="2000" dirty="0" err="1">
                <a:solidFill>
                  <a:schemeClr val="accent2">
                    <a:lumMod val="20000"/>
                    <a:lumOff val="80000"/>
                  </a:schemeClr>
                </a:solidFill>
                <a:latin typeface="Arial" panose="020B0604020202020204" pitchFamily="34" charset="0"/>
                <a:cs typeface="Arial" panose="020B0604020202020204" pitchFamily="34" charset="0"/>
              </a:rPr>
              <a:t>Energy</a:t>
            </a:r>
            <a:r>
              <a:rPr lang="de-DE" sz="2000" dirty="0">
                <a:solidFill>
                  <a:schemeClr val="accent2">
                    <a:lumMod val="20000"/>
                    <a:lumOff val="80000"/>
                  </a:schemeClr>
                </a:solidFill>
                <a:latin typeface="Arial" panose="020B0604020202020204" pitchFamily="34" charset="0"/>
                <a:cs typeface="Arial" panose="020B0604020202020204" pitchFamily="34" charset="0"/>
              </a:rPr>
              <a:t> </a:t>
            </a:r>
            <a:r>
              <a:rPr lang="de-DE" sz="2000" dirty="0" err="1">
                <a:solidFill>
                  <a:schemeClr val="accent2">
                    <a:lumMod val="20000"/>
                    <a:lumOff val="80000"/>
                  </a:schemeClr>
                </a:solidFill>
                <a:latin typeface="Arial" panose="020B0604020202020204" pitchFamily="34" charset="0"/>
                <a:cs typeface="Arial" panose="020B0604020202020204" pitchFamily="34" charset="0"/>
              </a:rPr>
              <a:t>efficiency</a:t>
            </a:r>
            <a:endParaRPr lang="de-DE" sz="2000" dirty="0">
              <a:solidFill>
                <a:schemeClr val="accent2">
                  <a:lumMod val="20000"/>
                  <a:lumOff val="80000"/>
                </a:schemeClr>
              </a:solidFill>
              <a:latin typeface="Arial" panose="020B0604020202020204" pitchFamily="34" charset="0"/>
              <a:cs typeface="Arial" panose="020B0604020202020204" pitchFamily="34" charset="0"/>
            </a:endParaRPr>
          </a:p>
        </p:txBody>
      </p:sp>
      <p:sp>
        <p:nvSpPr>
          <p:cNvPr id="43" name="Line 56"/>
          <p:cNvSpPr>
            <a:spLocks noChangeShapeType="1"/>
          </p:cNvSpPr>
          <p:nvPr/>
        </p:nvSpPr>
        <p:spPr bwMode="auto">
          <a:xfrm flipV="1">
            <a:off x="7319978" y="3816152"/>
            <a:ext cx="229254" cy="501692"/>
          </a:xfrm>
          <a:prstGeom prst="line">
            <a:avLst/>
          </a:prstGeom>
          <a:noFill/>
          <a:ln w="12700">
            <a:solidFill>
              <a:srgbClr val="FF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defRPr/>
            </a:pPr>
            <a:endParaRPr lang="de-DE" sz="1200" kern="0">
              <a:solidFill>
                <a:srgbClr val="000000"/>
              </a:solidFill>
            </a:endParaRPr>
          </a:p>
        </p:txBody>
      </p:sp>
      <p:sp>
        <p:nvSpPr>
          <p:cNvPr id="44" name="Textfeld 43"/>
          <p:cNvSpPr txBox="1"/>
          <p:nvPr/>
        </p:nvSpPr>
        <p:spPr>
          <a:xfrm>
            <a:off x="9323885" y="3443406"/>
            <a:ext cx="1560579" cy="276999"/>
          </a:xfrm>
          <a:prstGeom prst="rect">
            <a:avLst/>
          </a:prstGeom>
          <a:noFill/>
        </p:spPr>
        <p:txBody>
          <a:bodyPr wrap="square" rtlCol="0">
            <a:spAutoFit/>
          </a:bodyPr>
          <a:lstStyle/>
          <a:p>
            <a:pPr>
              <a:defRPr/>
            </a:pPr>
            <a:r>
              <a:rPr lang="de-DE" sz="1200" kern="0" dirty="0" err="1">
                <a:solidFill>
                  <a:srgbClr val="000000"/>
                </a:solidFill>
              </a:rPr>
              <a:t>mean</a:t>
            </a:r>
            <a:r>
              <a:rPr lang="de-DE" sz="1200" kern="0" dirty="0">
                <a:solidFill>
                  <a:srgbClr val="000000"/>
                </a:solidFill>
              </a:rPr>
              <a:t> </a:t>
            </a:r>
            <a:r>
              <a:rPr lang="de-DE" sz="1200" kern="0" dirty="0" err="1">
                <a:solidFill>
                  <a:srgbClr val="000000"/>
                </a:solidFill>
              </a:rPr>
              <a:t>output</a:t>
            </a:r>
            <a:r>
              <a:rPr lang="de-DE" sz="1200" kern="0" dirty="0">
                <a:solidFill>
                  <a:srgbClr val="000000"/>
                </a:solidFill>
              </a:rPr>
              <a:t> power</a:t>
            </a:r>
          </a:p>
        </p:txBody>
      </p:sp>
      <p:sp>
        <p:nvSpPr>
          <p:cNvPr id="45" name="Textfeld 44"/>
          <p:cNvSpPr txBox="1"/>
          <p:nvPr/>
        </p:nvSpPr>
        <p:spPr>
          <a:xfrm>
            <a:off x="9303774" y="1114151"/>
            <a:ext cx="974947" cy="307777"/>
          </a:xfrm>
          <a:prstGeom prst="rect">
            <a:avLst/>
          </a:prstGeom>
          <a:solidFill>
            <a:srgbClr val="FFFFFF"/>
          </a:solidFill>
          <a:ln w="6350">
            <a:solidFill>
              <a:srgbClr val="FFFFFF">
                <a:lumMod val="75000"/>
              </a:srgbClr>
            </a:solidFill>
          </a:ln>
          <a:effectLst>
            <a:outerShdw blurRad="50800" dist="38100" dir="2700000" algn="tl" rotWithShape="0">
              <a:prstClr val="black">
                <a:alpha val="40000"/>
              </a:prstClr>
            </a:outerShdw>
          </a:effectLst>
        </p:spPr>
        <p:txBody>
          <a:bodyPr wrap="none" rtlCol="0">
            <a:spAutoFit/>
          </a:bodyPr>
          <a:lstStyle/>
          <a:p>
            <a:pPr>
              <a:defRPr/>
            </a:pPr>
            <a:r>
              <a:rPr lang="de-DE" sz="1400" kern="0" dirty="0">
                <a:solidFill>
                  <a:srgbClr val="000000"/>
                </a:solidFill>
                <a:latin typeface="Cambria Math" panose="02040503050406030204" pitchFamily="18" charset="0"/>
                <a:ea typeface="Cambria Math" panose="02040503050406030204" pitchFamily="18" charset="0"/>
              </a:rPr>
              <a:t>50(60) Hz</a:t>
            </a:r>
          </a:p>
        </p:txBody>
      </p:sp>
      <p:cxnSp>
        <p:nvCxnSpPr>
          <p:cNvPr id="5" name="Gerade Verbindung 4"/>
          <p:cNvCxnSpPr/>
          <p:nvPr/>
        </p:nvCxnSpPr>
        <p:spPr bwMode="auto">
          <a:xfrm flipH="1">
            <a:off x="9049517" y="3083315"/>
            <a:ext cx="149481" cy="529790"/>
          </a:xfrm>
          <a:prstGeom prst="line">
            <a:avLst/>
          </a:prstGeom>
          <a:noFill/>
          <a:ln w="6350">
            <a:solidFill>
              <a:srgbClr val="000000"/>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Gerade Verbindung 45"/>
          <p:cNvCxnSpPr/>
          <p:nvPr/>
        </p:nvCxnSpPr>
        <p:spPr bwMode="auto">
          <a:xfrm flipH="1">
            <a:off x="8511597" y="3101712"/>
            <a:ext cx="80093" cy="112396"/>
          </a:xfrm>
          <a:prstGeom prst="line">
            <a:avLst/>
          </a:prstGeom>
          <a:noFill/>
          <a:ln w="6350">
            <a:solidFill>
              <a:srgbClr val="000000"/>
            </a:solidFill>
            <a:round/>
            <a:headEnd type="non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Textfeld 46"/>
          <p:cNvSpPr txBox="1"/>
          <p:nvPr/>
        </p:nvSpPr>
        <p:spPr>
          <a:xfrm>
            <a:off x="1370941" y="892418"/>
            <a:ext cx="3014415" cy="369332"/>
          </a:xfrm>
          <a:prstGeom prst="rect">
            <a:avLst/>
          </a:prstGeom>
          <a:noFill/>
        </p:spPr>
        <p:txBody>
          <a:bodyPr wrap="none" rtlCol="0">
            <a:spAutoFit/>
          </a:bodyPr>
          <a:lstStyle/>
          <a:p>
            <a:r>
              <a:rPr lang="de-DE" b="1" dirty="0"/>
              <a:t>A </a:t>
            </a:r>
            <a:r>
              <a:rPr lang="de-DE" b="1" dirty="0" err="1"/>
              <a:t>typical</a:t>
            </a:r>
            <a:r>
              <a:rPr lang="de-DE" b="1" dirty="0"/>
              <a:t> AC power </a:t>
            </a:r>
            <a:r>
              <a:rPr lang="de-DE" b="1" dirty="0" err="1"/>
              <a:t>suppy</a:t>
            </a:r>
            <a:endParaRPr lang="de-DE" b="1" dirty="0"/>
          </a:p>
        </p:txBody>
      </p:sp>
      <mc:AlternateContent xmlns:mc="http://schemas.openxmlformats.org/markup-compatibility/2006" xmlns:a14="http://schemas.microsoft.com/office/drawing/2010/main">
        <mc:Choice Requires="a14">
          <p:sp>
            <p:nvSpPr>
              <p:cNvPr id="8" name="Textfeld 7"/>
              <p:cNvSpPr txBox="1"/>
              <p:nvPr/>
            </p:nvSpPr>
            <p:spPr>
              <a:xfrm>
                <a:off x="7577161" y="1637864"/>
                <a:ext cx="1917192" cy="2844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i="1">
                          <a:solidFill>
                            <a:srgbClr val="000000"/>
                          </a:solidFill>
                          <a:latin typeface="Cambria Math" panose="02040503050406030204" pitchFamily="18" charset="0"/>
                          <a:cs typeface="Times New Roman" panose="02020603050405020304" pitchFamily="18" charset="0"/>
                        </a:rPr>
                        <m:t>𝑢</m:t>
                      </m:r>
                      <m:d>
                        <m:dPr>
                          <m:ctrlPr>
                            <a:rPr lang="de-DE" i="1">
                              <a:solidFill>
                                <a:srgbClr val="000000"/>
                              </a:solidFill>
                              <a:latin typeface="Cambria Math" panose="02040503050406030204" pitchFamily="18" charset="0"/>
                              <a:cs typeface="Times New Roman" panose="02020603050405020304" pitchFamily="18" charset="0"/>
                            </a:rPr>
                          </m:ctrlPr>
                        </m:dPr>
                        <m:e>
                          <m:r>
                            <a:rPr lang="de-DE" i="1">
                              <a:solidFill>
                                <a:srgbClr val="000000"/>
                              </a:solidFill>
                              <a:latin typeface="Cambria Math" panose="02040503050406030204" pitchFamily="18" charset="0"/>
                              <a:cs typeface="Times New Roman" panose="02020603050405020304" pitchFamily="18" charset="0"/>
                            </a:rPr>
                            <m:t>𝑡</m:t>
                          </m:r>
                        </m:e>
                      </m:d>
                      <m:r>
                        <a:rPr lang="de-DE" i="1">
                          <a:solidFill>
                            <a:srgbClr val="000000"/>
                          </a:solidFill>
                          <a:latin typeface="Cambria Math" panose="02040503050406030204" pitchFamily="18" charset="0"/>
                          <a:cs typeface="Times New Roman" panose="02020603050405020304" pitchFamily="18" charset="0"/>
                        </a:rPr>
                        <m:t>= </m:t>
                      </m:r>
                      <m:acc>
                        <m:accPr>
                          <m:chr m:val="̂"/>
                          <m:ctrlPr>
                            <a:rPr lang="de-DE" i="1">
                              <a:solidFill>
                                <a:srgbClr val="000000"/>
                              </a:solidFill>
                              <a:latin typeface="Cambria Math" panose="02040503050406030204" pitchFamily="18" charset="0"/>
                              <a:cs typeface="Times New Roman" panose="02020603050405020304" pitchFamily="18" charset="0"/>
                            </a:rPr>
                          </m:ctrlPr>
                        </m:accPr>
                        <m:e>
                          <m:r>
                            <a:rPr lang="de-DE" i="1">
                              <a:solidFill>
                                <a:srgbClr val="000000"/>
                              </a:solidFill>
                              <a:latin typeface="Cambria Math" panose="02040503050406030204" pitchFamily="18" charset="0"/>
                              <a:cs typeface="Times New Roman" panose="02020603050405020304" pitchFamily="18" charset="0"/>
                            </a:rPr>
                            <m:t>𝑈</m:t>
                          </m:r>
                        </m:e>
                      </m:acc>
                      <m:r>
                        <a:rPr lang="de-DE"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func>
                        <m:funcPr>
                          <m:ctrlPr>
                            <a:rPr lang="de-DE"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de-DE">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sin</m:t>
                          </m:r>
                        </m:fName>
                        <m:e>
                          <m:r>
                            <a:rPr lang="de-DE"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de-DE"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𝜔</m:t>
                          </m:r>
                          <m:r>
                            <a:rPr lang="de-DE"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𝑡</m:t>
                          </m:r>
                          <m:r>
                            <a:rPr lang="de-DE"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e>
                      </m:func>
                    </m:oMath>
                  </m:oMathPara>
                </a14:m>
                <a:endParaRPr lang="de-DE"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8" name="Textfeld 7"/>
              <p:cNvSpPr txBox="1">
                <a:spLocks noRot="1" noChangeAspect="1" noMove="1" noResize="1" noEditPoints="1" noAdjustHandles="1" noChangeArrowheads="1" noChangeShapeType="1" noTextEdit="1"/>
              </p:cNvSpPr>
              <p:nvPr/>
            </p:nvSpPr>
            <p:spPr>
              <a:xfrm>
                <a:off x="7577161" y="1637864"/>
                <a:ext cx="1917192" cy="284437"/>
              </a:xfrm>
              <a:prstGeom prst="rect">
                <a:avLst/>
              </a:prstGeom>
              <a:blipFill>
                <a:blip r:embed="rId4"/>
                <a:stretch>
                  <a:fillRect l="-1274" t="-17391" r="-4140" b="-39130"/>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9" name="Textfeld 48"/>
              <p:cNvSpPr txBox="1"/>
              <p:nvPr/>
            </p:nvSpPr>
            <p:spPr>
              <a:xfrm>
                <a:off x="8447885" y="2832057"/>
                <a:ext cx="26487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i="1">
                          <a:solidFill>
                            <a:srgbClr val="000000"/>
                          </a:solidFill>
                          <a:latin typeface="Cambria Math" panose="02040503050406030204" pitchFamily="18" charset="0"/>
                          <a:cs typeface="Times New Roman" panose="02020603050405020304" pitchFamily="18" charset="0"/>
                        </a:rPr>
                        <m:t>𝑝</m:t>
                      </m:r>
                      <m:d>
                        <m:dPr>
                          <m:ctrlPr>
                            <a:rPr lang="de-DE" i="1">
                              <a:solidFill>
                                <a:srgbClr val="000000"/>
                              </a:solidFill>
                              <a:latin typeface="Cambria Math" panose="02040503050406030204" pitchFamily="18" charset="0"/>
                              <a:cs typeface="Times New Roman" panose="02020603050405020304" pitchFamily="18" charset="0"/>
                            </a:rPr>
                          </m:ctrlPr>
                        </m:dPr>
                        <m:e>
                          <m:r>
                            <a:rPr lang="de-DE" i="1">
                              <a:solidFill>
                                <a:srgbClr val="000000"/>
                              </a:solidFill>
                              <a:latin typeface="Cambria Math" panose="02040503050406030204" pitchFamily="18" charset="0"/>
                              <a:cs typeface="Times New Roman" panose="02020603050405020304" pitchFamily="18" charset="0"/>
                            </a:rPr>
                            <m:t>𝑡</m:t>
                          </m:r>
                        </m:e>
                      </m:d>
                      <m:r>
                        <a:rPr lang="de-DE" i="1">
                          <a:solidFill>
                            <a:srgbClr val="000000"/>
                          </a:solidFill>
                          <a:latin typeface="Cambria Math" panose="02040503050406030204" pitchFamily="18" charset="0"/>
                          <a:cs typeface="Times New Roman" panose="02020603050405020304" pitchFamily="18" charset="0"/>
                        </a:rPr>
                        <m:t>= </m:t>
                      </m:r>
                      <m:acc>
                        <m:accPr>
                          <m:chr m:val="̅"/>
                          <m:ctrlPr>
                            <a:rPr lang="de-DE" i="1">
                              <a:solidFill>
                                <a:srgbClr val="000000"/>
                              </a:solidFill>
                              <a:latin typeface="Cambria Math" panose="02040503050406030204" pitchFamily="18" charset="0"/>
                              <a:cs typeface="Times New Roman" panose="02020603050405020304" pitchFamily="18" charset="0"/>
                            </a:rPr>
                          </m:ctrlPr>
                        </m:accPr>
                        <m:e>
                          <m:r>
                            <a:rPr lang="de-DE" i="1">
                              <a:solidFill>
                                <a:srgbClr val="000000"/>
                              </a:solidFill>
                              <a:latin typeface="Cambria Math" panose="02040503050406030204" pitchFamily="18" charset="0"/>
                              <a:cs typeface="Times New Roman" panose="02020603050405020304" pitchFamily="18" charset="0"/>
                            </a:rPr>
                            <m:t>𝑃</m:t>
                          </m:r>
                        </m:e>
                      </m:acc>
                      <m:r>
                        <a:rPr lang="de-DE"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d>
                        <m:dPr>
                          <m:ctrlPr>
                            <a:rPr lang="de-DE"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de-DE"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func>
                            <m:funcPr>
                              <m:ctrlPr>
                                <a:rPr lang="de-DE"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de-DE">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cos</m:t>
                              </m:r>
                            </m:fName>
                            <m:e>
                              <m:r>
                                <a:rPr lang="de-DE"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m:t>
                              </m:r>
                              <m:r>
                                <a:rPr lang="de-DE"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𝜔</m:t>
                              </m:r>
                              <m:r>
                                <a:rPr lang="de-DE"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𝑡</m:t>
                              </m:r>
                              <m:r>
                                <a:rPr lang="de-DE"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e>
                          </m:func>
                        </m:e>
                      </m:d>
                    </m:oMath>
                  </m:oMathPara>
                </a14:m>
                <a:endParaRPr lang="de-DE"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49" name="Textfeld 48"/>
              <p:cNvSpPr txBox="1">
                <a:spLocks noRot="1" noChangeAspect="1" noMove="1" noResize="1" noEditPoints="1" noAdjustHandles="1" noChangeArrowheads="1" noChangeShapeType="1" noTextEdit="1"/>
              </p:cNvSpPr>
              <p:nvPr/>
            </p:nvSpPr>
            <p:spPr>
              <a:xfrm>
                <a:off x="8447885" y="2832057"/>
                <a:ext cx="2648738" cy="276999"/>
              </a:xfrm>
              <a:prstGeom prst="rect">
                <a:avLst/>
              </a:prstGeom>
              <a:blipFill>
                <a:blip r:embed="rId5"/>
                <a:stretch>
                  <a:fillRect l="-1613" t="-4444" b="-37778"/>
                </a:stretch>
              </a:blipFill>
            </p:spPr>
            <p:txBody>
              <a:bodyPr/>
              <a:lstStyle/>
              <a:p>
                <a:r>
                  <a:rPr lang="de-DE">
                    <a:noFill/>
                  </a:rPr>
                  <a:t> </a:t>
                </a:r>
              </a:p>
            </p:txBody>
          </p:sp>
        </mc:Fallback>
      </mc:AlternateContent>
      <p:sp>
        <p:nvSpPr>
          <p:cNvPr id="13" name="Textfeld 12"/>
          <p:cNvSpPr txBox="1"/>
          <p:nvPr/>
        </p:nvSpPr>
        <p:spPr>
          <a:xfrm>
            <a:off x="5888859" y="4273694"/>
            <a:ext cx="4880741" cy="503590"/>
          </a:xfrm>
          <a:prstGeom prst="rect">
            <a:avLst/>
          </a:prstGeom>
          <a:noFill/>
        </p:spPr>
        <p:txBody>
          <a:bodyPr wrap="square" lIns="36000" tIns="36000" rIns="36000" bIns="36000" rtlCol="0">
            <a:spAutoFit/>
          </a:bodyPr>
          <a:lstStyle/>
          <a:p>
            <a:r>
              <a:rPr lang="en-US" sz="1400" kern="0" dirty="0">
                <a:solidFill>
                  <a:srgbClr val="000000"/>
                </a:solidFill>
              </a:rPr>
              <a:t>One hundred supply gaps per second require a considerable amount of energy storage capacity in each power supply</a:t>
            </a:r>
            <a:r>
              <a:rPr lang="de-DE" sz="1400" kern="0" dirty="0">
                <a:solidFill>
                  <a:srgbClr val="000000"/>
                </a:solidFill>
              </a:rPr>
              <a:t>!</a:t>
            </a:r>
            <a:endParaRPr lang="de-DE" sz="1400" dirty="0">
              <a:solidFill>
                <a:srgbClr val="000000"/>
              </a:solidFill>
              <a:latin typeface="Times New Roman" panose="02020603050405020304" pitchFamily="18" charset="0"/>
              <a:cs typeface="Times New Roman" panose="02020603050405020304" pitchFamily="18" charset="0"/>
            </a:endParaRPr>
          </a:p>
        </p:txBody>
      </p:sp>
      <p:sp>
        <p:nvSpPr>
          <p:cNvPr id="50" name="Text Box 53"/>
          <p:cNvSpPr txBox="1">
            <a:spLocks noChangeArrowheads="1"/>
          </p:cNvSpPr>
          <p:nvPr/>
        </p:nvSpPr>
        <p:spPr bwMode="auto">
          <a:xfrm>
            <a:off x="1477303" y="5419548"/>
            <a:ext cx="9248349" cy="586957"/>
          </a:xfrm>
          <a:prstGeom prst="rect">
            <a:avLst/>
          </a:prstGeom>
          <a:noFill/>
          <a:ln>
            <a:noFill/>
          </a:ln>
          <a:effectLst/>
        </p:spPr>
        <p:txBody>
          <a:bodyPr wrap="square" lIns="90000" tIns="46800" rIns="90000" bIns="46800">
            <a:spAutoFit/>
          </a:bodyPr>
          <a:lstStyle>
            <a:lvl1pPr>
              <a:tabLst>
                <a:tab pos="266700" algn="l"/>
              </a:tabLst>
              <a:defRPr sz="1200">
                <a:solidFill>
                  <a:schemeClr val="tx1"/>
                </a:solidFill>
                <a:latin typeface="Arial" charset="0"/>
              </a:defRPr>
            </a:lvl1pPr>
            <a:lvl2pPr marL="742950" indent="-285750">
              <a:tabLst>
                <a:tab pos="266700" algn="l"/>
              </a:tabLst>
              <a:defRPr sz="1200">
                <a:solidFill>
                  <a:schemeClr val="tx1"/>
                </a:solidFill>
                <a:latin typeface="Arial" charset="0"/>
              </a:defRPr>
            </a:lvl2pPr>
            <a:lvl3pPr marL="1143000" indent="-228600">
              <a:tabLst>
                <a:tab pos="266700" algn="l"/>
              </a:tabLst>
              <a:defRPr sz="1200">
                <a:solidFill>
                  <a:schemeClr val="tx1"/>
                </a:solidFill>
                <a:latin typeface="Arial" charset="0"/>
              </a:defRPr>
            </a:lvl3pPr>
            <a:lvl4pPr marL="1600200" indent="-228600">
              <a:tabLst>
                <a:tab pos="266700" algn="l"/>
              </a:tabLst>
              <a:defRPr sz="1200">
                <a:solidFill>
                  <a:schemeClr val="tx1"/>
                </a:solidFill>
                <a:latin typeface="Arial" charset="0"/>
              </a:defRPr>
            </a:lvl4pPr>
            <a:lvl5pPr marL="2057400" indent="-228600">
              <a:tabLst>
                <a:tab pos="266700" algn="l"/>
              </a:tabLst>
              <a:defRPr sz="1200">
                <a:solidFill>
                  <a:schemeClr val="tx1"/>
                </a:solidFill>
                <a:latin typeface="Arial" charset="0"/>
              </a:defRPr>
            </a:lvl5pPr>
            <a:lvl6pPr marL="2514600" indent="-228600" eaLnBrk="0" fontAlgn="base" hangingPunct="0">
              <a:spcBef>
                <a:spcPct val="0"/>
              </a:spcBef>
              <a:spcAft>
                <a:spcPct val="0"/>
              </a:spcAft>
              <a:tabLst>
                <a:tab pos="266700" algn="l"/>
              </a:tabLst>
              <a:defRPr sz="1200">
                <a:solidFill>
                  <a:schemeClr val="tx1"/>
                </a:solidFill>
                <a:latin typeface="Arial" charset="0"/>
              </a:defRPr>
            </a:lvl6pPr>
            <a:lvl7pPr marL="2971800" indent="-228600" eaLnBrk="0" fontAlgn="base" hangingPunct="0">
              <a:spcBef>
                <a:spcPct val="0"/>
              </a:spcBef>
              <a:spcAft>
                <a:spcPct val="0"/>
              </a:spcAft>
              <a:tabLst>
                <a:tab pos="266700" algn="l"/>
              </a:tabLst>
              <a:defRPr sz="1200">
                <a:solidFill>
                  <a:schemeClr val="tx1"/>
                </a:solidFill>
                <a:latin typeface="Arial" charset="0"/>
              </a:defRPr>
            </a:lvl7pPr>
            <a:lvl8pPr marL="3429000" indent="-228600" eaLnBrk="0" fontAlgn="base" hangingPunct="0">
              <a:spcBef>
                <a:spcPct val="0"/>
              </a:spcBef>
              <a:spcAft>
                <a:spcPct val="0"/>
              </a:spcAft>
              <a:tabLst>
                <a:tab pos="266700" algn="l"/>
              </a:tabLst>
              <a:defRPr sz="1200">
                <a:solidFill>
                  <a:schemeClr val="tx1"/>
                </a:solidFill>
                <a:latin typeface="Arial" charset="0"/>
              </a:defRPr>
            </a:lvl8pPr>
            <a:lvl9pPr marL="3886200" indent="-228600" eaLnBrk="0" fontAlgn="base" hangingPunct="0">
              <a:spcBef>
                <a:spcPct val="0"/>
              </a:spcBef>
              <a:spcAft>
                <a:spcPct val="0"/>
              </a:spcAft>
              <a:tabLst>
                <a:tab pos="266700" algn="l"/>
              </a:tabLst>
              <a:defRPr sz="1200">
                <a:solidFill>
                  <a:schemeClr val="tx1"/>
                </a:solidFill>
                <a:latin typeface="Arial" charset="0"/>
              </a:defRPr>
            </a:lvl9pPr>
          </a:lstStyle>
          <a:p>
            <a:pPr>
              <a:spcAft>
                <a:spcPct val="50000"/>
              </a:spcAft>
              <a:buClr>
                <a:srgbClr val="109D7C"/>
              </a:buClr>
              <a:tabLst>
                <a:tab pos="273050" algn="l"/>
              </a:tabLst>
              <a:defRPr/>
            </a:pPr>
            <a:r>
              <a:rPr lang="en-US" sz="1600" kern="0" dirty="0">
                <a:solidFill>
                  <a:srgbClr val="000000"/>
                </a:solidFill>
              </a:rPr>
              <a:t>All the advances in power electronics (e.g. miniaturization by increasing the switching frequency) cannot take effect here, as the AC-grid frequency is fixed! </a:t>
            </a:r>
            <a:endParaRPr lang="de-DE" sz="1600" kern="0" dirty="0">
              <a:solidFill>
                <a:srgbClr val="000000"/>
              </a:solidFill>
            </a:endParaRPr>
          </a:p>
        </p:txBody>
      </p:sp>
    </p:spTree>
    <p:extLst>
      <p:ext uri="{BB962C8B-B14F-4D97-AF65-F5344CB8AC3E}">
        <p14:creationId xmlns:p14="http://schemas.microsoft.com/office/powerpoint/2010/main" val="3955029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4" name="Picture 8" descr="D:\_Folien\Bildquelle\Bilderarchiv\Alltag\IT_Elektronik\Multifunktionsgerät_1.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09500" y="4010252"/>
            <a:ext cx="1346424" cy="1046364"/>
          </a:xfrm>
          <a:prstGeom prst="rect">
            <a:avLst/>
          </a:prstGeom>
          <a:noFill/>
          <a:extLst>
            <a:ext uri="{909E8E84-426E-40DD-AFC4-6F175D3DCCD1}">
              <a14:hiddenFill xmlns:a14="http://schemas.microsoft.com/office/drawing/2010/main">
                <a:solidFill>
                  <a:srgbClr val="FFFFFF"/>
                </a:solidFill>
              </a14:hiddenFill>
            </a:ext>
          </a:extLst>
        </p:spPr>
      </p:pic>
      <p:sp>
        <p:nvSpPr>
          <p:cNvPr id="28" name="Text Box 9"/>
          <p:cNvSpPr txBox="1">
            <a:spLocks noChangeArrowheads="1"/>
          </p:cNvSpPr>
          <p:nvPr/>
        </p:nvSpPr>
        <p:spPr bwMode="auto">
          <a:xfrm>
            <a:off x="1386825" y="1468052"/>
            <a:ext cx="7732712" cy="2064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tabLst>
                <a:tab pos="355600" algn="l"/>
              </a:tabLst>
              <a:defRPr sz="1200">
                <a:solidFill>
                  <a:schemeClr val="tx1"/>
                </a:solidFill>
                <a:latin typeface="Arial" charset="0"/>
              </a:defRPr>
            </a:lvl1pPr>
            <a:lvl2pPr marL="742950" indent="-285750">
              <a:tabLst>
                <a:tab pos="355600" algn="l"/>
              </a:tabLst>
              <a:defRPr sz="1200">
                <a:solidFill>
                  <a:schemeClr val="tx1"/>
                </a:solidFill>
                <a:latin typeface="Arial" charset="0"/>
              </a:defRPr>
            </a:lvl2pPr>
            <a:lvl3pPr marL="1143000" indent="-228600">
              <a:tabLst>
                <a:tab pos="355600" algn="l"/>
              </a:tabLst>
              <a:defRPr sz="1200">
                <a:solidFill>
                  <a:schemeClr val="tx1"/>
                </a:solidFill>
                <a:latin typeface="Arial" charset="0"/>
              </a:defRPr>
            </a:lvl3pPr>
            <a:lvl4pPr marL="1600200" indent="-228600">
              <a:tabLst>
                <a:tab pos="355600" algn="l"/>
              </a:tabLst>
              <a:defRPr sz="1200">
                <a:solidFill>
                  <a:schemeClr val="tx1"/>
                </a:solidFill>
                <a:latin typeface="Arial" charset="0"/>
              </a:defRPr>
            </a:lvl4pPr>
            <a:lvl5pPr marL="2057400" indent="-228600">
              <a:tabLst>
                <a:tab pos="355600" algn="l"/>
              </a:tabLst>
              <a:defRPr sz="1200">
                <a:solidFill>
                  <a:schemeClr val="tx1"/>
                </a:solidFill>
                <a:latin typeface="Arial" charset="0"/>
              </a:defRPr>
            </a:lvl5pPr>
            <a:lvl6pPr marL="2514600" indent="-228600" eaLnBrk="0" fontAlgn="base" hangingPunct="0">
              <a:spcBef>
                <a:spcPct val="0"/>
              </a:spcBef>
              <a:spcAft>
                <a:spcPct val="0"/>
              </a:spcAft>
              <a:tabLst>
                <a:tab pos="355600" algn="l"/>
              </a:tabLst>
              <a:defRPr sz="1200">
                <a:solidFill>
                  <a:schemeClr val="tx1"/>
                </a:solidFill>
                <a:latin typeface="Arial" charset="0"/>
              </a:defRPr>
            </a:lvl6pPr>
            <a:lvl7pPr marL="2971800" indent="-228600" eaLnBrk="0" fontAlgn="base" hangingPunct="0">
              <a:spcBef>
                <a:spcPct val="0"/>
              </a:spcBef>
              <a:spcAft>
                <a:spcPct val="0"/>
              </a:spcAft>
              <a:tabLst>
                <a:tab pos="355600" algn="l"/>
              </a:tabLst>
              <a:defRPr sz="1200">
                <a:solidFill>
                  <a:schemeClr val="tx1"/>
                </a:solidFill>
                <a:latin typeface="Arial" charset="0"/>
              </a:defRPr>
            </a:lvl7pPr>
            <a:lvl8pPr marL="3429000" indent="-228600" eaLnBrk="0" fontAlgn="base" hangingPunct="0">
              <a:spcBef>
                <a:spcPct val="0"/>
              </a:spcBef>
              <a:spcAft>
                <a:spcPct val="0"/>
              </a:spcAft>
              <a:tabLst>
                <a:tab pos="355600" algn="l"/>
              </a:tabLst>
              <a:defRPr sz="1200">
                <a:solidFill>
                  <a:schemeClr val="tx1"/>
                </a:solidFill>
                <a:latin typeface="Arial" charset="0"/>
              </a:defRPr>
            </a:lvl8pPr>
            <a:lvl9pPr marL="3886200" indent="-228600" eaLnBrk="0" fontAlgn="base" hangingPunct="0">
              <a:spcBef>
                <a:spcPct val="0"/>
              </a:spcBef>
              <a:spcAft>
                <a:spcPct val="0"/>
              </a:spcAft>
              <a:tabLst>
                <a:tab pos="355600" algn="l"/>
              </a:tabLst>
              <a:defRPr sz="1200">
                <a:solidFill>
                  <a:schemeClr val="tx1"/>
                </a:solidFill>
                <a:latin typeface="Arial" charset="0"/>
              </a:defRPr>
            </a:lvl9pPr>
          </a:lstStyle>
          <a:p>
            <a:pPr>
              <a:spcAft>
                <a:spcPts val="600"/>
              </a:spcAft>
              <a:defRPr/>
            </a:pPr>
            <a:r>
              <a:rPr lang="de-DE" sz="1800" b="1" kern="0" dirty="0">
                <a:solidFill>
                  <a:srgbClr val="000000"/>
                </a:solidFill>
              </a:rPr>
              <a:t>Supply </a:t>
            </a:r>
            <a:r>
              <a:rPr lang="de-DE" sz="1800" b="1" kern="0" dirty="0" err="1">
                <a:solidFill>
                  <a:srgbClr val="000000"/>
                </a:solidFill>
              </a:rPr>
              <a:t>from</a:t>
            </a:r>
            <a:r>
              <a:rPr lang="de-DE" sz="1800" b="1" kern="0" dirty="0">
                <a:solidFill>
                  <a:srgbClr val="000000"/>
                </a:solidFill>
              </a:rPr>
              <a:t> AC </a:t>
            </a:r>
            <a:r>
              <a:rPr lang="de-DE" sz="1800" b="1" kern="0" dirty="0" err="1">
                <a:solidFill>
                  <a:srgbClr val="000000"/>
                </a:solidFill>
              </a:rPr>
              <a:t>grid</a:t>
            </a:r>
            <a:r>
              <a:rPr lang="de-DE" sz="1800" b="1" kern="0" dirty="0">
                <a:solidFill>
                  <a:srgbClr val="000000"/>
                </a:solidFill>
              </a:rPr>
              <a:t> </a:t>
            </a:r>
            <a:r>
              <a:rPr lang="de-DE" sz="1800" kern="0" dirty="0" err="1">
                <a:solidFill>
                  <a:srgbClr val="000000"/>
                </a:solidFill>
              </a:rPr>
              <a:t>is</a:t>
            </a:r>
            <a:r>
              <a:rPr lang="de-DE" sz="1800" kern="0" dirty="0">
                <a:solidFill>
                  <a:srgbClr val="000000"/>
                </a:solidFill>
              </a:rPr>
              <a:t> </a:t>
            </a:r>
            <a:r>
              <a:rPr lang="de-DE" sz="1800" kern="0" dirty="0" err="1">
                <a:solidFill>
                  <a:srgbClr val="000000"/>
                </a:solidFill>
              </a:rPr>
              <a:t>responsible</a:t>
            </a:r>
            <a:r>
              <a:rPr lang="de-DE" sz="1800" kern="0" dirty="0">
                <a:solidFill>
                  <a:srgbClr val="000000"/>
                </a:solidFill>
              </a:rPr>
              <a:t> </a:t>
            </a:r>
            <a:r>
              <a:rPr lang="de-DE" sz="1800" kern="0" dirty="0" err="1">
                <a:solidFill>
                  <a:srgbClr val="000000"/>
                </a:solidFill>
              </a:rPr>
              <a:t>for</a:t>
            </a:r>
            <a:endParaRPr lang="de-DE" sz="1800" kern="0" dirty="0">
              <a:solidFill>
                <a:srgbClr val="000000"/>
              </a:solidFill>
            </a:endParaRPr>
          </a:p>
          <a:p>
            <a:pPr>
              <a:spcAft>
                <a:spcPts val="600"/>
              </a:spcAft>
              <a:buClr>
                <a:srgbClr val="002060"/>
              </a:buClr>
              <a:buFont typeface="Wingdings" pitchFamily="2" charset="2"/>
              <a:buChar char="n"/>
              <a:defRPr/>
            </a:pPr>
            <a:r>
              <a:rPr lang="de-DE" sz="1800" kern="0" dirty="0">
                <a:solidFill>
                  <a:srgbClr val="000000"/>
                </a:solidFill>
              </a:rPr>
              <a:t> 	</a:t>
            </a:r>
            <a:r>
              <a:rPr lang="de-DE" sz="1800" b="1" kern="0" dirty="0">
                <a:solidFill>
                  <a:srgbClr val="000000"/>
                </a:solidFill>
              </a:rPr>
              <a:t>40...80% </a:t>
            </a:r>
            <a:r>
              <a:rPr lang="de-DE" sz="1800" kern="0" dirty="0" err="1">
                <a:solidFill>
                  <a:srgbClr val="000000"/>
                </a:solidFill>
              </a:rPr>
              <a:t>of</a:t>
            </a:r>
            <a:r>
              <a:rPr lang="de-DE" sz="1800" kern="0" dirty="0">
                <a:solidFill>
                  <a:srgbClr val="000000"/>
                </a:solidFill>
              </a:rPr>
              <a:t> </a:t>
            </a:r>
            <a:r>
              <a:rPr lang="de-DE" sz="1800" b="1" kern="0" dirty="0" err="1">
                <a:solidFill>
                  <a:srgbClr val="000000"/>
                </a:solidFill>
              </a:rPr>
              <a:t>losses</a:t>
            </a:r>
            <a:r>
              <a:rPr lang="de-DE" sz="1800" kern="0" dirty="0">
                <a:solidFill>
                  <a:srgbClr val="000000"/>
                </a:solidFill>
              </a:rPr>
              <a:t>      </a:t>
            </a:r>
          </a:p>
          <a:p>
            <a:pPr>
              <a:spcAft>
                <a:spcPts val="600"/>
              </a:spcAft>
              <a:buClr>
                <a:srgbClr val="002060"/>
              </a:buClr>
              <a:buFont typeface="Wingdings" pitchFamily="2" charset="2"/>
              <a:buChar char="n"/>
              <a:defRPr/>
            </a:pPr>
            <a:r>
              <a:rPr lang="de-DE" sz="1800" kern="0" dirty="0">
                <a:solidFill>
                  <a:srgbClr val="000000"/>
                </a:solidFill>
              </a:rPr>
              <a:t> 	</a:t>
            </a:r>
            <a:r>
              <a:rPr lang="de-DE" sz="1800" b="1" kern="0" dirty="0">
                <a:solidFill>
                  <a:srgbClr val="000000"/>
                </a:solidFill>
              </a:rPr>
              <a:t>50...95% </a:t>
            </a:r>
            <a:r>
              <a:rPr lang="de-DE" sz="1800" kern="0" dirty="0" err="1">
                <a:solidFill>
                  <a:srgbClr val="000000"/>
                </a:solidFill>
              </a:rPr>
              <a:t>of</a:t>
            </a:r>
            <a:r>
              <a:rPr lang="de-DE" sz="1800" b="1" kern="0" dirty="0">
                <a:solidFill>
                  <a:srgbClr val="000000"/>
                </a:solidFill>
              </a:rPr>
              <a:t> </a:t>
            </a:r>
            <a:r>
              <a:rPr lang="de-DE" sz="1800" b="1" kern="0" dirty="0" err="1">
                <a:solidFill>
                  <a:srgbClr val="000000"/>
                </a:solidFill>
              </a:rPr>
              <a:t>weight</a:t>
            </a:r>
            <a:endParaRPr lang="de-DE" sz="1800" b="1" kern="0" dirty="0">
              <a:solidFill>
                <a:srgbClr val="000000"/>
              </a:solidFill>
            </a:endParaRPr>
          </a:p>
          <a:p>
            <a:pPr>
              <a:spcAft>
                <a:spcPts val="600"/>
              </a:spcAft>
              <a:buClr>
                <a:srgbClr val="002060"/>
              </a:buClr>
              <a:buFont typeface="Wingdings" pitchFamily="2" charset="2"/>
              <a:buChar char="n"/>
              <a:defRPr/>
            </a:pPr>
            <a:r>
              <a:rPr lang="de-DE" sz="1800" kern="0" dirty="0">
                <a:solidFill>
                  <a:srgbClr val="000000"/>
                </a:solidFill>
              </a:rPr>
              <a:t> 	</a:t>
            </a:r>
            <a:r>
              <a:rPr lang="de-DE" sz="1800" b="1" kern="0" dirty="0">
                <a:solidFill>
                  <a:srgbClr val="000000"/>
                </a:solidFill>
              </a:rPr>
              <a:t>50...95% </a:t>
            </a:r>
            <a:r>
              <a:rPr lang="de-DE" sz="1800" kern="0" dirty="0" err="1">
                <a:solidFill>
                  <a:srgbClr val="000000"/>
                </a:solidFill>
              </a:rPr>
              <a:t>of</a:t>
            </a:r>
            <a:r>
              <a:rPr lang="de-DE" sz="1800" kern="0" dirty="0">
                <a:solidFill>
                  <a:srgbClr val="000000"/>
                </a:solidFill>
              </a:rPr>
              <a:t> </a:t>
            </a:r>
            <a:r>
              <a:rPr lang="de-DE" sz="1800" b="1" kern="0" dirty="0" err="1">
                <a:solidFill>
                  <a:srgbClr val="000000"/>
                </a:solidFill>
              </a:rPr>
              <a:t>volume</a:t>
            </a:r>
            <a:endParaRPr lang="de-DE" sz="1800" b="1" kern="0" dirty="0">
              <a:solidFill>
                <a:srgbClr val="000000"/>
              </a:solidFill>
            </a:endParaRPr>
          </a:p>
          <a:p>
            <a:pPr>
              <a:spcAft>
                <a:spcPts val="600"/>
              </a:spcAft>
              <a:buClr>
                <a:srgbClr val="109C7D"/>
              </a:buClr>
              <a:defRPr/>
            </a:pPr>
            <a:r>
              <a:rPr lang="de-DE" sz="1800" kern="0" dirty="0" err="1">
                <a:solidFill>
                  <a:srgbClr val="000000"/>
                </a:solidFill>
              </a:rPr>
              <a:t>of</a:t>
            </a:r>
            <a:r>
              <a:rPr lang="de-DE" sz="1800" kern="0" dirty="0">
                <a:solidFill>
                  <a:srgbClr val="000000"/>
                </a:solidFill>
              </a:rPr>
              <a:t> </a:t>
            </a:r>
            <a:r>
              <a:rPr lang="de-DE" sz="1800" kern="0" dirty="0" err="1">
                <a:solidFill>
                  <a:srgbClr val="000000"/>
                </a:solidFill>
              </a:rPr>
              <a:t>the</a:t>
            </a:r>
            <a:r>
              <a:rPr lang="de-DE" sz="1800" kern="0" dirty="0">
                <a:solidFill>
                  <a:srgbClr val="000000"/>
                </a:solidFill>
              </a:rPr>
              <a:t> AC power </a:t>
            </a:r>
            <a:r>
              <a:rPr lang="de-DE" sz="1800" kern="0" dirty="0" err="1">
                <a:solidFill>
                  <a:srgbClr val="000000"/>
                </a:solidFill>
              </a:rPr>
              <a:t>supply</a:t>
            </a:r>
            <a:r>
              <a:rPr lang="de-DE" sz="1800" kern="0" dirty="0">
                <a:solidFill>
                  <a:srgbClr val="000000"/>
                </a:solidFill>
              </a:rPr>
              <a:t> </a:t>
            </a:r>
            <a:br>
              <a:rPr lang="de-DE" sz="1800" kern="0" dirty="0">
                <a:solidFill>
                  <a:srgbClr val="000000"/>
                </a:solidFill>
              </a:rPr>
            </a:br>
            <a:r>
              <a:rPr lang="de-DE" sz="1800" kern="0" dirty="0">
                <a:solidFill>
                  <a:srgbClr val="000000"/>
                </a:solidFill>
              </a:rPr>
              <a:t>in </a:t>
            </a:r>
            <a:r>
              <a:rPr lang="de-DE" sz="1800" kern="0" dirty="0" err="1">
                <a:solidFill>
                  <a:srgbClr val="000000"/>
                </a:solidFill>
              </a:rPr>
              <a:t>each</a:t>
            </a:r>
            <a:r>
              <a:rPr lang="de-DE" sz="1800" kern="0" dirty="0">
                <a:solidFill>
                  <a:srgbClr val="000000"/>
                </a:solidFill>
              </a:rPr>
              <a:t> electronic </a:t>
            </a:r>
            <a:r>
              <a:rPr lang="de-DE" sz="1800" kern="0" dirty="0" err="1">
                <a:solidFill>
                  <a:srgbClr val="000000"/>
                </a:solidFill>
              </a:rPr>
              <a:t>equipment</a:t>
            </a:r>
            <a:r>
              <a:rPr lang="de-DE" sz="1800" kern="0" dirty="0">
                <a:solidFill>
                  <a:srgbClr val="000000"/>
                </a:solidFill>
              </a:rPr>
              <a:t>!</a:t>
            </a:r>
          </a:p>
        </p:txBody>
      </p:sp>
      <p:sp>
        <p:nvSpPr>
          <p:cNvPr id="39" name="Text Box 50"/>
          <p:cNvSpPr txBox="1">
            <a:spLocks noChangeArrowheads="1"/>
          </p:cNvSpPr>
          <p:nvPr/>
        </p:nvSpPr>
        <p:spPr bwMode="auto">
          <a:xfrm>
            <a:off x="1346830" y="858039"/>
            <a:ext cx="9380537" cy="40011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spcAft>
                <a:spcPct val="15000"/>
              </a:spcAft>
              <a:defRPr/>
            </a:pPr>
            <a:r>
              <a:rPr lang="de-DE" sz="2000" b="1" kern="0" dirty="0">
                <a:solidFill>
                  <a:srgbClr val="000000"/>
                </a:solidFill>
              </a:rPr>
              <a:t>Equipment Power </a:t>
            </a:r>
            <a:r>
              <a:rPr lang="de-DE" sz="2000" b="1" kern="0" dirty="0" err="1">
                <a:solidFill>
                  <a:srgbClr val="000000"/>
                </a:solidFill>
              </a:rPr>
              <a:t>Supplies</a:t>
            </a:r>
            <a:r>
              <a:rPr lang="de-DE" sz="2000" b="1" kern="0" dirty="0">
                <a:solidFill>
                  <a:srgbClr val="000000"/>
                </a:solidFill>
              </a:rPr>
              <a:t> </a:t>
            </a:r>
            <a:r>
              <a:rPr lang="de-DE" sz="2000" b="1" kern="0" dirty="0" err="1">
                <a:solidFill>
                  <a:srgbClr val="000000"/>
                </a:solidFill>
              </a:rPr>
              <a:t>and</a:t>
            </a:r>
            <a:r>
              <a:rPr lang="de-DE" sz="2000" b="1" kern="0" dirty="0">
                <a:solidFill>
                  <a:srgbClr val="000000"/>
                </a:solidFill>
              </a:rPr>
              <a:t> Line Adapters  </a:t>
            </a:r>
            <a:endParaRPr lang="de-DE" sz="1800" kern="0" baseline="30000" dirty="0">
              <a:solidFill>
                <a:srgbClr val="000000"/>
              </a:solidFill>
            </a:endParaRPr>
          </a:p>
        </p:txBody>
      </p:sp>
      <p:pic>
        <p:nvPicPr>
          <p:cNvPr id="41" name="Picture 2" descr="D:\_Folien\Bildquelle\Bilderarchiv\Alltag\Haushaltsgeräte\Radiowecker_4.jpg"/>
          <p:cNvPicPr>
            <a:picLocks noChangeAspect="1" noChangeArrowheads="1"/>
          </p:cNvPicPr>
          <p:nvPr/>
        </p:nvPicPr>
        <p:blipFill>
          <a:blip r:embed="rId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837659" y="5573094"/>
            <a:ext cx="620561" cy="39184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3" descr="D:\_Folien\Bildquelle\Bilderarchiv\Alltag\IT_Elektronik\LCD_TV_2_loewe.jpg"/>
          <p:cNvPicPr>
            <a:picLocks noChangeAspect="1" noChangeArrowheads="1"/>
          </p:cNvPicPr>
          <p:nvPr/>
        </p:nvPicPr>
        <p:blipFill rotWithShape="1">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3798287" y="3972287"/>
            <a:ext cx="1289713" cy="200468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 descr="D:\_Folien\Bildquelle\Bilderarchiv\Alltag\IT_Elektronik\notebook_2.jpg"/>
          <p:cNvPicPr>
            <a:picLocks noChangeAspect="1" noChangeArrowheads="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562802" y="4111104"/>
            <a:ext cx="1246992" cy="124699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5" descr="D:\_Folien\Bildquelle\Bilderarchiv\Alltag\IT_Elektronik\Stereo_2.jpg"/>
          <p:cNvPicPr>
            <a:picLocks noChangeAspect="1" noChangeArrowheads="1"/>
          </p:cNvPicPr>
          <p:nvPr/>
        </p:nvPicPr>
        <p:blipFill rotWithShape="1">
          <a:blip r:embed="rId7"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1162806" y="5128692"/>
            <a:ext cx="1571447" cy="914753"/>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7" descr="D:\_Folien\Bildquelle\Bilderarchiv\Alltag\IT_Elektronik\DSL_Modem_2.bmp"/>
          <p:cNvPicPr>
            <a:picLocks noChangeAspect="1" noChangeArrowheads="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586349" y="3759373"/>
            <a:ext cx="606073" cy="459605"/>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P1010762"/>
          <p:cNvPicPr>
            <a:picLocks noChangeAspect="1" noChangeArrowheads="1"/>
          </p:cNvPicPr>
          <p:nvPr/>
        </p:nvPicPr>
        <p:blipFill>
          <a:blip r:embed="rId9">
            <a:extLst>
              <a:ext uri="{28A0092B-C50C-407E-A947-70E740481C1C}">
                <a14:useLocalDpi xmlns:a14="http://schemas.microsoft.com/office/drawing/2010/main" val="0"/>
              </a:ext>
            </a:extLst>
          </a:blip>
          <a:srcRect t="5226" r="5270" b="6497"/>
          <a:stretch>
            <a:fillRect/>
          </a:stretch>
        </p:blipFill>
        <p:spPr bwMode="auto">
          <a:xfrm>
            <a:off x="5258319" y="1986189"/>
            <a:ext cx="5678487"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Freeform 6"/>
          <p:cNvSpPr>
            <a:spLocks/>
          </p:cNvSpPr>
          <p:nvPr/>
        </p:nvSpPr>
        <p:spPr bwMode="auto">
          <a:xfrm>
            <a:off x="5393256" y="2097315"/>
            <a:ext cx="5571341" cy="371513"/>
          </a:xfrm>
          <a:custGeom>
            <a:avLst/>
            <a:gdLst>
              <a:gd name="T0" fmla="*/ 118448138 w 3506"/>
              <a:gd name="T1" fmla="*/ 1557456563 h 2398"/>
              <a:gd name="T2" fmla="*/ 0 w 3506"/>
              <a:gd name="T3" fmla="*/ 1557456563 h 2398"/>
              <a:gd name="T4" fmla="*/ 0 w 3506"/>
              <a:gd name="T5" fmla="*/ 0 h 2398"/>
              <a:gd name="T6" fmla="*/ 309980013 w 3506"/>
              <a:gd name="T7" fmla="*/ 0 h 2398"/>
              <a:gd name="T8" fmla="*/ 2147483647 w 3506"/>
              <a:gd name="T9" fmla="*/ 27722513 h 2398"/>
              <a:gd name="T10" fmla="*/ 2147483647 w 3506"/>
              <a:gd name="T11" fmla="*/ 2147483647 h 2398"/>
              <a:gd name="T12" fmla="*/ 2147483647 w 3506"/>
              <a:gd name="T13" fmla="*/ 2147483647 h 2398"/>
              <a:gd name="T14" fmla="*/ 2147483647 w 3506"/>
              <a:gd name="T15" fmla="*/ 2147483647 h 2398"/>
              <a:gd name="T16" fmla="*/ 2147483647 w 3506"/>
              <a:gd name="T17" fmla="*/ 2147483647 h 2398"/>
              <a:gd name="T18" fmla="*/ 2147483647 w 3506"/>
              <a:gd name="T19" fmla="*/ 2147483647 h 2398"/>
              <a:gd name="T20" fmla="*/ 2147483647 w 3506"/>
              <a:gd name="T21" fmla="*/ 2056447500 h 2398"/>
              <a:gd name="T22" fmla="*/ 2147483647 w 3506"/>
              <a:gd name="T23" fmla="*/ 2056447500 h 2398"/>
              <a:gd name="T24" fmla="*/ 2147483647 w 3506"/>
              <a:gd name="T25" fmla="*/ 2147483647 h 2398"/>
              <a:gd name="T26" fmla="*/ 2147483647 w 3506"/>
              <a:gd name="T27" fmla="*/ 2147483647 h 2398"/>
              <a:gd name="T28" fmla="*/ 1570058138 w 3506"/>
              <a:gd name="T29" fmla="*/ 1814512500 h 2398"/>
              <a:gd name="T30" fmla="*/ 1570058138 w 3506"/>
              <a:gd name="T31" fmla="*/ 1572577500 h 2398"/>
              <a:gd name="T32" fmla="*/ 0 w 3506"/>
              <a:gd name="T33" fmla="*/ 1572577500 h 23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connsiteX0" fmla="*/ 134 w 10010"/>
              <a:gd name="connsiteY0" fmla="*/ 2577 h 10000"/>
              <a:gd name="connsiteX1" fmla="*/ 0 w 10010"/>
              <a:gd name="connsiteY1" fmla="*/ 2577 h 10000"/>
              <a:gd name="connsiteX2" fmla="*/ 0 w 10010"/>
              <a:gd name="connsiteY2" fmla="*/ 0 h 10000"/>
              <a:gd name="connsiteX3" fmla="*/ 351 w 10010"/>
              <a:gd name="connsiteY3" fmla="*/ 0 h 10000"/>
              <a:gd name="connsiteX4" fmla="*/ 10010 w 10010"/>
              <a:gd name="connsiteY4" fmla="*/ 46 h 10000"/>
              <a:gd name="connsiteX5" fmla="*/ 10000 w 10010"/>
              <a:gd name="connsiteY5" fmla="*/ 9983 h 10000"/>
              <a:gd name="connsiteX6" fmla="*/ 4455 w 10010"/>
              <a:gd name="connsiteY6" fmla="*/ 9983 h 10000"/>
              <a:gd name="connsiteX7" fmla="*/ 8705 w 10010"/>
              <a:gd name="connsiteY7" fmla="*/ 10000 h 10000"/>
              <a:gd name="connsiteX8" fmla="*/ 8705 w 10010"/>
              <a:gd name="connsiteY8" fmla="*/ 4529 h 10000"/>
              <a:gd name="connsiteX9" fmla="*/ 5724 w 10010"/>
              <a:gd name="connsiteY9" fmla="*/ 4479 h 10000"/>
              <a:gd name="connsiteX10" fmla="*/ 5003 w 10010"/>
              <a:gd name="connsiteY10" fmla="*/ 3403 h 10000"/>
              <a:gd name="connsiteX11" fmla="*/ 3965 w 10010"/>
              <a:gd name="connsiteY11" fmla="*/ 3403 h 10000"/>
              <a:gd name="connsiteX12" fmla="*/ 3428 w 10010"/>
              <a:gd name="connsiteY12" fmla="*/ 4204 h 10000"/>
              <a:gd name="connsiteX13" fmla="*/ 2578 w 10010"/>
              <a:gd name="connsiteY13" fmla="*/ 4204 h 10000"/>
              <a:gd name="connsiteX14" fmla="*/ 1777 w 10010"/>
              <a:gd name="connsiteY14" fmla="*/ 3003 h 10000"/>
              <a:gd name="connsiteX15" fmla="*/ 1777 w 10010"/>
              <a:gd name="connsiteY15" fmla="*/ 2602 h 10000"/>
              <a:gd name="connsiteX16" fmla="*/ 0 w 10010"/>
              <a:gd name="connsiteY16" fmla="*/ 2602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10" h="10000">
                <a:moveTo>
                  <a:pt x="134" y="2577"/>
                </a:moveTo>
                <a:lnTo>
                  <a:pt x="0" y="2577"/>
                </a:lnTo>
                <a:lnTo>
                  <a:pt x="0" y="0"/>
                </a:lnTo>
                <a:lnTo>
                  <a:pt x="351" y="0"/>
                </a:lnTo>
                <a:lnTo>
                  <a:pt x="10010" y="46"/>
                </a:lnTo>
                <a:cubicBezTo>
                  <a:pt x="10007" y="3358"/>
                  <a:pt x="10003" y="6671"/>
                  <a:pt x="10000" y="9983"/>
                </a:cubicBezTo>
                <a:lnTo>
                  <a:pt x="4455" y="9983"/>
                </a:lnTo>
                <a:lnTo>
                  <a:pt x="8705" y="10000"/>
                </a:lnTo>
                <a:lnTo>
                  <a:pt x="8705" y="4529"/>
                </a:lnTo>
                <a:lnTo>
                  <a:pt x="5724" y="4479"/>
                </a:lnTo>
                <a:lnTo>
                  <a:pt x="5003" y="3403"/>
                </a:lnTo>
                <a:lnTo>
                  <a:pt x="3965" y="3403"/>
                </a:lnTo>
                <a:lnTo>
                  <a:pt x="3428" y="4204"/>
                </a:lnTo>
                <a:lnTo>
                  <a:pt x="2578" y="4204"/>
                </a:lnTo>
                <a:lnTo>
                  <a:pt x="1777" y="3003"/>
                </a:lnTo>
                <a:lnTo>
                  <a:pt x="1777" y="2602"/>
                </a:lnTo>
                <a:lnTo>
                  <a:pt x="0" y="2602"/>
                </a:lnTo>
              </a:path>
            </a:pathLst>
          </a:custGeom>
          <a:solidFill>
            <a:schemeClr val="bg1">
              <a:alpha val="63921"/>
            </a:schemeClr>
          </a:solidFill>
          <a:ln>
            <a:noFill/>
          </a:ln>
          <a:effectLst/>
          <a:extLst>
            <a:ext uri="{91240B29-F687-4F45-9708-019B960494DF}">
              <a14:hiddenLine xmlns:a14="http://schemas.microsoft.com/office/drawing/2010/main" w="12700"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de-DE"/>
          </a:p>
        </p:txBody>
      </p:sp>
      <p:sp>
        <p:nvSpPr>
          <p:cNvPr id="48" name="Freeform 19"/>
          <p:cNvSpPr>
            <a:spLocks/>
          </p:cNvSpPr>
          <p:nvPr/>
        </p:nvSpPr>
        <p:spPr bwMode="auto">
          <a:xfrm>
            <a:off x="7333180" y="3392715"/>
            <a:ext cx="181822" cy="371513"/>
          </a:xfrm>
          <a:custGeom>
            <a:avLst/>
            <a:gdLst>
              <a:gd name="T0" fmla="*/ 0 w 1818"/>
              <a:gd name="T1" fmla="*/ 514111875 h 1542"/>
              <a:gd name="T2" fmla="*/ 498990938 w 1818"/>
              <a:gd name="T3" fmla="*/ 0 h 1542"/>
              <a:gd name="T4" fmla="*/ 1421368125 w 1818"/>
              <a:gd name="T5" fmla="*/ 0 h 1542"/>
              <a:gd name="T6" fmla="*/ 2071568438 w 1818"/>
              <a:gd name="T7" fmla="*/ 650200313 h 1542"/>
              <a:gd name="T8" fmla="*/ 2147483647 w 1818"/>
              <a:gd name="T9" fmla="*/ 650200313 h 1542"/>
              <a:gd name="T10" fmla="*/ 2147483647 w 1818"/>
              <a:gd name="T11" fmla="*/ 2147483647 h 1542"/>
              <a:gd name="T12" fmla="*/ 922377188 w 1818"/>
              <a:gd name="T13" fmla="*/ 2147483647 h 1542"/>
              <a:gd name="T14" fmla="*/ 922377188 w 1818"/>
              <a:gd name="T15" fmla="*/ 2147483647 h 1542"/>
              <a:gd name="T16" fmla="*/ 2041326563 w 1818"/>
              <a:gd name="T17" fmla="*/ 2132052188 h 1542"/>
              <a:gd name="T18" fmla="*/ 2041326563 w 1818"/>
              <a:gd name="T19" fmla="*/ 1360884375 h 1542"/>
              <a:gd name="T20" fmla="*/ 1557456563 w 1818"/>
              <a:gd name="T21" fmla="*/ 877014375 h 1542"/>
              <a:gd name="T22" fmla="*/ 725805000 w 1818"/>
              <a:gd name="T23" fmla="*/ 877014375 h 1542"/>
              <a:gd name="T24" fmla="*/ 423386250 w 1818"/>
              <a:gd name="T25" fmla="*/ 483870000 h 1542"/>
              <a:gd name="T26" fmla="*/ 0 w 1818"/>
              <a:gd name="T27" fmla="*/ 514111875 h 154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818" h="1542">
                <a:moveTo>
                  <a:pt x="0" y="204"/>
                </a:moveTo>
                <a:lnTo>
                  <a:pt x="198" y="0"/>
                </a:lnTo>
                <a:lnTo>
                  <a:pt x="564" y="0"/>
                </a:lnTo>
                <a:lnTo>
                  <a:pt x="822" y="258"/>
                </a:lnTo>
                <a:lnTo>
                  <a:pt x="1818" y="258"/>
                </a:lnTo>
                <a:lnTo>
                  <a:pt x="1818" y="1542"/>
                </a:lnTo>
                <a:lnTo>
                  <a:pt x="366" y="1542"/>
                </a:lnTo>
                <a:lnTo>
                  <a:pt x="366" y="1092"/>
                </a:lnTo>
                <a:lnTo>
                  <a:pt x="810" y="846"/>
                </a:lnTo>
                <a:lnTo>
                  <a:pt x="810" y="540"/>
                </a:lnTo>
                <a:lnTo>
                  <a:pt x="618" y="348"/>
                </a:lnTo>
                <a:lnTo>
                  <a:pt x="288" y="348"/>
                </a:lnTo>
                <a:lnTo>
                  <a:pt x="168" y="192"/>
                </a:lnTo>
                <a:lnTo>
                  <a:pt x="0" y="204"/>
                </a:lnTo>
                <a:close/>
              </a:path>
            </a:pathLst>
          </a:custGeom>
          <a:solidFill>
            <a:schemeClr val="bg1">
              <a:alpha val="30980"/>
            </a:schemeClr>
          </a:solidFill>
          <a:ln>
            <a:noFill/>
          </a:ln>
          <a:effectLst/>
          <a:extLst>
            <a:ext uri="{91240B29-F687-4F45-9708-019B960494DF}">
              <a14:hiddenLine xmlns:a14="http://schemas.microsoft.com/office/drawing/2010/main" w="12700"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endParaRPr lang="de-DE"/>
          </a:p>
        </p:txBody>
      </p:sp>
      <p:sp>
        <p:nvSpPr>
          <p:cNvPr id="50" name="Text Box 21"/>
          <p:cNvSpPr txBox="1">
            <a:spLocks noChangeArrowheads="1"/>
          </p:cNvSpPr>
          <p:nvPr/>
        </p:nvSpPr>
        <p:spPr bwMode="auto">
          <a:xfrm>
            <a:off x="8195025" y="5518629"/>
            <a:ext cx="2018799" cy="340735"/>
          </a:xfrm>
          <a:prstGeom prst="rect">
            <a:avLst/>
          </a:prstGeom>
          <a:solidFill>
            <a:schemeClr val="bg1">
              <a:alpha val="38039"/>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r>
              <a:rPr lang="de-DE" sz="1600" b="1" dirty="0" err="1">
                <a:solidFill>
                  <a:srgbClr val="0000FF"/>
                </a:solidFill>
              </a:rPr>
              <a:t>for</a:t>
            </a:r>
            <a:r>
              <a:rPr lang="de-DE" sz="1600" b="1" dirty="0">
                <a:solidFill>
                  <a:srgbClr val="0000FF"/>
                </a:solidFill>
              </a:rPr>
              <a:t> personal </a:t>
            </a:r>
            <a:r>
              <a:rPr lang="de-DE" sz="1600" b="1" dirty="0" err="1">
                <a:solidFill>
                  <a:srgbClr val="0000FF"/>
                </a:solidFill>
              </a:rPr>
              <a:t>safety</a:t>
            </a:r>
            <a:endParaRPr lang="de-DE" sz="1600" b="1" dirty="0">
              <a:solidFill>
                <a:srgbClr val="0000FF"/>
              </a:solidFill>
            </a:endParaRPr>
          </a:p>
        </p:txBody>
      </p:sp>
      <p:grpSp>
        <p:nvGrpSpPr>
          <p:cNvPr id="51" name="Group 14"/>
          <p:cNvGrpSpPr>
            <a:grpSpLocks/>
          </p:cNvGrpSpPr>
          <p:nvPr/>
        </p:nvGrpSpPr>
        <p:grpSpPr bwMode="auto">
          <a:xfrm>
            <a:off x="7337944" y="3392716"/>
            <a:ext cx="758825" cy="785813"/>
            <a:chOff x="1365" y="1740"/>
            <a:chExt cx="478" cy="495"/>
          </a:xfrm>
        </p:grpSpPr>
        <p:sp>
          <p:nvSpPr>
            <p:cNvPr id="52" name="Freeform 12"/>
            <p:cNvSpPr>
              <a:spLocks/>
            </p:cNvSpPr>
            <p:nvPr/>
          </p:nvSpPr>
          <p:spPr bwMode="auto">
            <a:xfrm>
              <a:off x="1365" y="1740"/>
              <a:ext cx="115" cy="234"/>
            </a:xfrm>
            <a:custGeom>
              <a:avLst/>
              <a:gdLst>
                <a:gd name="T0" fmla="*/ 0 w 1824"/>
                <a:gd name="T1" fmla="*/ 192 h 258"/>
                <a:gd name="T2" fmla="*/ 192 w 1824"/>
                <a:gd name="T3" fmla="*/ 0 h 258"/>
                <a:gd name="T4" fmla="*/ 567 w 1824"/>
                <a:gd name="T5" fmla="*/ 0 h 258"/>
                <a:gd name="T6" fmla="*/ 825 w 1824"/>
                <a:gd name="T7" fmla="*/ 258 h 258"/>
                <a:gd name="T8" fmla="*/ 1824 w 1824"/>
                <a:gd name="T9" fmla="*/ 258 h 2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24" h="258">
                  <a:moveTo>
                    <a:pt x="0" y="192"/>
                  </a:moveTo>
                  <a:lnTo>
                    <a:pt x="192" y="0"/>
                  </a:lnTo>
                  <a:lnTo>
                    <a:pt x="567" y="0"/>
                  </a:lnTo>
                  <a:lnTo>
                    <a:pt x="825" y="258"/>
                  </a:lnTo>
                  <a:lnTo>
                    <a:pt x="1824" y="258"/>
                  </a:lnTo>
                </a:path>
              </a:pathLst>
            </a:custGeom>
            <a:noFill/>
            <a:ln w="381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endParaRPr lang="de-DE"/>
            </a:p>
          </p:txBody>
        </p:sp>
        <p:sp>
          <p:nvSpPr>
            <p:cNvPr id="53" name="Freeform 13"/>
            <p:cNvSpPr>
              <a:spLocks/>
            </p:cNvSpPr>
            <p:nvPr/>
          </p:nvSpPr>
          <p:spPr bwMode="auto">
            <a:xfrm>
              <a:off x="1728" y="2001"/>
              <a:ext cx="115" cy="234"/>
            </a:xfrm>
            <a:custGeom>
              <a:avLst/>
              <a:gdLst>
                <a:gd name="T0" fmla="*/ 1464 w 1464"/>
                <a:gd name="T1" fmla="*/ 0 h 1284"/>
                <a:gd name="T2" fmla="*/ 1464 w 1464"/>
                <a:gd name="T3" fmla="*/ 1284 h 1284"/>
                <a:gd name="T4" fmla="*/ 0 w 1464"/>
                <a:gd name="T5" fmla="*/ 1284 h 1284"/>
                <a:gd name="T6" fmla="*/ 0 60000 65536"/>
                <a:gd name="T7" fmla="*/ 0 60000 65536"/>
                <a:gd name="T8" fmla="*/ 0 60000 65536"/>
              </a:gdLst>
              <a:ahLst/>
              <a:cxnLst>
                <a:cxn ang="T6">
                  <a:pos x="T0" y="T1"/>
                </a:cxn>
                <a:cxn ang="T7">
                  <a:pos x="T2" y="T3"/>
                </a:cxn>
                <a:cxn ang="T8">
                  <a:pos x="T4" y="T5"/>
                </a:cxn>
              </a:cxnLst>
              <a:rect l="0" t="0" r="r" b="b"/>
              <a:pathLst>
                <a:path w="1464" h="1284">
                  <a:moveTo>
                    <a:pt x="1464" y="0"/>
                  </a:moveTo>
                  <a:lnTo>
                    <a:pt x="1464" y="1284"/>
                  </a:lnTo>
                  <a:lnTo>
                    <a:pt x="0" y="1284"/>
                  </a:lnTo>
                </a:path>
              </a:pathLst>
            </a:custGeom>
            <a:noFill/>
            <a:ln w="381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endParaRPr lang="de-DE"/>
            </a:p>
          </p:txBody>
        </p:sp>
      </p:grpSp>
      <p:sp>
        <p:nvSpPr>
          <p:cNvPr id="55" name="Text Box 22"/>
          <p:cNvSpPr txBox="1">
            <a:spLocks noChangeArrowheads="1"/>
          </p:cNvSpPr>
          <p:nvPr/>
        </p:nvSpPr>
        <p:spPr bwMode="auto">
          <a:xfrm rot="16320000">
            <a:off x="5292105" y="4532036"/>
            <a:ext cx="992877" cy="340735"/>
          </a:xfrm>
          <a:prstGeom prst="rect">
            <a:avLst/>
          </a:prstGeom>
          <a:solidFill>
            <a:schemeClr val="bg1">
              <a:alpha val="67842"/>
            </a:schemeClr>
          </a:solidFill>
          <a:ln>
            <a:noFill/>
          </a:ln>
          <a:effectLst/>
          <a:extLs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r>
              <a:rPr lang="de-DE" sz="1600" dirty="0"/>
              <a:t>EMI </a:t>
            </a:r>
            <a:r>
              <a:rPr lang="de-DE" sz="1600" dirty="0" err="1"/>
              <a:t>filter</a:t>
            </a:r>
            <a:endParaRPr lang="de-DE" sz="1600" dirty="0"/>
          </a:p>
        </p:txBody>
      </p:sp>
      <p:sp>
        <p:nvSpPr>
          <p:cNvPr id="56" name="Text Box 23"/>
          <p:cNvSpPr txBox="1">
            <a:spLocks noChangeArrowheads="1"/>
          </p:cNvSpPr>
          <p:nvPr/>
        </p:nvSpPr>
        <p:spPr bwMode="auto">
          <a:xfrm>
            <a:off x="6694337" y="4088291"/>
            <a:ext cx="540830" cy="309958"/>
          </a:xfrm>
          <a:prstGeom prst="rect">
            <a:avLst/>
          </a:prstGeom>
          <a:solidFill>
            <a:schemeClr val="bg1">
              <a:alpha val="67842"/>
            </a:schemeClr>
          </a:solidFill>
          <a:ln>
            <a:noFill/>
          </a:ln>
          <a:effectLst/>
          <a:extLs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r>
              <a:rPr lang="de-DE" sz="1400" dirty="0"/>
              <a:t>PFC</a:t>
            </a:r>
          </a:p>
        </p:txBody>
      </p:sp>
      <p:sp>
        <p:nvSpPr>
          <p:cNvPr id="57" name="Text Box 24"/>
          <p:cNvSpPr txBox="1">
            <a:spLocks noChangeArrowheads="1"/>
          </p:cNvSpPr>
          <p:nvPr/>
        </p:nvSpPr>
        <p:spPr bwMode="auto">
          <a:xfrm>
            <a:off x="7780937" y="4167893"/>
            <a:ext cx="547710" cy="442035"/>
          </a:xfrm>
          <a:prstGeom prst="rect">
            <a:avLst/>
          </a:prstGeom>
          <a:noFill/>
          <a:ln>
            <a:noFill/>
          </a:ln>
          <a:effectLst/>
          <a:extLst>
            <a:ext uri="{909E8E84-426E-40DD-AFC4-6F175D3DCCD1}">
              <a14:hiddenFill xmlns:a14="http://schemas.microsoft.com/office/drawing/2010/main">
                <a:solidFill>
                  <a:schemeClr val="bg1">
                    <a:alpha val="67842"/>
                  </a:schemeClr>
                </a:solidFill>
              </a14:hiddenFill>
            </a:ext>
            <a:ext uri="{91240B29-F687-4F45-9708-019B960494DF}">
              <a14:hiddenLine xmlns:a14="http://schemas.microsoft.com/office/drawing/2010/main" w="6350">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36000" rIns="18000" bIns="360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a:r>
              <a:rPr lang="de-DE" dirty="0" err="1"/>
              <a:t>Energy</a:t>
            </a:r>
            <a:endParaRPr lang="de-DE" dirty="0"/>
          </a:p>
          <a:p>
            <a:pPr algn="ctr"/>
            <a:r>
              <a:rPr lang="de-DE" dirty="0" err="1"/>
              <a:t>storage</a:t>
            </a:r>
            <a:endParaRPr lang="de-DE" dirty="0"/>
          </a:p>
        </p:txBody>
      </p:sp>
      <p:sp>
        <p:nvSpPr>
          <p:cNvPr id="58" name="Textfeld 57"/>
          <p:cNvSpPr txBox="1"/>
          <p:nvPr/>
        </p:nvSpPr>
        <p:spPr>
          <a:xfrm>
            <a:off x="7124548" y="2713670"/>
            <a:ext cx="3014415" cy="369332"/>
          </a:xfrm>
          <a:prstGeom prst="rect">
            <a:avLst/>
          </a:prstGeom>
          <a:noFill/>
        </p:spPr>
        <p:txBody>
          <a:bodyPr wrap="none" rtlCol="0">
            <a:spAutoFit/>
          </a:bodyPr>
          <a:lstStyle/>
          <a:p>
            <a:r>
              <a:rPr lang="de-DE" b="1" dirty="0"/>
              <a:t>A </a:t>
            </a:r>
            <a:r>
              <a:rPr lang="de-DE" b="1" dirty="0" err="1"/>
              <a:t>typical</a:t>
            </a:r>
            <a:r>
              <a:rPr lang="de-DE" b="1" dirty="0"/>
              <a:t> AC power </a:t>
            </a:r>
            <a:r>
              <a:rPr lang="de-DE" b="1" dirty="0" err="1"/>
              <a:t>suppy</a:t>
            </a:r>
            <a:endParaRPr lang="de-DE" b="1" dirty="0"/>
          </a:p>
        </p:txBody>
      </p:sp>
      <p:sp>
        <p:nvSpPr>
          <p:cNvPr id="59" name="Text Box 20"/>
          <p:cNvSpPr txBox="1">
            <a:spLocks noChangeArrowheads="1"/>
          </p:cNvSpPr>
          <p:nvPr/>
        </p:nvSpPr>
        <p:spPr bwMode="auto">
          <a:xfrm>
            <a:off x="5602651" y="5521932"/>
            <a:ext cx="2306122" cy="340735"/>
          </a:xfrm>
          <a:prstGeom prst="rect">
            <a:avLst/>
          </a:prstGeom>
          <a:solidFill>
            <a:schemeClr val="bg1">
              <a:alpha val="38039"/>
            </a:scheme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r>
              <a:rPr lang="en-US" sz="1600" b="1" dirty="0">
                <a:solidFill>
                  <a:srgbClr val="FF0000"/>
                </a:solidFill>
              </a:rPr>
              <a:t>due to AC grid supply</a:t>
            </a:r>
            <a:endParaRPr lang="de-DE" sz="1600" b="1" dirty="0">
              <a:solidFill>
                <a:srgbClr val="FF0000"/>
              </a:solidFill>
            </a:endParaRPr>
          </a:p>
        </p:txBody>
      </p:sp>
      <p:sp>
        <p:nvSpPr>
          <p:cNvPr id="54" name="Freeform 3"/>
          <p:cNvSpPr>
            <a:spLocks/>
          </p:cNvSpPr>
          <p:nvPr/>
        </p:nvSpPr>
        <p:spPr bwMode="auto">
          <a:xfrm>
            <a:off x="5374205" y="3084740"/>
            <a:ext cx="181822" cy="371513"/>
          </a:xfrm>
          <a:custGeom>
            <a:avLst/>
            <a:gdLst>
              <a:gd name="T0" fmla="*/ 15120938 w 2040"/>
              <a:gd name="T1" fmla="*/ 2147483647 h 1740"/>
              <a:gd name="T2" fmla="*/ 196572188 w 2040"/>
              <a:gd name="T3" fmla="*/ 0 h 1740"/>
              <a:gd name="T4" fmla="*/ 1617940313 w 2040"/>
              <a:gd name="T5" fmla="*/ 0 h 1740"/>
              <a:gd name="T6" fmla="*/ 1617940313 w 2040"/>
              <a:gd name="T7" fmla="*/ 241935000 h 1740"/>
              <a:gd name="T8" fmla="*/ 2147483647 w 2040"/>
              <a:gd name="T9" fmla="*/ 982860938 h 1740"/>
              <a:gd name="T10" fmla="*/ 2147483647 w 2040"/>
              <a:gd name="T11" fmla="*/ 980341575 h 1740"/>
              <a:gd name="T12" fmla="*/ 2147483647 w 2040"/>
              <a:gd name="T13" fmla="*/ 1358365013 h 1740"/>
              <a:gd name="T14" fmla="*/ 2147483647 w 2040"/>
              <a:gd name="T15" fmla="*/ 1365924688 h 1740"/>
              <a:gd name="T16" fmla="*/ 2147483647 w 2040"/>
              <a:gd name="T17" fmla="*/ 1859875313 h 1740"/>
              <a:gd name="T18" fmla="*/ 2147483647 w 2040"/>
              <a:gd name="T19" fmla="*/ 2147483647 h 1740"/>
              <a:gd name="T20" fmla="*/ 2147483647 w 2040"/>
              <a:gd name="T21" fmla="*/ 2147483647 h 1740"/>
              <a:gd name="T22" fmla="*/ 2147483647 w 2040"/>
              <a:gd name="T23" fmla="*/ 2147483647 h 1740"/>
              <a:gd name="T24" fmla="*/ 0 w 2040"/>
              <a:gd name="T25" fmla="*/ 2147483647 h 1740"/>
              <a:gd name="T26" fmla="*/ 15120938 w 2040"/>
              <a:gd name="T27" fmla="*/ 2147483647 h 17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40" h="1740">
                <a:moveTo>
                  <a:pt x="6" y="1632"/>
                </a:moveTo>
                <a:lnTo>
                  <a:pt x="78" y="0"/>
                </a:lnTo>
                <a:lnTo>
                  <a:pt x="642" y="0"/>
                </a:lnTo>
                <a:lnTo>
                  <a:pt x="642" y="96"/>
                </a:lnTo>
                <a:lnTo>
                  <a:pt x="936" y="390"/>
                </a:lnTo>
                <a:lnTo>
                  <a:pt x="1411" y="389"/>
                </a:lnTo>
                <a:lnTo>
                  <a:pt x="1528" y="539"/>
                </a:lnTo>
                <a:lnTo>
                  <a:pt x="1831" y="542"/>
                </a:lnTo>
                <a:lnTo>
                  <a:pt x="2040" y="738"/>
                </a:lnTo>
                <a:lnTo>
                  <a:pt x="2040" y="1044"/>
                </a:lnTo>
                <a:lnTo>
                  <a:pt x="1602" y="1297"/>
                </a:lnTo>
                <a:lnTo>
                  <a:pt x="1602" y="1740"/>
                </a:lnTo>
                <a:lnTo>
                  <a:pt x="0" y="1740"/>
                </a:lnTo>
                <a:lnTo>
                  <a:pt x="6" y="1632"/>
                </a:lnTo>
                <a:close/>
              </a:path>
            </a:pathLst>
          </a:custGeom>
          <a:noFill/>
          <a:ln w="41275"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endParaRPr lang="de-DE"/>
          </a:p>
        </p:txBody>
      </p:sp>
    </p:spTree>
    <p:extLst>
      <p:ext uri="{BB962C8B-B14F-4D97-AF65-F5344CB8AC3E}">
        <p14:creationId xmlns:p14="http://schemas.microsoft.com/office/powerpoint/2010/main" val="2288667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7" name="Text Box 53"/>
          <p:cNvSpPr txBox="1">
            <a:spLocks noChangeArrowheads="1"/>
          </p:cNvSpPr>
          <p:nvPr/>
        </p:nvSpPr>
        <p:spPr bwMode="auto">
          <a:xfrm>
            <a:off x="1350817" y="4467036"/>
            <a:ext cx="4433165" cy="453183"/>
          </a:xfrm>
          <a:prstGeom prst="rect">
            <a:avLst/>
          </a:prstGeom>
          <a:solidFill>
            <a:schemeClr val="tx2">
              <a:lumMod val="75000"/>
            </a:schemeClr>
          </a:solidFill>
          <a:ln w="6350">
            <a:solidFill>
              <a:schemeClr val="accent1">
                <a:lumMod val="75000"/>
              </a:schemeClr>
            </a:solidFill>
          </a:ln>
          <a:effectLst>
            <a:outerShdw blurRad="50800" dist="38100" dir="2700000" algn="tl" rotWithShape="0">
              <a:prstClr val="black">
                <a:alpha val="40000"/>
              </a:prstClr>
            </a:outerShdw>
          </a:effectLst>
        </p:spPr>
        <p:txBody>
          <a:bodyPr wrap="square" lIns="144000" tIns="72000" rIns="144000" bIns="72000" rtlCol="0">
            <a:spAutoFit/>
          </a:bodyPr>
          <a:lstStyle>
            <a:defPPr>
              <a:defRPr lang="de-DE"/>
            </a:defPPr>
            <a:lvl1pPr marL="0" algn="ctr" defTabSz="914400" eaLnBrk="1" latinLnBrk="0" hangingPunct="1">
              <a:defRPr sz="2400" b="1">
                <a:solidFill>
                  <a:schemeClr val="accent6">
                    <a:lumMod val="60000"/>
                    <a:lumOff val="40000"/>
                  </a:schemeClr>
                </a:solidFill>
                <a:latin typeface="+mn-lt"/>
              </a:defRPr>
            </a:lvl1pPr>
            <a:lvl2pPr defTabSz="914400" eaLnBrk="1" latinLnBrk="0" hangingPunct="1">
              <a:defRPr sz="1800">
                <a:latin typeface="+mn-lt"/>
              </a:defRPr>
            </a:lvl2pPr>
            <a:lvl3pPr defTabSz="914400" eaLnBrk="1" latinLnBrk="0" hangingPunct="1">
              <a:defRPr sz="1800">
                <a:latin typeface="+mn-lt"/>
              </a:defRPr>
            </a:lvl3pPr>
            <a:lvl4pPr defTabSz="914400" eaLnBrk="1" latinLnBrk="0" hangingPunct="1">
              <a:defRPr sz="1800">
                <a:latin typeface="+mn-lt"/>
              </a:defRPr>
            </a:lvl4pPr>
            <a:lvl5pPr defTabSz="914400" eaLnBrk="1" latinLnBrk="0" hangingPunct="1">
              <a:defRPr sz="1800">
                <a:latin typeface="+mn-lt"/>
              </a:defRPr>
            </a:lvl5pPr>
            <a:lvl6pPr>
              <a:defRPr sz="1800">
                <a:latin typeface="+mn-lt"/>
              </a:defRPr>
            </a:lvl6pPr>
            <a:lvl7pPr>
              <a:defRPr sz="1800">
                <a:latin typeface="+mn-lt"/>
              </a:defRPr>
            </a:lvl7pPr>
            <a:lvl8pPr>
              <a:defRPr sz="1800">
                <a:latin typeface="+mn-lt"/>
              </a:defRPr>
            </a:lvl8pPr>
            <a:lvl9pPr>
              <a:defRPr sz="1800">
                <a:latin typeface="+mn-lt"/>
              </a:defRPr>
            </a:lvl9pPr>
          </a:lstStyle>
          <a:p>
            <a:pPr algn="l"/>
            <a:endParaRPr lang="de-DE" sz="2000" dirty="0">
              <a:solidFill>
                <a:schemeClr val="accent2">
                  <a:lumMod val="20000"/>
                  <a:lumOff val="80000"/>
                </a:schemeClr>
              </a:solidFill>
              <a:latin typeface="Arial" panose="020B0604020202020204" pitchFamily="34" charset="0"/>
              <a:cs typeface="Arial" panose="020B0604020202020204" pitchFamily="34" charset="0"/>
            </a:endParaRPr>
          </a:p>
        </p:txBody>
      </p:sp>
      <p:pic>
        <p:nvPicPr>
          <p:cNvPr id="2" name="Picture 2" descr="D:\_Dokumente\Privat_Mz\Hobbies\Handwerker\Haushaltsgeräte\Kühlschrank\ICP3026-20_gd_37944-0_W1200.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50682" y="3857180"/>
            <a:ext cx="935037" cy="2101650"/>
          </a:xfrm>
          <a:prstGeom prst="rect">
            <a:avLst/>
          </a:prstGeom>
          <a:noFill/>
          <a:ln>
            <a:noFill/>
          </a:ln>
          <a:extLst>
            <a:ext uri="{909E8E84-426E-40DD-AFC4-6F175D3DCCD1}">
              <a14:hiddenFill xmlns:a14="http://schemas.microsoft.com/office/drawing/2010/main">
                <a:solidFill>
                  <a:srgbClr val="FFFFFF"/>
                </a:solidFill>
              </a14:hiddenFill>
            </a:ext>
          </a:extLst>
        </p:spPr>
      </p:pic>
      <p:grpSp>
        <p:nvGrpSpPr>
          <p:cNvPr id="3" name="Group 228"/>
          <p:cNvGrpSpPr>
            <a:grpSpLocks/>
          </p:cNvGrpSpPr>
          <p:nvPr/>
        </p:nvGrpSpPr>
        <p:grpSpPr bwMode="auto">
          <a:xfrm>
            <a:off x="9155742" y="2872416"/>
            <a:ext cx="233363" cy="534988"/>
            <a:chOff x="4823" y="646"/>
            <a:chExt cx="147" cy="337"/>
          </a:xfrm>
        </p:grpSpPr>
        <p:sp>
          <p:nvSpPr>
            <p:cNvPr id="4" name="Line 229"/>
            <p:cNvSpPr>
              <a:spLocks noChangeShapeType="1"/>
            </p:cNvSpPr>
            <p:nvPr/>
          </p:nvSpPr>
          <p:spPr bwMode="auto">
            <a:xfrm flipV="1">
              <a:off x="4923" y="668"/>
              <a:ext cx="0" cy="29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5" name="Line 230"/>
            <p:cNvSpPr>
              <a:spLocks noChangeShapeType="1"/>
            </p:cNvSpPr>
            <p:nvPr/>
          </p:nvSpPr>
          <p:spPr bwMode="auto">
            <a:xfrm flipH="1">
              <a:off x="4841" y="665"/>
              <a:ext cx="86"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6" name="Line 231"/>
            <p:cNvSpPr>
              <a:spLocks noChangeShapeType="1"/>
            </p:cNvSpPr>
            <p:nvPr/>
          </p:nvSpPr>
          <p:spPr bwMode="auto">
            <a:xfrm flipH="1">
              <a:off x="4844" y="966"/>
              <a:ext cx="8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7" name="Oval 232"/>
            <p:cNvSpPr>
              <a:spLocks noChangeArrowheads="1"/>
            </p:cNvSpPr>
            <p:nvPr/>
          </p:nvSpPr>
          <p:spPr bwMode="auto">
            <a:xfrm flipH="1">
              <a:off x="4823" y="646"/>
              <a:ext cx="41" cy="38"/>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8" name="Oval 233"/>
            <p:cNvSpPr>
              <a:spLocks noChangeArrowheads="1"/>
            </p:cNvSpPr>
            <p:nvPr/>
          </p:nvSpPr>
          <p:spPr bwMode="auto">
            <a:xfrm flipH="1">
              <a:off x="4829" y="945"/>
              <a:ext cx="41" cy="38"/>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nvGrpSpPr>
            <p:cNvPr id="9" name="Group 234"/>
            <p:cNvGrpSpPr>
              <a:grpSpLocks/>
            </p:cNvGrpSpPr>
            <p:nvPr/>
          </p:nvGrpSpPr>
          <p:grpSpPr bwMode="auto">
            <a:xfrm rot="-5400000">
              <a:off x="4888" y="760"/>
              <a:ext cx="70" cy="95"/>
              <a:chOff x="1850" y="1894"/>
              <a:chExt cx="97" cy="141"/>
            </a:xfrm>
          </p:grpSpPr>
          <p:sp>
            <p:nvSpPr>
              <p:cNvPr id="10" name="Line 235"/>
              <p:cNvSpPr>
                <a:spLocks noChangeShapeType="1"/>
              </p:cNvSpPr>
              <p:nvPr/>
            </p:nvSpPr>
            <p:spPr bwMode="auto">
              <a:xfrm flipV="1">
                <a:off x="1947" y="1896"/>
                <a:ext cx="0" cy="138"/>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1" name="AutoShape 236"/>
              <p:cNvSpPr>
                <a:spLocks noChangeArrowheads="1"/>
              </p:cNvSpPr>
              <p:nvPr/>
            </p:nvSpPr>
            <p:spPr bwMode="auto">
              <a:xfrm rot="5400000">
                <a:off x="1827" y="1917"/>
                <a:ext cx="141" cy="96"/>
              </a:xfrm>
              <a:prstGeom prst="triangle">
                <a:avLst>
                  <a:gd name="adj" fmla="val 50000"/>
                </a:avLst>
              </a:prstGeom>
              <a:solidFill>
                <a:srgbClr val="FFFFFF"/>
              </a:solidFill>
              <a:ln w="15875">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grpSp>
      <p:grpSp>
        <p:nvGrpSpPr>
          <p:cNvPr id="12" name="Group 237"/>
          <p:cNvGrpSpPr>
            <a:grpSpLocks/>
          </p:cNvGrpSpPr>
          <p:nvPr/>
        </p:nvGrpSpPr>
        <p:grpSpPr bwMode="auto">
          <a:xfrm>
            <a:off x="9752642" y="2869241"/>
            <a:ext cx="233363" cy="534988"/>
            <a:chOff x="4823" y="646"/>
            <a:chExt cx="147" cy="337"/>
          </a:xfrm>
        </p:grpSpPr>
        <p:sp>
          <p:nvSpPr>
            <p:cNvPr id="13" name="Line 238"/>
            <p:cNvSpPr>
              <a:spLocks noChangeShapeType="1"/>
            </p:cNvSpPr>
            <p:nvPr/>
          </p:nvSpPr>
          <p:spPr bwMode="auto">
            <a:xfrm flipV="1">
              <a:off x="4923" y="668"/>
              <a:ext cx="0" cy="29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4" name="Line 239"/>
            <p:cNvSpPr>
              <a:spLocks noChangeShapeType="1"/>
            </p:cNvSpPr>
            <p:nvPr/>
          </p:nvSpPr>
          <p:spPr bwMode="auto">
            <a:xfrm flipH="1">
              <a:off x="4841" y="665"/>
              <a:ext cx="86"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5" name="Line 240"/>
            <p:cNvSpPr>
              <a:spLocks noChangeShapeType="1"/>
            </p:cNvSpPr>
            <p:nvPr/>
          </p:nvSpPr>
          <p:spPr bwMode="auto">
            <a:xfrm flipH="1">
              <a:off x="4844" y="966"/>
              <a:ext cx="8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6" name="Oval 241"/>
            <p:cNvSpPr>
              <a:spLocks noChangeArrowheads="1"/>
            </p:cNvSpPr>
            <p:nvPr/>
          </p:nvSpPr>
          <p:spPr bwMode="auto">
            <a:xfrm flipH="1">
              <a:off x="4823" y="646"/>
              <a:ext cx="41" cy="38"/>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7" name="Oval 242"/>
            <p:cNvSpPr>
              <a:spLocks noChangeArrowheads="1"/>
            </p:cNvSpPr>
            <p:nvPr/>
          </p:nvSpPr>
          <p:spPr bwMode="auto">
            <a:xfrm flipH="1">
              <a:off x="4829" y="945"/>
              <a:ext cx="41" cy="38"/>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nvGrpSpPr>
            <p:cNvPr id="18" name="Group 243"/>
            <p:cNvGrpSpPr>
              <a:grpSpLocks/>
            </p:cNvGrpSpPr>
            <p:nvPr/>
          </p:nvGrpSpPr>
          <p:grpSpPr bwMode="auto">
            <a:xfrm rot="-5400000">
              <a:off x="4888" y="760"/>
              <a:ext cx="70" cy="95"/>
              <a:chOff x="1850" y="1894"/>
              <a:chExt cx="97" cy="141"/>
            </a:xfrm>
          </p:grpSpPr>
          <p:sp>
            <p:nvSpPr>
              <p:cNvPr id="19" name="Line 244"/>
              <p:cNvSpPr>
                <a:spLocks noChangeShapeType="1"/>
              </p:cNvSpPr>
              <p:nvPr/>
            </p:nvSpPr>
            <p:spPr bwMode="auto">
              <a:xfrm flipV="1">
                <a:off x="1947" y="1896"/>
                <a:ext cx="0" cy="138"/>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20" name="AutoShape 245"/>
              <p:cNvSpPr>
                <a:spLocks noChangeArrowheads="1"/>
              </p:cNvSpPr>
              <p:nvPr/>
            </p:nvSpPr>
            <p:spPr bwMode="auto">
              <a:xfrm rot="5400000">
                <a:off x="1827" y="1917"/>
                <a:ext cx="141" cy="96"/>
              </a:xfrm>
              <a:prstGeom prst="triangle">
                <a:avLst>
                  <a:gd name="adj" fmla="val 50000"/>
                </a:avLst>
              </a:prstGeom>
              <a:solidFill>
                <a:srgbClr val="FFFFFF"/>
              </a:solidFill>
              <a:ln w="15875">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grpSp>
      <p:grpSp>
        <p:nvGrpSpPr>
          <p:cNvPr id="21" name="Group 246"/>
          <p:cNvGrpSpPr>
            <a:grpSpLocks/>
          </p:cNvGrpSpPr>
          <p:nvPr/>
        </p:nvGrpSpPr>
        <p:grpSpPr bwMode="auto">
          <a:xfrm>
            <a:off x="8557254" y="2869241"/>
            <a:ext cx="233362" cy="534988"/>
            <a:chOff x="4823" y="646"/>
            <a:chExt cx="147" cy="337"/>
          </a:xfrm>
        </p:grpSpPr>
        <p:sp>
          <p:nvSpPr>
            <p:cNvPr id="22" name="Line 247"/>
            <p:cNvSpPr>
              <a:spLocks noChangeShapeType="1"/>
            </p:cNvSpPr>
            <p:nvPr/>
          </p:nvSpPr>
          <p:spPr bwMode="auto">
            <a:xfrm flipV="1">
              <a:off x="4923" y="668"/>
              <a:ext cx="0" cy="29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23" name="Line 248"/>
            <p:cNvSpPr>
              <a:spLocks noChangeShapeType="1"/>
            </p:cNvSpPr>
            <p:nvPr/>
          </p:nvSpPr>
          <p:spPr bwMode="auto">
            <a:xfrm flipH="1">
              <a:off x="4841" y="665"/>
              <a:ext cx="86"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24" name="Line 249"/>
            <p:cNvSpPr>
              <a:spLocks noChangeShapeType="1"/>
            </p:cNvSpPr>
            <p:nvPr/>
          </p:nvSpPr>
          <p:spPr bwMode="auto">
            <a:xfrm flipH="1">
              <a:off x="4844" y="966"/>
              <a:ext cx="8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25" name="Oval 250"/>
            <p:cNvSpPr>
              <a:spLocks noChangeArrowheads="1"/>
            </p:cNvSpPr>
            <p:nvPr/>
          </p:nvSpPr>
          <p:spPr bwMode="auto">
            <a:xfrm flipH="1">
              <a:off x="4823" y="646"/>
              <a:ext cx="41" cy="38"/>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26" name="Oval 251"/>
            <p:cNvSpPr>
              <a:spLocks noChangeArrowheads="1"/>
            </p:cNvSpPr>
            <p:nvPr/>
          </p:nvSpPr>
          <p:spPr bwMode="auto">
            <a:xfrm flipH="1">
              <a:off x="4829" y="945"/>
              <a:ext cx="41" cy="38"/>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nvGrpSpPr>
            <p:cNvPr id="27" name="Group 252"/>
            <p:cNvGrpSpPr>
              <a:grpSpLocks/>
            </p:cNvGrpSpPr>
            <p:nvPr/>
          </p:nvGrpSpPr>
          <p:grpSpPr bwMode="auto">
            <a:xfrm rot="-5400000">
              <a:off x="4888" y="760"/>
              <a:ext cx="70" cy="95"/>
              <a:chOff x="1850" y="1894"/>
              <a:chExt cx="97" cy="141"/>
            </a:xfrm>
          </p:grpSpPr>
          <p:sp>
            <p:nvSpPr>
              <p:cNvPr id="28" name="Line 253"/>
              <p:cNvSpPr>
                <a:spLocks noChangeShapeType="1"/>
              </p:cNvSpPr>
              <p:nvPr/>
            </p:nvSpPr>
            <p:spPr bwMode="auto">
              <a:xfrm flipV="1">
                <a:off x="1947" y="1896"/>
                <a:ext cx="0" cy="138"/>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29" name="AutoShape 254"/>
              <p:cNvSpPr>
                <a:spLocks noChangeArrowheads="1"/>
              </p:cNvSpPr>
              <p:nvPr/>
            </p:nvSpPr>
            <p:spPr bwMode="auto">
              <a:xfrm rot="5400000">
                <a:off x="1827" y="1917"/>
                <a:ext cx="141" cy="96"/>
              </a:xfrm>
              <a:prstGeom prst="triangle">
                <a:avLst>
                  <a:gd name="adj" fmla="val 50000"/>
                </a:avLst>
              </a:prstGeom>
              <a:solidFill>
                <a:srgbClr val="FFFFFF"/>
              </a:solidFill>
              <a:ln w="15875">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grpSp>
      <p:sp>
        <p:nvSpPr>
          <p:cNvPr id="30" name="Rectangle 2"/>
          <p:cNvSpPr>
            <a:spLocks noChangeArrowheads="1"/>
          </p:cNvSpPr>
          <p:nvPr/>
        </p:nvSpPr>
        <p:spPr bwMode="auto">
          <a:xfrm>
            <a:off x="5483855" y="1581780"/>
            <a:ext cx="2478087" cy="2116137"/>
          </a:xfrm>
          <a:prstGeom prst="rect">
            <a:avLst/>
          </a:prstGeom>
          <a:solidFill>
            <a:schemeClr val="accent2">
              <a:lumMod val="20000"/>
              <a:lumOff val="80000"/>
            </a:schemeClr>
          </a:solidFill>
          <a:ln w="19050" cap="flat" cmpd="sng" algn="ctr">
            <a:solidFill>
              <a:srgbClr val="FF0000"/>
            </a:solidFill>
            <a:prstDash val="solid"/>
            <a:round/>
            <a:headEnd type="none" w="med" len="med"/>
            <a:tailEnd type="none" w="med" len="med"/>
          </a:ln>
          <a:effectLst/>
        </p:spPr>
        <p:txBody>
          <a:bodyPr wrap="square" lIns="36000" tIns="72000" rIns="36000" bIns="72000"/>
          <a:lstStyle/>
          <a:p>
            <a:pPr>
              <a:defRPr/>
            </a:pPr>
            <a:endParaRPr lang="de-DE" sz="1400" kern="0">
              <a:solidFill>
                <a:srgbClr val="000000"/>
              </a:solidFill>
            </a:endParaRPr>
          </a:p>
        </p:txBody>
      </p:sp>
      <p:sp>
        <p:nvSpPr>
          <p:cNvPr id="31" name="Line 6"/>
          <p:cNvSpPr>
            <a:spLocks noChangeShapeType="1"/>
          </p:cNvSpPr>
          <p:nvPr/>
        </p:nvSpPr>
        <p:spPr bwMode="auto">
          <a:xfrm flipH="1">
            <a:off x="8141329" y="3377241"/>
            <a:ext cx="457200" cy="0"/>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32" name="Line 7"/>
          <p:cNvSpPr>
            <a:spLocks noChangeShapeType="1"/>
          </p:cNvSpPr>
          <p:nvPr/>
        </p:nvSpPr>
        <p:spPr bwMode="auto">
          <a:xfrm flipH="1">
            <a:off x="8906504" y="2194554"/>
            <a:ext cx="8890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33" name="Line 8"/>
          <p:cNvSpPr>
            <a:spLocks noChangeShapeType="1"/>
          </p:cNvSpPr>
          <p:nvPr/>
        </p:nvSpPr>
        <p:spPr bwMode="auto">
          <a:xfrm>
            <a:off x="6523667" y="3516941"/>
            <a:ext cx="3279775"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34" name="Line 9"/>
          <p:cNvSpPr>
            <a:spLocks noChangeShapeType="1"/>
          </p:cNvSpPr>
          <p:nvPr/>
        </p:nvSpPr>
        <p:spPr bwMode="auto">
          <a:xfrm>
            <a:off x="6522079" y="1777041"/>
            <a:ext cx="32512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35" name="Line 10"/>
          <p:cNvSpPr>
            <a:spLocks noChangeShapeType="1"/>
          </p:cNvSpPr>
          <p:nvPr/>
        </p:nvSpPr>
        <p:spPr bwMode="auto">
          <a:xfrm flipH="1">
            <a:off x="8454067" y="2964491"/>
            <a:ext cx="138113" cy="1397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36" name="Line 11"/>
          <p:cNvSpPr>
            <a:spLocks noChangeShapeType="1"/>
          </p:cNvSpPr>
          <p:nvPr/>
        </p:nvSpPr>
        <p:spPr bwMode="auto">
          <a:xfrm flipH="1" flipV="1">
            <a:off x="8444541" y="3159755"/>
            <a:ext cx="158750" cy="173037"/>
          </a:xfrm>
          <a:prstGeom prst="line">
            <a:avLst/>
          </a:prstGeom>
          <a:noFill/>
          <a:ln w="12700">
            <a:solidFill>
              <a:srgbClr val="000000"/>
            </a:solidFill>
            <a:round/>
            <a:headEnd type="triangle"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37" name="Line 12"/>
          <p:cNvSpPr>
            <a:spLocks noChangeShapeType="1"/>
          </p:cNvSpPr>
          <p:nvPr/>
        </p:nvSpPr>
        <p:spPr bwMode="auto">
          <a:xfrm>
            <a:off x="8449304" y="3013705"/>
            <a:ext cx="0" cy="2428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38" name="Line 22"/>
          <p:cNvSpPr>
            <a:spLocks noChangeShapeType="1"/>
          </p:cNvSpPr>
          <p:nvPr/>
        </p:nvSpPr>
        <p:spPr bwMode="auto">
          <a:xfrm flipH="1">
            <a:off x="8442954" y="2024691"/>
            <a:ext cx="146050" cy="1397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39" name="Line 23"/>
          <p:cNvSpPr>
            <a:spLocks noChangeShapeType="1"/>
          </p:cNvSpPr>
          <p:nvPr/>
        </p:nvSpPr>
        <p:spPr bwMode="auto">
          <a:xfrm flipH="1" flipV="1">
            <a:off x="8431841" y="2224716"/>
            <a:ext cx="158750" cy="173038"/>
          </a:xfrm>
          <a:prstGeom prst="line">
            <a:avLst/>
          </a:prstGeom>
          <a:noFill/>
          <a:ln w="12700">
            <a:solidFill>
              <a:srgbClr val="000000"/>
            </a:solidFill>
            <a:round/>
            <a:headEnd type="triangle"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40" name="Line 24"/>
          <p:cNvSpPr>
            <a:spLocks noChangeShapeType="1"/>
          </p:cNvSpPr>
          <p:nvPr/>
        </p:nvSpPr>
        <p:spPr bwMode="auto">
          <a:xfrm>
            <a:off x="8436604" y="2073905"/>
            <a:ext cx="0" cy="2428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41" name="Line 25"/>
          <p:cNvSpPr>
            <a:spLocks noChangeShapeType="1"/>
          </p:cNvSpPr>
          <p:nvPr/>
        </p:nvSpPr>
        <p:spPr bwMode="auto">
          <a:xfrm>
            <a:off x="8400091" y="2073905"/>
            <a:ext cx="0" cy="24288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42" name="Line 35"/>
          <p:cNvSpPr>
            <a:spLocks noChangeShapeType="1"/>
          </p:cNvSpPr>
          <p:nvPr/>
        </p:nvSpPr>
        <p:spPr bwMode="auto">
          <a:xfrm>
            <a:off x="8596941" y="3328029"/>
            <a:ext cx="0" cy="1778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43" name="Line 36"/>
          <p:cNvSpPr>
            <a:spLocks noChangeShapeType="1"/>
          </p:cNvSpPr>
          <p:nvPr/>
        </p:nvSpPr>
        <p:spPr bwMode="auto">
          <a:xfrm>
            <a:off x="8589004" y="2396166"/>
            <a:ext cx="0" cy="5715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44" name="Line 37"/>
          <p:cNvSpPr>
            <a:spLocks noChangeShapeType="1"/>
          </p:cNvSpPr>
          <p:nvPr/>
        </p:nvSpPr>
        <p:spPr bwMode="auto">
          <a:xfrm>
            <a:off x="8581067" y="1781804"/>
            <a:ext cx="3175" cy="2540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45" name="Oval 38"/>
          <p:cNvSpPr>
            <a:spLocks noChangeArrowheads="1"/>
          </p:cNvSpPr>
          <p:nvPr/>
        </p:nvSpPr>
        <p:spPr bwMode="auto">
          <a:xfrm>
            <a:off x="8563604" y="3482017"/>
            <a:ext cx="68262"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46" name="Oval 39"/>
          <p:cNvSpPr>
            <a:spLocks noChangeArrowheads="1"/>
          </p:cNvSpPr>
          <p:nvPr/>
        </p:nvSpPr>
        <p:spPr bwMode="auto">
          <a:xfrm>
            <a:off x="8554079" y="2554917"/>
            <a:ext cx="68262"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47" name="Oval 40"/>
          <p:cNvSpPr>
            <a:spLocks noChangeArrowheads="1"/>
          </p:cNvSpPr>
          <p:nvPr/>
        </p:nvSpPr>
        <p:spPr bwMode="auto">
          <a:xfrm flipH="1">
            <a:off x="8550904" y="1740530"/>
            <a:ext cx="68262"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48" name="Line 41"/>
          <p:cNvSpPr>
            <a:spLocks noChangeShapeType="1"/>
          </p:cNvSpPr>
          <p:nvPr/>
        </p:nvSpPr>
        <p:spPr bwMode="auto">
          <a:xfrm flipH="1">
            <a:off x="8938255" y="3135941"/>
            <a:ext cx="66675" cy="15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49" name="Line 42"/>
          <p:cNvSpPr>
            <a:spLocks noChangeShapeType="1"/>
          </p:cNvSpPr>
          <p:nvPr/>
        </p:nvSpPr>
        <p:spPr bwMode="auto">
          <a:xfrm flipH="1">
            <a:off x="9052555" y="2964491"/>
            <a:ext cx="136525" cy="1397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50" name="Line 43"/>
          <p:cNvSpPr>
            <a:spLocks noChangeShapeType="1"/>
          </p:cNvSpPr>
          <p:nvPr/>
        </p:nvSpPr>
        <p:spPr bwMode="auto">
          <a:xfrm flipH="1" flipV="1">
            <a:off x="9041441" y="3159755"/>
            <a:ext cx="160338" cy="173037"/>
          </a:xfrm>
          <a:prstGeom prst="line">
            <a:avLst/>
          </a:prstGeom>
          <a:noFill/>
          <a:ln w="12700">
            <a:solidFill>
              <a:srgbClr val="000000"/>
            </a:solidFill>
            <a:round/>
            <a:headEnd type="triangle"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51" name="Line 44"/>
          <p:cNvSpPr>
            <a:spLocks noChangeShapeType="1"/>
          </p:cNvSpPr>
          <p:nvPr/>
        </p:nvSpPr>
        <p:spPr bwMode="auto">
          <a:xfrm>
            <a:off x="9047791" y="3013705"/>
            <a:ext cx="0" cy="2428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52" name="Line 45"/>
          <p:cNvSpPr>
            <a:spLocks noChangeShapeType="1"/>
          </p:cNvSpPr>
          <p:nvPr/>
        </p:nvSpPr>
        <p:spPr bwMode="auto">
          <a:xfrm>
            <a:off x="9011279" y="3013705"/>
            <a:ext cx="0" cy="24288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53" name="Line 55"/>
          <p:cNvSpPr>
            <a:spLocks noChangeShapeType="1"/>
          </p:cNvSpPr>
          <p:nvPr/>
        </p:nvSpPr>
        <p:spPr bwMode="auto">
          <a:xfrm flipH="1">
            <a:off x="9038266" y="2019929"/>
            <a:ext cx="147638" cy="1397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54" name="Line 56"/>
          <p:cNvSpPr>
            <a:spLocks noChangeShapeType="1"/>
          </p:cNvSpPr>
          <p:nvPr/>
        </p:nvSpPr>
        <p:spPr bwMode="auto">
          <a:xfrm flipH="1" flipV="1">
            <a:off x="9030329" y="2219955"/>
            <a:ext cx="157162" cy="173037"/>
          </a:xfrm>
          <a:prstGeom prst="line">
            <a:avLst/>
          </a:prstGeom>
          <a:noFill/>
          <a:ln w="12700">
            <a:solidFill>
              <a:srgbClr val="000000"/>
            </a:solidFill>
            <a:round/>
            <a:headEnd type="triangle"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55" name="Line 57"/>
          <p:cNvSpPr>
            <a:spLocks noChangeShapeType="1"/>
          </p:cNvSpPr>
          <p:nvPr/>
        </p:nvSpPr>
        <p:spPr bwMode="auto">
          <a:xfrm>
            <a:off x="9035091" y="2069141"/>
            <a:ext cx="0" cy="24288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56" name="Line 58"/>
          <p:cNvSpPr>
            <a:spLocks noChangeShapeType="1"/>
          </p:cNvSpPr>
          <p:nvPr/>
        </p:nvSpPr>
        <p:spPr bwMode="auto">
          <a:xfrm>
            <a:off x="8998579" y="2069141"/>
            <a:ext cx="0" cy="24288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57" name="Line 68"/>
          <p:cNvSpPr>
            <a:spLocks noChangeShapeType="1"/>
          </p:cNvSpPr>
          <p:nvPr/>
        </p:nvSpPr>
        <p:spPr bwMode="auto">
          <a:xfrm>
            <a:off x="9195429" y="3328029"/>
            <a:ext cx="0" cy="1778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58" name="Line 69"/>
          <p:cNvSpPr>
            <a:spLocks noChangeShapeType="1"/>
          </p:cNvSpPr>
          <p:nvPr/>
        </p:nvSpPr>
        <p:spPr bwMode="auto">
          <a:xfrm>
            <a:off x="9185904" y="2386642"/>
            <a:ext cx="0" cy="58102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59" name="Line 70"/>
          <p:cNvSpPr>
            <a:spLocks noChangeShapeType="1"/>
          </p:cNvSpPr>
          <p:nvPr/>
        </p:nvSpPr>
        <p:spPr bwMode="auto">
          <a:xfrm>
            <a:off x="9177967" y="1786566"/>
            <a:ext cx="3175" cy="2492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60" name="Oval 71"/>
          <p:cNvSpPr>
            <a:spLocks noChangeArrowheads="1"/>
          </p:cNvSpPr>
          <p:nvPr/>
        </p:nvSpPr>
        <p:spPr bwMode="auto">
          <a:xfrm>
            <a:off x="9160504" y="3482017"/>
            <a:ext cx="68262"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61" name="Oval 72"/>
          <p:cNvSpPr>
            <a:spLocks noChangeArrowheads="1"/>
          </p:cNvSpPr>
          <p:nvPr/>
        </p:nvSpPr>
        <p:spPr bwMode="auto">
          <a:xfrm>
            <a:off x="9152567" y="2627942"/>
            <a:ext cx="68263"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62" name="Oval 73"/>
          <p:cNvSpPr>
            <a:spLocks noChangeArrowheads="1"/>
          </p:cNvSpPr>
          <p:nvPr/>
        </p:nvSpPr>
        <p:spPr bwMode="auto">
          <a:xfrm flipH="1">
            <a:off x="9149392" y="1745292"/>
            <a:ext cx="68263"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63" name="Line 74"/>
          <p:cNvSpPr>
            <a:spLocks noChangeShapeType="1"/>
          </p:cNvSpPr>
          <p:nvPr/>
        </p:nvSpPr>
        <p:spPr bwMode="auto">
          <a:xfrm flipH="1">
            <a:off x="9519280" y="3145466"/>
            <a:ext cx="84137" cy="158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64" name="Line 75"/>
          <p:cNvSpPr>
            <a:spLocks noChangeShapeType="1"/>
          </p:cNvSpPr>
          <p:nvPr/>
        </p:nvSpPr>
        <p:spPr bwMode="auto">
          <a:xfrm flipH="1">
            <a:off x="9512930" y="2204080"/>
            <a:ext cx="84137" cy="158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65" name="Line 76"/>
          <p:cNvSpPr>
            <a:spLocks noChangeShapeType="1"/>
          </p:cNvSpPr>
          <p:nvPr/>
        </p:nvSpPr>
        <p:spPr bwMode="auto">
          <a:xfrm flipH="1">
            <a:off x="9652630" y="2974016"/>
            <a:ext cx="136525" cy="1397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66" name="Line 77"/>
          <p:cNvSpPr>
            <a:spLocks noChangeShapeType="1"/>
          </p:cNvSpPr>
          <p:nvPr/>
        </p:nvSpPr>
        <p:spPr bwMode="auto">
          <a:xfrm flipH="1" flipV="1">
            <a:off x="9641516" y="3169280"/>
            <a:ext cx="160338" cy="173037"/>
          </a:xfrm>
          <a:prstGeom prst="line">
            <a:avLst/>
          </a:prstGeom>
          <a:noFill/>
          <a:ln w="12700">
            <a:solidFill>
              <a:srgbClr val="000000"/>
            </a:solidFill>
            <a:round/>
            <a:headEnd type="triangle"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67" name="Line 78"/>
          <p:cNvSpPr>
            <a:spLocks noChangeShapeType="1"/>
          </p:cNvSpPr>
          <p:nvPr/>
        </p:nvSpPr>
        <p:spPr bwMode="auto">
          <a:xfrm>
            <a:off x="9646279" y="3023230"/>
            <a:ext cx="0" cy="2428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68" name="Line 79"/>
          <p:cNvSpPr>
            <a:spLocks noChangeShapeType="1"/>
          </p:cNvSpPr>
          <p:nvPr/>
        </p:nvSpPr>
        <p:spPr bwMode="auto">
          <a:xfrm>
            <a:off x="9609766" y="3023230"/>
            <a:ext cx="0" cy="24288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69" name="Line 89"/>
          <p:cNvSpPr>
            <a:spLocks noChangeShapeType="1"/>
          </p:cNvSpPr>
          <p:nvPr/>
        </p:nvSpPr>
        <p:spPr bwMode="auto">
          <a:xfrm flipH="1">
            <a:off x="9639929" y="2034216"/>
            <a:ext cx="146050" cy="1397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70" name="Line 90"/>
          <p:cNvSpPr>
            <a:spLocks noChangeShapeType="1"/>
          </p:cNvSpPr>
          <p:nvPr/>
        </p:nvSpPr>
        <p:spPr bwMode="auto">
          <a:xfrm flipH="1" flipV="1">
            <a:off x="9635167" y="2224716"/>
            <a:ext cx="157163" cy="173038"/>
          </a:xfrm>
          <a:prstGeom prst="line">
            <a:avLst/>
          </a:prstGeom>
          <a:noFill/>
          <a:ln w="12700">
            <a:solidFill>
              <a:srgbClr val="000000"/>
            </a:solidFill>
            <a:round/>
            <a:headEnd type="triangle" w="med"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71" name="Line 91"/>
          <p:cNvSpPr>
            <a:spLocks noChangeShapeType="1"/>
          </p:cNvSpPr>
          <p:nvPr/>
        </p:nvSpPr>
        <p:spPr bwMode="auto">
          <a:xfrm>
            <a:off x="9635166" y="2083430"/>
            <a:ext cx="0" cy="242887"/>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72" name="Line 92"/>
          <p:cNvSpPr>
            <a:spLocks noChangeShapeType="1"/>
          </p:cNvSpPr>
          <p:nvPr/>
        </p:nvSpPr>
        <p:spPr bwMode="auto">
          <a:xfrm>
            <a:off x="9598654" y="2083430"/>
            <a:ext cx="0" cy="24288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73" name="Line 102"/>
          <p:cNvSpPr>
            <a:spLocks noChangeShapeType="1"/>
          </p:cNvSpPr>
          <p:nvPr/>
        </p:nvSpPr>
        <p:spPr bwMode="auto">
          <a:xfrm>
            <a:off x="9795504" y="3337554"/>
            <a:ext cx="0" cy="1778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74" name="Line 103"/>
          <p:cNvSpPr>
            <a:spLocks noChangeShapeType="1"/>
          </p:cNvSpPr>
          <p:nvPr/>
        </p:nvSpPr>
        <p:spPr bwMode="auto">
          <a:xfrm>
            <a:off x="9785979" y="2386641"/>
            <a:ext cx="0" cy="59055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75" name="Line 104"/>
          <p:cNvSpPr>
            <a:spLocks noChangeShapeType="1"/>
          </p:cNvSpPr>
          <p:nvPr/>
        </p:nvSpPr>
        <p:spPr bwMode="auto">
          <a:xfrm>
            <a:off x="9778042" y="1767517"/>
            <a:ext cx="4763" cy="2778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76" name="Oval 105"/>
          <p:cNvSpPr>
            <a:spLocks noChangeArrowheads="1"/>
          </p:cNvSpPr>
          <p:nvPr/>
        </p:nvSpPr>
        <p:spPr bwMode="auto">
          <a:xfrm>
            <a:off x="9751054" y="2697792"/>
            <a:ext cx="68262"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77" name="Line 106"/>
          <p:cNvSpPr>
            <a:spLocks noChangeShapeType="1"/>
          </p:cNvSpPr>
          <p:nvPr/>
        </p:nvSpPr>
        <p:spPr bwMode="auto">
          <a:xfrm>
            <a:off x="9798680" y="2732716"/>
            <a:ext cx="369887"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78" name="Line 107"/>
          <p:cNvSpPr>
            <a:spLocks noChangeShapeType="1"/>
          </p:cNvSpPr>
          <p:nvPr/>
        </p:nvSpPr>
        <p:spPr bwMode="auto">
          <a:xfrm flipH="1">
            <a:off x="8112754" y="2439029"/>
            <a:ext cx="476250" cy="0"/>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79" name="Line 108"/>
          <p:cNvSpPr>
            <a:spLocks noChangeShapeType="1"/>
          </p:cNvSpPr>
          <p:nvPr/>
        </p:nvSpPr>
        <p:spPr bwMode="auto">
          <a:xfrm>
            <a:off x="8412791" y="3013705"/>
            <a:ext cx="0" cy="24447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80" name="Line 109"/>
          <p:cNvSpPr>
            <a:spLocks noChangeShapeType="1"/>
          </p:cNvSpPr>
          <p:nvPr/>
        </p:nvSpPr>
        <p:spPr bwMode="auto">
          <a:xfrm>
            <a:off x="9204954" y="2661279"/>
            <a:ext cx="11303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81" name="Line 110"/>
          <p:cNvSpPr>
            <a:spLocks noChangeShapeType="1"/>
          </p:cNvSpPr>
          <p:nvPr/>
        </p:nvSpPr>
        <p:spPr bwMode="auto">
          <a:xfrm flipH="1">
            <a:off x="8111167" y="2194554"/>
            <a:ext cx="284163" cy="0"/>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82" name="Line 111"/>
          <p:cNvSpPr>
            <a:spLocks noChangeShapeType="1"/>
          </p:cNvSpPr>
          <p:nvPr/>
        </p:nvSpPr>
        <p:spPr bwMode="auto">
          <a:xfrm flipH="1">
            <a:off x="8115929" y="3132766"/>
            <a:ext cx="285750" cy="0"/>
          </a:xfrm>
          <a:prstGeom prst="line">
            <a:avLst/>
          </a:prstGeom>
          <a:noFill/>
          <a:ln w="952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83" name="Rectangle 112"/>
          <p:cNvSpPr>
            <a:spLocks noChangeArrowheads="1"/>
          </p:cNvSpPr>
          <p:nvPr/>
        </p:nvSpPr>
        <p:spPr bwMode="auto">
          <a:xfrm>
            <a:off x="8092117" y="1896105"/>
            <a:ext cx="227013" cy="1538287"/>
          </a:xfrm>
          <a:prstGeom prst="rect">
            <a:avLst/>
          </a:prstGeom>
          <a:solidFill>
            <a:srgbClr val="FFFFFF"/>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84" name="Line 114"/>
          <p:cNvSpPr>
            <a:spLocks noChangeShapeType="1"/>
          </p:cNvSpPr>
          <p:nvPr/>
        </p:nvSpPr>
        <p:spPr bwMode="auto">
          <a:xfrm>
            <a:off x="6788779" y="1772279"/>
            <a:ext cx="0" cy="175101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85" name="Line 115"/>
          <p:cNvSpPr>
            <a:spLocks noChangeShapeType="1"/>
          </p:cNvSpPr>
          <p:nvPr/>
        </p:nvSpPr>
        <p:spPr bwMode="auto">
          <a:xfrm>
            <a:off x="6518904" y="1781805"/>
            <a:ext cx="0" cy="1741487"/>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86" name="Line 116"/>
          <p:cNvSpPr>
            <a:spLocks noChangeShapeType="1"/>
          </p:cNvSpPr>
          <p:nvPr/>
        </p:nvSpPr>
        <p:spPr bwMode="auto">
          <a:xfrm flipH="1">
            <a:off x="5293355" y="2450141"/>
            <a:ext cx="1228725"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87" name="Line 117"/>
          <p:cNvSpPr>
            <a:spLocks noChangeShapeType="1"/>
          </p:cNvSpPr>
          <p:nvPr/>
        </p:nvSpPr>
        <p:spPr bwMode="auto">
          <a:xfrm flipH="1">
            <a:off x="5266366" y="2850191"/>
            <a:ext cx="153035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88" name="Oval 118"/>
          <p:cNvSpPr>
            <a:spLocks noChangeAspect="1" noChangeArrowheads="1"/>
          </p:cNvSpPr>
          <p:nvPr/>
        </p:nvSpPr>
        <p:spPr bwMode="auto">
          <a:xfrm>
            <a:off x="5447341" y="2813679"/>
            <a:ext cx="71438" cy="63500"/>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89" name="Oval 119"/>
          <p:cNvSpPr>
            <a:spLocks noChangeAspect="1" noChangeArrowheads="1"/>
          </p:cNvSpPr>
          <p:nvPr/>
        </p:nvSpPr>
        <p:spPr bwMode="auto">
          <a:xfrm>
            <a:off x="5444166" y="2419980"/>
            <a:ext cx="71438" cy="65087"/>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90" name="Oval 120"/>
          <p:cNvSpPr>
            <a:spLocks noChangeArrowheads="1"/>
          </p:cNvSpPr>
          <p:nvPr/>
        </p:nvSpPr>
        <p:spPr bwMode="auto">
          <a:xfrm>
            <a:off x="6483979" y="2415217"/>
            <a:ext cx="74612"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91" name="Oval 121"/>
          <p:cNvSpPr>
            <a:spLocks noChangeArrowheads="1"/>
          </p:cNvSpPr>
          <p:nvPr/>
        </p:nvSpPr>
        <p:spPr bwMode="auto">
          <a:xfrm>
            <a:off x="6752266" y="2815267"/>
            <a:ext cx="76200"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92" name="Oval 122"/>
          <p:cNvSpPr>
            <a:spLocks noChangeArrowheads="1"/>
          </p:cNvSpPr>
          <p:nvPr/>
        </p:nvSpPr>
        <p:spPr bwMode="auto">
          <a:xfrm>
            <a:off x="6752266" y="3482017"/>
            <a:ext cx="76200"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93" name="Oval 123"/>
          <p:cNvSpPr>
            <a:spLocks noChangeArrowheads="1"/>
          </p:cNvSpPr>
          <p:nvPr/>
        </p:nvSpPr>
        <p:spPr bwMode="auto">
          <a:xfrm>
            <a:off x="6752266" y="1743705"/>
            <a:ext cx="76200"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94" name="Text Box 124"/>
          <p:cNvSpPr txBox="1">
            <a:spLocks noChangeArrowheads="1"/>
          </p:cNvSpPr>
          <p:nvPr/>
        </p:nvSpPr>
        <p:spPr bwMode="auto">
          <a:xfrm>
            <a:off x="5191754" y="2483479"/>
            <a:ext cx="3032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defRPr/>
            </a:pPr>
            <a:r>
              <a:rPr lang="de-DE" sz="1600" kern="0">
                <a:solidFill>
                  <a:srgbClr val="000000"/>
                </a:solidFill>
              </a:rPr>
              <a:t>~</a:t>
            </a:r>
            <a:endParaRPr lang="de-DE" sz="1600" kern="0" baseline="-20000">
              <a:solidFill>
                <a:srgbClr val="000000"/>
              </a:solidFill>
            </a:endParaRPr>
          </a:p>
        </p:txBody>
      </p:sp>
      <p:sp>
        <p:nvSpPr>
          <p:cNvPr id="95" name="Line 125"/>
          <p:cNvSpPr>
            <a:spLocks noChangeShapeType="1"/>
          </p:cNvSpPr>
          <p:nvPr/>
        </p:nvSpPr>
        <p:spPr bwMode="auto">
          <a:xfrm>
            <a:off x="7731754" y="1751641"/>
            <a:ext cx="0" cy="838200"/>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nvGrpSpPr>
          <p:cNvPr id="96" name="Group 126"/>
          <p:cNvGrpSpPr>
            <a:grpSpLocks/>
          </p:cNvGrpSpPr>
          <p:nvPr/>
        </p:nvGrpSpPr>
        <p:grpSpPr bwMode="auto">
          <a:xfrm>
            <a:off x="7612692" y="2562854"/>
            <a:ext cx="238125" cy="107950"/>
            <a:chOff x="2458" y="1837"/>
            <a:chExt cx="138" cy="68"/>
          </a:xfrm>
        </p:grpSpPr>
        <p:sp>
          <p:nvSpPr>
            <p:cNvPr id="97" name="Rectangle 127"/>
            <p:cNvSpPr>
              <a:spLocks noChangeArrowheads="1"/>
            </p:cNvSpPr>
            <p:nvPr/>
          </p:nvSpPr>
          <p:spPr bwMode="auto">
            <a:xfrm>
              <a:off x="2460" y="1837"/>
              <a:ext cx="135" cy="35"/>
            </a:xfrm>
            <a:prstGeom prst="rect">
              <a:avLst/>
            </a:prstGeom>
            <a:solidFill>
              <a:srgbClr val="FFFFFF"/>
            </a:solidFill>
            <a:ln w="9525">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98" name="Line 128"/>
            <p:cNvSpPr>
              <a:spLocks noChangeShapeType="1"/>
            </p:cNvSpPr>
            <p:nvPr/>
          </p:nvSpPr>
          <p:spPr bwMode="auto">
            <a:xfrm>
              <a:off x="2458" y="1905"/>
              <a:ext cx="138" cy="0"/>
            </a:xfrm>
            <a:prstGeom prst="line">
              <a:avLst/>
            </a:prstGeom>
            <a:noFill/>
            <a:ln w="2857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sp>
        <p:nvSpPr>
          <p:cNvPr id="99" name="Line 129"/>
          <p:cNvSpPr>
            <a:spLocks noChangeShapeType="1"/>
          </p:cNvSpPr>
          <p:nvPr/>
        </p:nvSpPr>
        <p:spPr bwMode="auto">
          <a:xfrm>
            <a:off x="7731754" y="2685092"/>
            <a:ext cx="0" cy="836613"/>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nvGrpSpPr>
          <p:cNvPr id="100" name="Group 130"/>
          <p:cNvGrpSpPr>
            <a:grpSpLocks/>
          </p:cNvGrpSpPr>
          <p:nvPr/>
        </p:nvGrpSpPr>
        <p:grpSpPr bwMode="auto">
          <a:xfrm rot="-5400000">
            <a:off x="6734011" y="2117561"/>
            <a:ext cx="111125" cy="150813"/>
            <a:chOff x="1850" y="1894"/>
            <a:chExt cx="97" cy="141"/>
          </a:xfrm>
        </p:grpSpPr>
        <p:sp>
          <p:nvSpPr>
            <p:cNvPr id="101" name="Line 131"/>
            <p:cNvSpPr>
              <a:spLocks noChangeShapeType="1"/>
            </p:cNvSpPr>
            <p:nvPr/>
          </p:nvSpPr>
          <p:spPr bwMode="auto">
            <a:xfrm flipV="1">
              <a:off x="1947" y="1896"/>
              <a:ext cx="0" cy="138"/>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02" name="AutoShape 132"/>
            <p:cNvSpPr>
              <a:spLocks noChangeArrowheads="1"/>
            </p:cNvSpPr>
            <p:nvPr/>
          </p:nvSpPr>
          <p:spPr bwMode="auto">
            <a:xfrm rot="5400000">
              <a:off x="1827" y="1917"/>
              <a:ext cx="141" cy="96"/>
            </a:xfrm>
            <a:prstGeom prst="triangle">
              <a:avLst>
                <a:gd name="adj" fmla="val 50000"/>
              </a:avLst>
            </a:prstGeom>
            <a:solidFill>
              <a:srgbClr val="FFFFFF"/>
            </a:solidFill>
            <a:ln w="15875">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grpSp>
        <p:nvGrpSpPr>
          <p:cNvPr id="103" name="Group 133"/>
          <p:cNvGrpSpPr>
            <a:grpSpLocks/>
          </p:cNvGrpSpPr>
          <p:nvPr/>
        </p:nvGrpSpPr>
        <p:grpSpPr bwMode="auto">
          <a:xfrm>
            <a:off x="7449179" y="1707192"/>
            <a:ext cx="120650" cy="138113"/>
            <a:chOff x="1850" y="1894"/>
            <a:chExt cx="97" cy="141"/>
          </a:xfrm>
        </p:grpSpPr>
        <p:sp>
          <p:nvSpPr>
            <p:cNvPr id="104" name="Line 134"/>
            <p:cNvSpPr>
              <a:spLocks noChangeShapeType="1"/>
            </p:cNvSpPr>
            <p:nvPr/>
          </p:nvSpPr>
          <p:spPr bwMode="auto">
            <a:xfrm flipV="1">
              <a:off x="1947" y="1896"/>
              <a:ext cx="0" cy="138"/>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05" name="AutoShape 135"/>
            <p:cNvSpPr>
              <a:spLocks noChangeArrowheads="1"/>
            </p:cNvSpPr>
            <p:nvPr/>
          </p:nvSpPr>
          <p:spPr bwMode="auto">
            <a:xfrm rot="5400000">
              <a:off x="1827" y="1917"/>
              <a:ext cx="141" cy="96"/>
            </a:xfrm>
            <a:prstGeom prst="triangle">
              <a:avLst>
                <a:gd name="adj" fmla="val 50000"/>
              </a:avLst>
            </a:prstGeom>
            <a:solidFill>
              <a:srgbClr val="FFFFFF"/>
            </a:solidFill>
            <a:ln w="15875">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sp>
        <p:nvSpPr>
          <p:cNvPr id="106" name="Line 136"/>
          <p:cNvSpPr>
            <a:spLocks noChangeShapeType="1"/>
          </p:cNvSpPr>
          <p:nvPr/>
        </p:nvSpPr>
        <p:spPr bwMode="auto">
          <a:xfrm>
            <a:off x="7309479" y="3142291"/>
            <a:ext cx="0" cy="369888"/>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07" name="Line 137"/>
          <p:cNvSpPr>
            <a:spLocks noChangeShapeType="1"/>
          </p:cNvSpPr>
          <p:nvPr/>
        </p:nvSpPr>
        <p:spPr bwMode="auto">
          <a:xfrm flipV="1">
            <a:off x="7307891" y="1765930"/>
            <a:ext cx="0" cy="1201737"/>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08" name="Line 138"/>
          <p:cNvSpPr>
            <a:spLocks noChangeShapeType="1"/>
          </p:cNvSpPr>
          <p:nvPr/>
        </p:nvSpPr>
        <p:spPr bwMode="auto">
          <a:xfrm flipH="1">
            <a:off x="7192005" y="2962904"/>
            <a:ext cx="115887" cy="0"/>
          </a:xfrm>
          <a:prstGeom prst="line">
            <a:avLst/>
          </a:prstGeom>
          <a:noFill/>
          <a:ln w="15875">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09" name="Line 139"/>
          <p:cNvSpPr>
            <a:spLocks noChangeShapeType="1"/>
          </p:cNvSpPr>
          <p:nvPr/>
        </p:nvSpPr>
        <p:spPr bwMode="auto">
          <a:xfrm>
            <a:off x="7193591" y="2929566"/>
            <a:ext cx="0" cy="69850"/>
          </a:xfrm>
          <a:prstGeom prst="line">
            <a:avLst/>
          </a:prstGeom>
          <a:noFill/>
          <a:ln w="222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10" name="Line 140"/>
          <p:cNvSpPr>
            <a:spLocks noChangeShapeType="1"/>
          </p:cNvSpPr>
          <p:nvPr/>
        </p:nvSpPr>
        <p:spPr bwMode="auto">
          <a:xfrm>
            <a:off x="7190416" y="3018466"/>
            <a:ext cx="0" cy="69850"/>
          </a:xfrm>
          <a:prstGeom prst="line">
            <a:avLst/>
          </a:prstGeom>
          <a:noFill/>
          <a:ln w="222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11" name="Line 141"/>
          <p:cNvSpPr>
            <a:spLocks noChangeShapeType="1"/>
          </p:cNvSpPr>
          <p:nvPr/>
        </p:nvSpPr>
        <p:spPr bwMode="auto">
          <a:xfrm>
            <a:off x="7190416" y="3113717"/>
            <a:ext cx="0" cy="66675"/>
          </a:xfrm>
          <a:prstGeom prst="line">
            <a:avLst/>
          </a:prstGeom>
          <a:noFill/>
          <a:ln w="222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12" name="Line 142"/>
          <p:cNvSpPr>
            <a:spLocks noChangeShapeType="1"/>
          </p:cNvSpPr>
          <p:nvPr/>
        </p:nvSpPr>
        <p:spPr bwMode="auto">
          <a:xfrm flipH="1">
            <a:off x="7198354" y="3050216"/>
            <a:ext cx="106362" cy="0"/>
          </a:xfrm>
          <a:prstGeom prst="line">
            <a:avLst/>
          </a:prstGeom>
          <a:noFill/>
          <a:ln w="9525">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13" name="Line 143"/>
          <p:cNvSpPr>
            <a:spLocks noChangeShapeType="1"/>
          </p:cNvSpPr>
          <p:nvPr/>
        </p:nvSpPr>
        <p:spPr bwMode="auto">
          <a:xfrm>
            <a:off x="7193592" y="3145466"/>
            <a:ext cx="111125" cy="0"/>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14" name="Oval 144"/>
          <p:cNvSpPr>
            <a:spLocks noChangeAspect="1" noChangeArrowheads="1"/>
          </p:cNvSpPr>
          <p:nvPr/>
        </p:nvSpPr>
        <p:spPr bwMode="auto">
          <a:xfrm>
            <a:off x="7279316" y="3120066"/>
            <a:ext cx="50800" cy="46038"/>
          </a:xfrm>
          <a:prstGeom prst="ellipse">
            <a:avLst/>
          </a:prstGeom>
          <a:solidFill>
            <a:srgbClr val="000000"/>
          </a:solidFill>
          <a:ln>
            <a:noFill/>
          </a:ln>
          <a:effectLst/>
          <a:extLst>
            <a:ext uri="{91240B29-F687-4F45-9708-019B960494DF}">
              <a14:hiddenLine xmlns:a14="http://schemas.microsoft.com/office/drawing/2010/main" w="12700">
                <a:solidFill>
                  <a:srgbClr val="000000"/>
                </a:solidFill>
                <a:round/>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15" name="Line 145"/>
          <p:cNvSpPr>
            <a:spLocks noChangeShapeType="1"/>
          </p:cNvSpPr>
          <p:nvPr/>
        </p:nvSpPr>
        <p:spPr bwMode="auto">
          <a:xfrm>
            <a:off x="7160254" y="2939091"/>
            <a:ext cx="0" cy="228600"/>
          </a:xfrm>
          <a:prstGeom prst="line">
            <a:avLst/>
          </a:prstGeom>
          <a:noFill/>
          <a:ln w="127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16" name="Line 146"/>
          <p:cNvSpPr>
            <a:spLocks noChangeShapeType="1"/>
          </p:cNvSpPr>
          <p:nvPr/>
        </p:nvSpPr>
        <p:spPr bwMode="auto">
          <a:xfrm>
            <a:off x="7080880" y="3159754"/>
            <a:ext cx="79375" cy="0"/>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17" name="Line 147"/>
          <p:cNvSpPr>
            <a:spLocks noChangeShapeType="1"/>
          </p:cNvSpPr>
          <p:nvPr/>
        </p:nvSpPr>
        <p:spPr bwMode="auto">
          <a:xfrm flipV="1">
            <a:off x="7307891" y="3045454"/>
            <a:ext cx="0" cy="95250"/>
          </a:xfrm>
          <a:prstGeom prst="line">
            <a:avLst/>
          </a:prstGeom>
          <a:noFill/>
          <a:ln w="12700">
            <a:solidFill>
              <a:srgbClr val="000000"/>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nvGrpSpPr>
          <p:cNvPr id="118" name="Group 148"/>
          <p:cNvGrpSpPr>
            <a:grpSpLocks/>
          </p:cNvGrpSpPr>
          <p:nvPr/>
        </p:nvGrpSpPr>
        <p:grpSpPr bwMode="auto">
          <a:xfrm rot="-5400000">
            <a:off x="6458580" y="2118355"/>
            <a:ext cx="111125" cy="149225"/>
            <a:chOff x="1850" y="1894"/>
            <a:chExt cx="97" cy="141"/>
          </a:xfrm>
        </p:grpSpPr>
        <p:sp>
          <p:nvSpPr>
            <p:cNvPr id="119" name="Line 149"/>
            <p:cNvSpPr>
              <a:spLocks noChangeShapeType="1"/>
            </p:cNvSpPr>
            <p:nvPr/>
          </p:nvSpPr>
          <p:spPr bwMode="auto">
            <a:xfrm flipV="1">
              <a:off x="1947" y="1896"/>
              <a:ext cx="0" cy="138"/>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20" name="AutoShape 150"/>
            <p:cNvSpPr>
              <a:spLocks noChangeArrowheads="1"/>
            </p:cNvSpPr>
            <p:nvPr/>
          </p:nvSpPr>
          <p:spPr bwMode="auto">
            <a:xfrm rot="5400000">
              <a:off x="1827" y="1917"/>
              <a:ext cx="141" cy="96"/>
            </a:xfrm>
            <a:prstGeom prst="triangle">
              <a:avLst>
                <a:gd name="adj" fmla="val 50000"/>
              </a:avLst>
            </a:prstGeom>
            <a:solidFill>
              <a:srgbClr val="FFFFFF"/>
            </a:solidFill>
            <a:ln w="15875">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sp>
        <p:nvSpPr>
          <p:cNvPr id="121" name="Rectangle 151"/>
          <p:cNvSpPr>
            <a:spLocks noChangeArrowheads="1"/>
          </p:cNvSpPr>
          <p:nvPr/>
        </p:nvSpPr>
        <p:spPr bwMode="auto">
          <a:xfrm rot="-5400000">
            <a:off x="6988010" y="1623847"/>
            <a:ext cx="114300" cy="293688"/>
          </a:xfrm>
          <a:prstGeom prst="rect">
            <a:avLst/>
          </a:prstGeom>
          <a:solidFill>
            <a:srgbClr val="000000"/>
          </a:solidFill>
          <a:ln>
            <a:noFill/>
          </a:ln>
          <a:effectLst/>
          <a:extLst>
            <a:ext uri="{91240B29-F687-4F45-9708-019B960494DF}">
              <a14:hiddenLine xmlns:a14="http://schemas.microsoft.com/office/drawing/2010/main" w="12700">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22" name="Oval 152"/>
          <p:cNvSpPr>
            <a:spLocks noChangeArrowheads="1"/>
          </p:cNvSpPr>
          <p:nvPr/>
        </p:nvSpPr>
        <p:spPr bwMode="auto">
          <a:xfrm>
            <a:off x="7695241" y="1745292"/>
            <a:ext cx="76200"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23" name="Oval 153"/>
          <p:cNvSpPr>
            <a:spLocks noChangeArrowheads="1"/>
          </p:cNvSpPr>
          <p:nvPr/>
        </p:nvSpPr>
        <p:spPr bwMode="auto">
          <a:xfrm>
            <a:off x="7693654" y="3480430"/>
            <a:ext cx="76200"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24" name="Oval 154"/>
          <p:cNvSpPr>
            <a:spLocks noChangeArrowheads="1"/>
          </p:cNvSpPr>
          <p:nvPr/>
        </p:nvSpPr>
        <p:spPr bwMode="auto">
          <a:xfrm>
            <a:off x="7268204" y="3477255"/>
            <a:ext cx="76200"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25" name="Oval 155"/>
          <p:cNvSpPr>
            <a:spLocks noChangeArrowheads="1"/>
          </p:cNvSpPr>
          <p:nvPr/>
        </p:nvSpPr>
        <p:spPr bwMode="auto">
          <a:xfrm>
            <a:off x="7269791" y="1745292"/>
            <a:ext cx="76200" cy="66675"/>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nvGrpSpPr>
          <p:cNvPr id="126" name="Group 156"/>
          <p:cNvGrpSpPr>
            <a:grpSpLocks/>
          </p:cNvGrpSpPr>
          <p:nvPr/>
        </p:nvGrpSpPr>
        <p:grpSpPr bwMode="auto">
          <a:xfrm rot="-5400000">
            <a:off x="6736392" y="2981955"/>
            <a:ext cx="111125" cy="149225"/>
            <a:chOff x="1850" y="1894"/>
            <a:chExt cx="97" cy="141"/>
          </a:xfrm>
        </p:grpSpPr>
        <p:sp>
          <p:nvSpPr>
            <p:cNvPr id="127" name="Line 157"/>
            <p:cNvSpPr>
              <a:spLocks noChangeShapeType="1"/>
            </p:cNvSpPr>
            <p:nvPr/>
          </p:nvSpPr>
          <p:spPr bwMode="auto">
            <a:xfrm flipV="1">
              <a:off x="1947" y="1896"/>
              <a:ext cx="0" cy="138"/>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28" name="AutoShape 158"/>
            <p:cNvSpPr>
              <a:spLocks noChangeArrowheads="1"/>
            </p:cNvSpPr>
            <p:nvPr/>
          </p:nvSpPr>
          <p:spPr bwMode="auto">
            <a:xfrm rot="5400000">
              <a:off x="1827" y="1917"/>
              <a:ext cx="141" cy="96"/>
            </a:xfrm>
            <a:prstGeom prst="triangle">
              <a:avLst>
                <a:gd name="adj" fmla="val 50000"/>
              </a:avLst>
            </a:prstGeom>
            <a:solidFill>
              <a:srgbClr val="FFFFFF"/>
            </a:solidFill>
            <a:ln w="15875">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grpSp>
        <p:nvGrpSpPr>
          <p:cNvPr id="129" name="Group 159"/>
          <p:cNvGrpSpPr>
            <a:grpSpLocks/>
          </p:cNvGrpSpPr>
          <p:nvPr/>
        </p:nvGrpSpPr>
        <p:grpSpPr bwMode="auto">
          <a:xfrm rot="-5400000">
            <a:off x="6460167" y="2981955"/>
            <a:ext cx="111125" cy="149225"/>
            <a:chOff x="1850" y="1894"/>
            <a:chExt cx="97" cy="141"/>
          </a:xfrm>
        </p:grpSpPr>
        <p:sp>
          <p:nvSpPr>
            <p:cNvPr id="130" name="Line 160"/>
            <p:cNvSpPr>
              <a:spLocks noChangeShapeType="1"/>
            </p:cNvSpPr>
            <p:nvPr/>
          </p:nvSpPr>
          <p:spPr bwMode="auto">
            <a:xfrm flipV="1">
              <a:off x="1947" y="1896"/>
              <a:ext cx="0" cy="138"/>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31" name="AutoShape 161"/>
            <p:cNvSpPr>
              <a:spLocks noChangeArrowheads="1"/>
            </p:cNvSpPr>
            <p:nvPr/>
          </p:nvSpPr>
          <p:spPr bwMode="auto">
            <a:xfrm rot="5400000">
              <a:off x="1827" y="1917"/>
              <a:ext cx="141" cy="96"/>
            </a:xfrm>
            <a:prstGeom prst="triangle">
              <a:avLst>
                <a:gd name="adj" fmla="val 50000"/>
              </a:avLst>
            </a:prstGeom>
            <a:solidFill>
              <a:srgbClr val="FFFFFF"/>
            </a:solidFill>
            <a:ln w="15875">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sp>
        <p:nvSpPr>
          <p:cNvPr id="132" name="Rectangle 162"/>
          <p:cNvSpPr>
            <a:spLocks noChangeArrowheads="1"/>
          </p:cNvSpPr>
          <p:nvPr/>
        </p:nvSpPr>
        <p:spPr bwMode="auto">
          <a:xfrm rot="-5400000">
            <a:off x="5898985" y="2303297"/>
            <a:ext cx="114300" cy="293688"/>
          </a:xfrm>
          <a:prstGeom prst="rect">
            <a:avLst/>
          </a:prstGeom>
          <a:solidFill>
            <a:srgbClr val="000000"/>
          </a:solidFill>
          <a:ln>
            <a:noFill/>
          </a:ln>
          <a:effectLst/>
          <a:extLst>
            <a:ext uri="{91240B29-F687-4F45-9708-019B960494DF}">
              <a14:hiddenLine xmlns:a14="http://schemas.microsoft.com/office/drawing/2010/main" w="12700">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33" name="Rectangle 163"/>
          <p:cNvSpPr>
            <a:spLocks noChangeArrowheads="1"/>
          </p:cNvSpPr>
          <p:nvPr/>
        </p:nvSpPr>
        <p:spPr bwMode="auto">
          <a:xfrm rot="-5400000">
            <a:off x="5900573" y="2698586"/>
            <a:ext cx="114300" cy="293687"/>
          </a:xfrm>
          <a:prstGeom prst="rect">
            <a:avLst/>
          </a:prstGeom>
          <a:solidFill>
            <a:srgbClr val="000000"/>
          </a:solidFill>
          <a:ln>
            <a:noFill/>
          </a:ln>
          <a:effectLst/>
          <a:extLst>
            <a:ext uri="{91240B29-F687-4F45-9708-019B960494DF}">
              <a14:hiddenLine xmlns:a14="http://schemas.microsoft.com/office/drawing/2010/main" w="12700">
                <a:solidFill>
                  <a:srgbClr val="0000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34" name="Line 166"/>
          <p:cNvSpPr>
            <a:spLocks noChangeShapeType="1"/>
          </p:cNvSpPr>
          <p:nvPr/>
        </p:nvSpPr>
        <p:spPr bwMode="auto">
          <a:xfrm>
            <a:off x="6266491" y="2458080"/>
            <a:ext cx="0" cy="180975"/>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35" name="Line 167"/>
          <p:cNvSpPr>
            <a:spLocks noChangeShapeType="1"/>
          </p:cNvSpPr>
          <p:nvPr/>
        </p:nvSpPr>
        <p:spPr bwMode="auto">
          <a:xfrm>
            <a:off x="6266491" y="2675566"/>
            <a:ext cx="0" cy="185738"/>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36" name="Oval 168"/>
          <p:cNvSpPr>
            <a:spLocks noChangeArrowheads="1"/>
          </p:cNvSpPr>
          <p:nvPr/>
        </p:nvSpPr>
        <p:spPr bwMode="auto">
          <a:xfrm>
            <a:off x="6236329" y="2418391"/>
            <a:ext cx="61912"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37" name="Oval 169"/>
          <p:cNvSpPr>
            <a:spLocks noChangeArrowheads="1"/>
          </p:cNvSpPr>
          <p:nvPr/>
        </p:nvSpPr>
        <p:spPr bwMode="auto">
          <a:xfrm>
            <a:off x="6234742" y="2824791"/>
            <a:ext cx="61913"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38" name="Line 171"/>
          <p:cNvSpPr>
            <a:spLocks noChangeShapeType="1"/>
          </p:cNvSpPr>
          <p:nvPr/>
        </p:nvSpPr>
        <p:spPr bwMode="auto">
          <a:xfrm>
            <a:off x="5590217" y="2677154"/>
            <a:ext cx="142875" cy="0"/>
          </a:xfrm>
          <a:prstGeom prst="line">
            <a:avLst/>
          </a:prstGeom>
          <a:noFill/>
          <a:ln w="222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39" name="Line 172"/>
          <p:cNvSpPr>
            <a:spLocks noChangeShapeType="1"/>
          </p:cNvSpPr>
          <p:nvPr/>
        </p:nvSpPr>
        <p:spPr bwMode="auto">
          <a:xfrm>
            <a:off x="5661654" y="2464429"/>
            <a:ext cx="0" cy="176212"/>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40" name="Line 173"/>
          <p:cNvSpPr>
            <a:spLocks noChangeShapeType="1"/>
          </p:cNvSpPr>
          <p:nvPr/>
        </p:nvSpPr>
        <p:spPr bwMode="auto">
          <a:xfrm>
            <a:off x="5661654" y="2678742"/>
            <a:ext cx="0" cy="188913"/>
          </a:xfrm>
          <a:prstGeom prst="line">
            <a:avLst/>
          </a:prstGeom>
          <a:noFill/>
          <a:ln w="127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41" name="Oval 174"/>
          <p:cNvSpPr>
            <a:spLocks noChangeArrowheads="1"/>
          </p:cNvSpPr>
          <p:nvPr/>
        </p:nvSpPr>
        <p:spPr bwMode="auto">
          <a:xfrm>
            <a:off x="5631492" y="2424741"/>
            <a:ext cx="61913"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42" name="Oval 175"/>
          <p:cNvSpPr>
            <a:spLocks noChangeArrowheads="1"/>
          </p:cNvSpPr>
          <p:nvPr/>
        </p:nvSpPr>
        <p:spPr bwMode="auto">
          <a:xfrm>
            <a:off x="5629904" y="2831141"/>
            <a:ext cx="61912" cy="57150"/>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43" name="Freeform 176"/>
          <p:cNvSpPr>
            <a:spLocks/>
          </p:cNvSpPr>
          <p:nvPr/>
        </p:nvSpPr>
        <p:spPr bwMode="auto">
          <a:xfrm>
            <a:off x="5818816" y="2550154"/>
            <a:ext cx="279400" cy="203200"/>
          </a:xfrm>
          <a:custGeom>
            <a:avLst/>
            <a:gdLst>
              <a:gd name="T0" fmla="*/ 0 w 162"/>
              <a:gd name="T1" fmla="*/ 0 h 128"/>
              <a:gd name="T2" fmla="*/ 481878765 w 162"/>
              <a:gd name="T3" fmla="*/ 0 h 128"/>
              <a:gd name="T4" fmla="*/ 481878765 w 162"/>
              <a:gd name="T5" fmla="*/ 322580000 h 128"/>
              <a:gd name="T6" fmla="*/ 0 w 162"/>
              <a:gd name="T7" fmla="*/ 322580000 h 1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2" h="128">
                <a:moveTo>
                  <a:pt x="0" y="0"/>
                </a:moveTo>
                <a:lnTo>
                  <a:pt x="162" y="0"/>
                </a:lnTo>
                <a:lnTo>
                  <a:pt x="162" y="128"/>
                </a:lnTo>
                <a:lnTo>
                  <a:pt x="0" y="128"/>
                </a:lnTo>
              </a:path>
            </a:pathLst>
          </a:custGeom>
          <a:noFill/>
          <a:ln w="9525" cap="flat" cmpd="sng">
            <a:solidFill>
              <a:srgbClr val="000000"/>
            </a:solidFill>
            <a:prstDash val="dash"/>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de-DE" sz="1200" kern="0">
              <a:solidFill>
                <a:srgbClr val="000000"/>
              </a:solidFill>
            </a:endParaRPr>
          </a:p>
        </p:txBody>
      </p:sp>
      <p:sp>
        <p:nvSpPr>
          <p:cNvPr id="144" name="Line 177"/>
          <p:cNvSpPr>
            <a:spLocks noChangeShapeType="1"/>
          </p:cNvSpPr>
          <p:nvPr/>
        </p:nvSpPr>
        <p:spPr bwMode="auto">
          <a:xfrm>
            <a:off x="8574716" y="2588254"/>
            <a:ext cx="17145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pic>
        <p:nvPicPr>
          <p:cNvPr id="145" name="Picture 178" descr="aeg_motor_mr"/>
          <p:cNvPicPr>
            <a:picLocks noChangeAspect="1" noChangeArrowheads="1"/>
          </p:cNvPicPr>
          <p:nvPr/>
        </p:nvPicPr>
        <p:blipFill>
          <a:blip r:embed="rId4" cstate="email">
            <a:clrChange>
              <a:clrFrom>
                <a:srgbClr val="FFFFFF"/>
              </a:clrFrom>
              <a:clrTo>
                <a:srgbClr val="FFFFFF">
                  <a:alpha val="0"/>
                </a:srgbClr>
              </a:clrTo>
            </a:clrChange>
            <a:lum bright="12000"/>
            <a:extLst>
              <a:ext uri="{28A0092B-C50C-407E-A947-70E740481C1C}">
                <a14:useLocalDpi xmlns:a14="http://schemas.microsoft.com/office/drawing/2010/main"/>
              </a:ext>
            </a:extLst>
          </a:blip>
          <a:srcRect/>
          <a:stretch>
            <a:fillRect/>
          </a:stretch>
        </p:blipFill>
        <p:spPr bwMode="auto">
          <a:xfrm>
            <a:off x="9939967" y="2261650"/>
            <a:ext cx="1082675"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6" name="Group 186"/>
          <p:cNvGrpSpPr>
            <a:grpSpLocks/>
          </p:cNvGrpSpPr>
          <p:nvPr/>
        </p:nvGrpSpPr>
        <p:grpSpPr bwMode="auto">
          <a:xfrm>
            <a:off x="5664923" y="4079514"/>
            <a:ext cx="4102100" cy="2154238"/>
            <a:chOff x="79" y="2286"/>
            <a:chExt cx="3904" cy="2050"/>
          </a:xfrm>
        </p:grpSpPr>
        <p:sp>
          <p:nvSpPr>
            <p:cNvPr id="147" name="Freeform 3"/>
            <p:cNvSpPr>
              <a:spLocks/>
            </p:cNvSpPr>
            <p:nvPr/>
          </p:nvSpPr>
          <p:spPr bwMode="auto">
            <a:xfrm>
              <a:off x="1304" y="2376"/>
              <a:ext cx="173" cy="266"/>
            </a:xfrm>
            <a:custGeom>
              <a:avLst/>
              <a:gdLst>
                <a:gd name="T0" fmla="*/ 512 w 1296"/>
                <a:gd name="T1" fmla="*/ 0 h 1872"/>
                <a:gd name="T2" fmla="*/ 0 w 1296"/>
                <a:gd name="T3" fmla="*/ 1640 h 1872"/>
                <a:gd name="T4" fmla="*/ 8 w 1296"/>
                <a:gd name="T5" fmla="*/ 1704 h 1872"/>
                <a:gd name="T6" fmla="*/ 864 w 1296"/>
                <a:gd name="T7" fmla="*/ 1872 h 1872"/>
                <a:gd name="T8" fmla="*/ 1296 w 1296"/>
                <a:gd name="T9" fmla="*/ 128 h 1872"/>
                <a:gd name="T10" fmla="*/ 512 w 1296"/>
                <a:gd name="T11" fmla="*/ 0 h 18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96" h="1872">
                  <a:moveTo>
                    <a:pt x="512" y="0"/>
                  </a:moveTo>
                  <a:lnTo>
                    <a:pt x="0" y="1640"/>
                  </a:lnTo>
                  <a:lnTo>
                    <a:pt x="8" y="1704"/>
                  </a:lnTo>
                  <a:lnTo>
                    <a:pt x="864" y="1872"/>
                  </a:lnTo>
                  <a:lnTo>
                    <a:pt x="1296" y="128"/>
                  </a:lnTo>
                  <a:lnTo>
                    <a:pt x="512" y="0"/>
                  </a:lnTo>
                  <a:close/>
                </a:path>
              </a:pathLst>
            </a:custGeom>
            <a:solidFill>
              <a:srgbClr val="FFFFFF"/>
            </a:solidFill>
            <a:ln>
              <a:noFill/>
            </a:ln>
            <a:effectLst/>
            <a:extLst>
              <a:ext uri="{91240B29-F687-4F45-9708-019B960494DF}">
                <a14:hiddenLine xmlns:a14="http://schemas.microsoft.com/office/drawing/2010/main" w="12700"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defRPr/>
              </a:pPr>
              <a:endParaRPr lang="de-DE" sz="1200" kern="0">
                <a:solidFill>
                  <a:srgbClr val="000000"/>
                </a:solidFill>
              </a:endParaRPr>
            </a:p>
          </p:txBody>
        </p:sp>
        <p:sp>
          <p:nvSpPr>
            <p:cNvPr id="148" name="Line 4"/>
            <p:cNvSpPr>
              <a:spLocks noChangeShapeType="1"/>
            </p:cNvSpPr>
            <p:nvPr/>
          </p:nvSpPr>
          <p:spPr bwMode="auto">
            <a:xfrm>
              <a:off x="2583" y="2664"/>
              <a:ext cx="1170" cy="22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de-DE" sz="1200" kern="0">
                <a:solidFill>
                  <a:srgbClr val="000000"/>
                </a:solidFill>
              </a:endParaRPr>
            </a:p>
          </p:txBody>
        </p:sp>
        <p:pic>
          <p:nvPicPr>
            <p:cNvPr id="149" name="Picture 5" descr="MiniDrive4_oR"/>
            <p:cNvPicPr>
              <a:picLocks noChangeAspect="1" noChangeArrowheads="1"/>
            </p:cNvPicPr>
            <p:nvPr/>
          </p:nvPicPr>
          <p:blipFill>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9" y="2286"/>
              <a:ext cx="3904" cy="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 name="Freeform 179"/>
            <p:cNvSpPr>
              <a:spLocks/>
            </p:cNvSpPr>
            <p:nvPr/>
          </p:nvSpPr>
          <p:spPr bwMode="auto">
            <a:xfrm>
              <a:off x="1725" y="2672"/>
              <a:ext cx="2062" cy="1600"/>
            </a:xfrm>
            <a:custGeom>
              <a:avLst/>
              <a:gdLst>
                <a:gd name="T0" fmla="*/ 938 w 1904"/>
                <a:gd name="T1" fmla="*/ 0 h 1600"/>
                <a:gd name="T2" fmla="*/ 704 w 1904"/>
                <a:gd name="T3" fmla="*/ 872 h 1600"/>
                <a:gd name="T4" fmla="*/ 151 w 1904"/>
                <a:gd name="T5" fmla="*/ 776 h 1600"/>
                <a:gd name="T6" fmla="*/ 0 w 1904"/>
                <a:gd name="T7" fmla="*/ 1224 h 1600"/>
                <a:gd name="T8" fmla="*/ 2054 w 1904"/>
                <a:gd name="T9" fmla="*/ 1600 h 1600"/>
                <a:gd name="T10" fmla="*/ 2233 w 1904"/>
                <a:gd name="T11" fmla="*/ 536 h 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04" h="1600">
                  <a:moveTo>
                    <a:pt x="800" y="0"/>
                  </a:moveTo>
                  <a:lnTo>
                    <a:pt x="600" y="872"/>
                  </a:lnTo>
                  <a:lnTo>
                    <a:pt x="128" y="776"/>
                  </a:lnTo>
                  <a:lnTo>
                    <a:pt x="0" y="1224"/>
                  </a:lnTo>
                  <a:lnTo>
                    <a:pt x="1752" y="1600"/>
                  </a:lnTo>
                  <a:lnTo>
                    <a:pt x="1904" y="536"/>
                  </a:lnTo>
                </a:path>
              </a:pathLst>
            </a:custGeom>
            <a:noFill/>
            <a:ln w="41275"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de-DE" sz="1200" kern="0">
                <a:solidFill>
                  <a:srgbClr val="000000"/>
                </a:solidFill>
              </a:endParaRPr>
            </a:p>
          </p:txBody>
        </p:sp>
      </p:grpSp>
      <mc:AlternateContent xmlns:mc="http://schemas.openxmlformats.org/markup-compatibility/2006" xmlns:a14="http://schemas.microsoft.com/office/drawing/2010/main">
        <mc:Choice Requires="a14">
          <p:sp>
            <p:nvSpPr>
              <p:cNvPr id="151" name="Text Box 182"/>
              <p:cNvSpPr txBox="1">
                <a:spLocks noChangeArrowheads="1"/>
              </p:cNvSpPr>
              <p:nvPr/>
            </p:nvSpPr>
            <p:spPr bwMode="auto">
              <a:xfrm>
                <a:off x="1380167" y="1458894"/>
                <a:ext cx="4443413" cy="1787285"/>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lIns="90000" tIns="46800" rIns="90000" bIns="46800">
                <a:spAutoFit/>
              </a:bodyPr>
              <a:lstStyle>
                <a:lvl1pPr>
                  <a:tabLst>
                    <a:tab pos="266700" algn="l"/>
                  </a:tabLst>
                  <a:defRPr sz="1200">
                    <a:solidFill>
                      <a:schemeClr val="tx1"/>
                    </a:solidFill>
                    <a:latin typeface="Arial" charset="0"/>
                  </a:defRPr>
                </a:lvl1pPr>
                <a:lvl2pPr marL="742950" indent="-285750">
                  <a:tabLst>
                    <a:tab pos="266700" algn="l"/>
                  </a:tabLst>
                  <a:defRPr sz="1200">
                    <a:solidFill>
                      <a:schemeClr val="tx1"/>
                    </a:solidFill>
                    <a:latin typeface="Arial" charset="0"/>
                  </a:defRPr>
                </a:lvl2pPr>
                <a:lvl3pPr marL="1143000" indent="-228600">
                  <a:tabLst>
                    <a:tab pos="266700" algn="l"/>
                  </a:tabLst>
                  <a:defRPr sz="1200">
                    <a:solidFill>
                      <a:schemeClr val="tx1"/>
                    </a:solidFill>
                    <a:latin typeface="Arial" charset="0"/>
                  </a:defRPr>
                </a:lvl3pPr>
                <a:lvl4pPr marL="1600200" indent="-228600">
                  <a:tabLst>
                    <a:tab pos="266700" algn="l"/>
                  </a:tabLst>
                  <a:defRPr sz="1200">
                    <a:solidFill>
                      <a:schemeClr val="tx1"/>
                    </a:solidFill>
                    <a:latin typeface="Arial" charset="0"/>
                  </a:defRPr>
                </a:lvl4pPr>
                <a:lvl5pPr marL="2057400" indent="-228600">
                  <a:tabLst>
                    <a:tab pos="266700" algn="l"/>
                  </a:tabLst>
                  <a:defRPr sz="1200">
                    <a:solidFill>
                      <a:schemeClr val="tx1"/>
                    </a:solidFill>
                    <a:latin typeface="Arial" charset="0"/>
                  </a:defRPr>
                </a:lvl5pPr>
                <a:lvl6pPr marL="2514600" indent="-228600" eaLnBrk="0" fontAlgn="base" hangingPunct="0">
                  <a:spcBef>
                    <a:spcPct val="0"/>
                  </a:spcBef>
                  <a:spcAft>
                    <a:spcPct val="0"/>
                  </a:spcAft>
                  <a:tabLst>
                    <a:tab pos="266700" algn="l"/>
                  </a:tabLst>
                  <a:defRPr sz="1200">
                    <a:solidFill>
                      <a:schemeClr val="tx1"/>
                    </a:solidFill>
                    <a:latin typeface="Arial" charset="0"/>
                  </a:defRPr>
                </a:lvl6pPr>
                <a:lvl7pPr marL="2971800" indent="-228600" eaLnBrk="0" fontAlgn="base" hangingPunct="0">
                  <a:spcBef>
                    <a:spcPct val="0"/>
                  </a:spcBef>
                  <a:spcAft>
                    <a:spcPct val="0"/>
                  </a:spcAft>
                  <a:tabLst>
                    <a:tab pos="266700" algn="l"/>
                  </a:tabLst>
                  <a:defRPr sz="1200">
                    <a:solidFill>
                      <a:schemeClr val="tx1"/>
                    </a:solidFill>
                    <a:latin typeface="Arial" charset="0"/>
                  </a:defRPr>
                </a:lvl7pPr>
                <a:lvl8pPr marL="3429000" indent="-228600" eaLnBrk="0" fontAlgn="base" hangingPunct="0">
                  <a:spcBef>
                    <a:spcPct val="0"/>
                  </a:spcBef>
                  <a:spcAft>
                    <a:spcPct val="0"/>
                  </a:spcAft>
                  <a:tabLst>
                    <a:tab pos="266700" algn="l"/>
                  </a:tabLst>
                  <a:defRPr sz="1200">
                    <a:solidFill>
                      <a:schemeClr val="tx1"/>
                    </a:solidFill>
                    <a:latin typeface="Arial" charset="0"/>
                  </a:defRPr>
                </a:lvl8pPr>
                <a:lvl9pPr marL="3886200" indent="-228600" eaLnBrk="0" fontAlgn="base" hangingPunct="0">
                  <a:spcBef>
                    <a:spcPct val="0"/>
                  </a:spcBef>
                  <a:spcAft>
                    <a:spcPct val="0"/>
                  </a:spcAft>
                  <a:tabLst>
                    <a:tab pos="266700" algn="l"/>
                  </a:tabLst>
                  <a:defRPr sz="1200">
                    <a:solidFill>
                      <a:schemeClr val="tx1"/>
                    </a:solidFill>
                    <a:latin typeface="Arial" charset="0"/>
                  </a:defRPr>
                </a:lvl9pPr>
              </a:lstStyle>
              <a:p>
                <a:pPr>
                  <a:spcAft>
                    <a:spcPts val="600"/>
                  </a:spcAft>
                  <a:defRPr/>
                </a:pPr>
                <a:r>
                  <a:rPr lang="de-DE" sz="1800" kern="0" dirty="0">
                    <a:solidFill>
                      <a:srgbClr val="000000"/>
                    </a:solidFill>
                  </a:rPr>
                  <a:t>The </a:t>
                </a:r>
                <a:r>
                  <a:rPr lang="de-DE" sz="1800" b="1" kern="0" dirty="0">
                    <a:solidFill>
                      <a:srgbClr val="000000"/>
                    </a:solidFill>
                  </a:rPr>
                  <a:t>AC Frontend</a:t>
                </a:r>
                <a:r>
                  <a:rPr lang="de-DE" sz="1800" kern="0" dirty="0">
                    <a:solidFill>
                      <a:srgbClr val="000000"/>
                    </a:solidFill>
                  </a:rPr>
                  <a:t> </a:t>
                </a:r>
                <a:r>
                  <a:rPr lang="de-DE" sz="1800" kern="0" dirty="0" err="1">
                    <a:solidFill>
                      <a:srgbClr val="000000"/>
                    </a:solidFill>
                  </a:rPr>
                  <a:t>causes</a:t>
                </a:r>
                <a:r>
                  <a:rPr lang="de-DE" sz="1800" kern="0" dirty="0">
                    <a:solidFill>
                      <a:srgbClr val="000000"/>
                    </a:solidFill>
                  </a:rPr>
                  <a:t> </a:t>
                </a:r>
                <a:r>
                  <a:rPr lang="de-DE" sz="1800" kern="0" dirty="0" err="1">
                    <a:solidFill>
                      <a:srgbClr val="000000"/>
                    </a:solidFill>
                  </a:rPr>
                  <a:t>about</a:t>
                </a:r>
                <a:endParaRPr lang="de-DE" sz="1800" kern="0" dirty="0">
                  <a:solidFill>
                    <a:srgbClr val="000000"/>
                  </a:solidFill>
                </a:endParaRPr>
              </a:p>
              <a:p>
                <a:pPr indent="-252000">
                  <a:spcAft>
                    <a:spcPts val="600"/>
                  </a:spcAft>
                  <a:buClr>
                    <a:srgbClr val="002060"/>
                  </a:buClr>
                  <a:buFont typeface="Wingdings" pitchFamily="2" charset="2"/>
                  <a:buChar char="n"/>
                  <a:defRPr/>
                </a:pPr>
                <a:r>
                  <a:rPr lang="de-DE" sz="1800" b="1" kern="0" dirty="0">
                    <a:solidFill>
                      <a:srgbClr val="000000"/>
                    </a:solidFill>
                  </a:rPr>
                  <a:t> 50%</a:t>
                </a:r>
                <a:r>
                  <a:rPr lang="de-DE" sz="1800" kern="0" dirty="0">
                    <a:solidFill>
                      <a:srgbClr val="000000"/>
                    </a:solidFill>
                  </a:rPr>
                  <a:t> </a:t>
                </a:r>
                <a:r>
                  <a:rPr lang="de-DE" sz="1800" kern="0" dirty="0" err="1">
                    <a:solidFill>
                      <a:srgbClr val="000000"/>
                    </a:solidFill>
                  </a:rPr>
                  <a:t>of</a:t>
                </a:r>
                <a:r>
                  <a:rPr lang="de-DE" sz="1800" kern="0" dirty="0">
                    <a:solidFill>
                      <a:srgbClr val="000000"/>
                    </a:solidFill>
                  </a:rPr>
                  <a:t> </a:t>
                </a:r>
                <a:r>
                  <a:rPr lang="de-DE" sz="1800" b="1" kern="0" dirty="0">
                    <a:solidFill>
                      <a:srgbClr val="000000"/>
                    </a:solidFill>
                  </a:rPr>
                  <a:t>c</a:t>
                </a:r>
                <a:r>
                  <a:rPr lang="de-DE" sz="1800" b="1" kern="0" dirty="0" err="1">
                    <a:solidFill>
                      <a:srgbClr val="000000"/>
                    </a:solidFill>
                  </a:rPr>
                  <a:t>ost</a:t>
                </a:r>
                <a:endParaRPr lang="de-DE" sz="1800" kern="0" dirty="0">
                  <a:solidFill>
                    <a:srgbClr val="000000"/>
                  </a:solidFill>
                </a:endParaRPr>
              </a:p>
              <a:p>
                <a:pPr indent="-252000">
                  <a:spcAft>
                    <a:spcPts val="600"/>
                  </a:spcAft>
                  <a:buClr>
                    <a:srgbClr val="002060"/>
                  </a:buClr>
                  <a:buFont typeface="Wingdings" pitchFamily="2" charset="2"/>
                  <a:buChar char="n"/>
                  <a:defRPr/>
                </a:pPr>
                <a:r>
                  <a:rPr lang="de-DE" sz="1800" kern="0" dirty="0">
                    <a:solidFill>
                      <a:srgbClr val="000000"/>
                    </a:solidFill>
                  </a:rPr>
                  <a:t> </a:t>
                </a:r>
                <a:r>
                  <a:rPr lang="de-DE" sz="1800" b="1" kern="0" dirty="0">
                    <a:solidFill>
                      <a:srgbClr val="000000"/>
                    </a:solidFill>
                  </a:rPr>
                  <a:t>50%</a:t>
                </a:r>
                <a:r>
                  <a:rPr lang="de-DE" sz="1800" kern="0" dirty="0">
                    <a:solidFill>
                      <a:srgbClr val="000000"/>
                    </a:solidFill>
                  </a:rPr>
                  <a:t> </a:t>
                </a:r>
                <a:r>
                  <a:rPr lang="de-DE" sz="1800" kern="0" dirty="0" err="1">
                    <a:solidFill>
                      <a:srgbClr val="000000"/>
                    </a:solidFill>
                  </a:rPr>
                  <a:t>of</a:t>
                </a:r>
                <a:r>
                  <a:rPr lang="de-DE" sz="1800" kern="0" dirty="0">
                    <a:solidFill>
                      <a:srgbClr val="000000"/>
                    </a:solidFill>
                  </a:rPr>
                  <a:t> </a:t>
                </a:r>
                <a:r>
                  <a:rPr lang="de-DE" sz="1800" b="1" kern="0" dirty="0">
                    <a:solidFill>
                      <a:srgbClr val="000000"/>
                    </a:solidFill>
                  </a:rPr>
                  <a:t>l</a:t>
                </a:r>
                <a:r>
                  <a:rPr lang="de-DE" sz="1800" b="1" kern="0" dirty="0" err="1">
                    <a:solidFill>
                      <a:srgbClr val="000000"/>
                    </a:solidFill>
                  </a:rPr>
                  <a:t>osses</a:t>
                </a:r>
                <a:endParaRPr lang="de-DE" sz="1800" kern="0" dirty="0">
                  <a:solidFill>
                    <a:srgbClr val="000000"/>
                  </a:solidFill>
                </a:endParaRPr>
              </a:p>
              <a:p>
                <a:pPr indent="-252000">
                  <a:spcAft>
                    <a:spcPts val="600"/>
                  </a:spcAft>
                  <a:buClr>
                    <a:srgbClr val="002060"/>
                  </a:buClr>
                  <a:buFont typeface="Wingdings" pitchFamily="2" charset="2"/>
                  <a:buChar char="n"/>
                  <a:defRPr/>
                </a:pPr>
                <a:r>
                  <a:rPr lang="de-DE" sz="1800" kern="0" dirty="0">
                    <a:solidFill>
                      <a:srgbClr val="000000"/>
                    </a:solidFill>
                  </a:rPr>
                  <a:t> </a:t>
                </a:r>
                <a14:m>
                  <m:oMath xmlns:m="http://schemas.openxmlformats.org/officeDocument/2006/math">
                    <m:r>
                      <a:rPr lang="de-DE" sz="1800" i="1" kern="0" dirty="0">
                        <a:solidFill>
                          <a:srgbClr val="000000"/>
                        </a:solidFill>
                        <a:latin typeface="Cambria Math" panose="02040503050406030204" pitchFamily="18" charset="0"/>
                        <a:ea typeface="Cambria Math" panose="02040503050406030204" pitchFamily="18" charset="0"/>
                      </a:rPr>
                      <m:t>&gt;</m:t>
                    </m:r>
                    <m:r>
                      <a:rPr lang="de-DE" sz="1800" i="1" kern="0" dirty="0">
                        <a:solidFill>
                          <a:srgbClr val="000000"/>
                        </a:solidFill>
                        <a:latin typeface="Cambria Math" panose="02040503050406030204" pitchFamily="18" charset="0"/>
                      </a:rPr>
                      <m:t> </m:t>
                    </m:r>
                  </m:oMath>
                </a14:m>
                <a:r>
                  <a:rPr lang="de-DE" sz="1800" b="1" kern="0" dirty="0">
                    <a:solidFill>
                      <a:srgbClr val="000000"/>
                    </a:solidFill>
                    <a:cs typeface="Arial" charset="0"/>
                  </a:rPr>
                  <a:t>65%</a:t>
                </a:r>
                <a:r>
                  <a:rPr lang="de-DE" sz="1800" kern="0" dirty="0">
                    <a:solidFill>
                      <a:srgbClr val="000000"/>
                    </a:solidFill>
                  </a:rPr>
                  <a:t> </a:t>
                </a:r>
                <a:r>
                  <a:rPr lang="de-DE" sz="1800" kern="0" dirty="0" err="1">
                    <a:solidFill>
                      <a:srgbClr val="000000"/>
                    </a:solidFill>
                  </a:rPr>
                  <a:t>of</a:t>
                </a:r>
                <a:r>
                  <a:rPr lang="de-DE" sz="1800" kern="0" dirty="0">
                    <a:solidFill>
                      <a:srgbClr val="000000"/>
                    </a:solidFill>
                  </a:rPr>
                  <a:t> </a:t>
                </a:r>
                <a:r>
                  <a:rPr lang="de-DE" sz="1800" b="1" kern="0" dirty="0" err="1">
                    <a:solidFill>
                      <a:srgbClr val="000000"/>
                    </a:solidFill>
                  </a:rPr>
                  <a:t>construction</a:t>
                </a:r>
                <a:r>
                  <a:rPr lang="de-DE" sz="1800" b="1" kern="0" dirty="0">
                    <a:solidFill>
                      <a:srgbClr val="000000"/>
                    </a:solidFill>
                  </a:rPr>
                  <a:t> </a:t>
                </a:r>
                <a:r>
                  <a:rPr lang="de-DE" sz="1800" b="1" kern="0" dirty="0" err="1">
                    <a:solidFill>
                      <a:srgbClr val="000000"/>
                    </a:solidFill>
                  </a:rPr>
                  <a:t>volume</a:t>
                </a:r>
                <a:endParaRPr lang="de-DE" sz="1800" b="1" kern="0" baseline="30000" dirty="0">
                  <a:solidFill>
                    <a:srgbClr val="000000"/>
                  </a:solidFill>
                </a:endParaRPr>
              </a:p>
              <a:p>
                <a:pPr>
                  <a:spcAft>
                    <a:spcPts val="600"/>
                  </a:spcAft>
                  <a:buClr>
                    <a:srgbClr val="109C7D"/>
                  </a:buClr>
                  <a:defRPr/>
                </a:pPr>
                <a:r>
                  <a:rPr lang="de-DE" sz="1800" kern="0" dirty="0" err="1">
                    <a:solidFill>
                      <a:srgbClr val="000000"/>
                    </a:solidFill>
                  </a:rPr>
                  <a:t>of</a:t>
                </a:r>
                <a:r>
                  <a:rPr lang="de-DE" sz="1800" kern="0" dirty="0">
                    <a:solidFill>
                      <a:srgbClr val="000000"/>
                    </a:solidFill>
                  </a:rPr>
                  <a:t> </a:t>
                </a:r>
                <a:r>
                  <a:rPr lang="de-DE" sz="1800" kern="0" dirty="0" err="1">
                    <a:solidFill>
                      <a:srgbClr val="000000"/>
                    </a:solidFill>
                  </a:rPr>
                  <a:t>the</a:t>
                </a:r>
                <a:r>
                  <a:rPr lang="de-DE" sz="1800" kern="0" dirty="0">
                    <a:solidFill>
                      <a:srgbClr val="000000"/>
                    </a:solidFill>
                  </a:rPr>
                  <a:t> </a:t>
                </a:r>
                <a:r>
                  <a:rPr lang="de-DE" sz="1800" kern="0" dirty="0" err="1">
                    <a:solidFill>
                      <a:srgbClr val="000000"/>
                    </a:solidFill>
                  </a:rPr>
                  <a:t>whole</a:t>
                </a:r>
                <a:r>
                  <a:rPr lang="de-DE" sz="1800" kern="0" dirty="0">
                    <a:solidFill>
                      <a:srgbClr val="000000"/>
                    </a:solidFill>
                  </a:rPr>
                  <a:t> </a:t>
                </a:r>
                <a:r>
                  <a:rPr lang="de-DE" sz="1800" kern="0" dirty="0" err="1">
                    <a:solidFill>
                      <a:srgbClr val="000000"/>
                    </a:solidFill>
                  </a:rPr>
                  <a:t>inverter</a:t>
                </a:r>
                <a:r>
                  <a:rPr lang="de-DE" sz="1800" kern="0" dirty="0">
                    <a:solidFill>
                      <a:srgbClr val="000000"/>
                    </a:solidFill>
                  </a:rPr>
                  <a:t>!</a:t>
                </a:r>
              </a:p>
            </p:txBody>
          </p:sp>
        </mc:Choice>
        <mc:Fallback xmlns="">
          <p:sp>
            <p:nvSpPr>
              <p:cNvPr id="151" name="Text Box 182"/>
              <p:cNvSpPr txBox="1">
                <a:spLocks noRot="1" noChangeAspect="1" noMove="1" noResize="1" noEditPoints="1" noAdjustHandles="1" noChangeArrowheads="1" noChangeShapeType="1" noTextEdit="1"/>
              </p:cNvSpPr>
              <p:nvPr/>
            </p:nvSpPr>
            <p:spPr bwMode="auto">
              <a:xfrm>
                <a:off x="1380167" y="1458894"/>
                <a:ext cx="4443413" cy="1787285"/>
              </a:xfrm>
              <a:prstGeom prst="rect">
                <a:avLst/>
              </a:prstGeom>
              <a:blipFill>
                <a:blip r:embed="rId6"/>
                <a:stretch>
                  <a:fillRect l="-1097" t="-1701" b="-408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de-DE">
                    <a:noFill/>
                  </a:rPr>
                  <a:t> </a:t>
                </a:r>
              </a:p>
            </p:txBody>
          </p:sp>
        </mc:Fallback>
      </mc:AlternateContent>
      <p:sp>
        <p:nvSpPr>
          <p:cNvPr id="152" name="Line 183"/>
          <p:cNvSpPr>
            <a:spLocks noChangeShapeType="1"/>
          </p:cNvSpPr>
          <p:nvPr/>
        </p:nvSpPr>
        <p:spPr bwMode="auto">
          <a:xfrm>
            <a:off x="7817001" y="3693153"/>
            <a:ext cx="496845" cy="771526"/>
          </a:xfrm>
          <a:prstGeom prst="line">
            <a:avLst/>
          </a:prstGeom>
          <a:noFill/>
          <a:ln w="222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a:defRPr/>
            </a:pPr>
            <a:endParaRPr lang="de-DE" sz="1200" kern="0">
              <a:solidFill>
                <a:srgbClr val="000000"/>
              </a:solidFill>
            </a:endParaRPr>
          </a:p>
        </p:txBody>
      </p:sp>
      <p:sp>
        <p:nvSpPr>
          <p:cNvPr id="153" name="Text Box 189"/>
          <p:cNvSpPr txBox="1">
            <a:spLocks noChangeArrowheads="1"/>
          </p:cNvSpPr>
          <p:nvPr/>
        </p:nvSpPr>
        <p:spPr bwMode="auto">
          <a:xfrm>
            <a:off x="5453692" y="3432804"/>
            <a:ext cx="1000893"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defRPr/>
            </a:pPr>
            <a:r>
              <a:rPr lang="de-DE" kern="0" dirty="0">
                <a:solidFill>
                  <a:srgbClr val="FF0000"/>
                </a:solidFill>
              </a:rPr>
              <a:t>AC </a:t>
            </a:r>
            <a:r>
              <a:rPr lang="de-DE" kern="0" dirty="0" err="1">
                <a:solidFill>
                  <a:srgbClr val="FF0000"/>
                </a:solidFill>
              </a:rPr>
              <a:t>frontend</a:t>
            </a:r>
            <a:endParaRPr lang="de-DE" kern="0" dirty="0">
              <a:solidFill>
                <a:srgbClr val="FF0000"/>
              </a:solidFill>
            </a:endParaRPr>
          </a:p>
        </p:txBody>
      </p:sp>
      <p:sp>
        <p:nvSpPr>
          <p:cNvPr id="154" name="Line 194"/>
          <p:cNvSpPr>
            <a:spLocks noChangeShapeType="1"/>
          </p:cNvSpPr>
          <p:nvPr/>
        </p:nvSpPr>
        <p:spPr bwMode="auto">
          <a:xfrm>
            <a:off x="5588630" y="2640641"/>
            <a:ext cx="142875" cy="0"/>
          </a:xfrm>
          <a:prstGeom prst="line">
            <a:avLst/>
          </a:prstGeom>
          <a:noFill/>
          <a:ln w="222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55" name="Line 195"/>
          <p:cNvSpPr>
            <a:spLocks noChangeShapeType="1"/>
          </p:cNvSpPr>
          <p:nvPr/>
        </p:nvSpPr>
        <p:spPr bwMode="auto">
          <a:xfrm>
            <a:off x="6196642" y="2675566"/>
            <a:ext cx="142875" cy="0"/>
          </a:xfrm>
          <a:prstGeom prst="line">
            <a:avLst/>
          </a:prstGeom>
          <a:noFill/>
          <a:ln w="222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56" name="Line 196"/>
          <p:cNvSpPr>
            <a:spLocks noChangeShapeType="1"/>
          </p:cNvSpPr>
          <p:nvPr/>
        </p:nvSpPr>
        <p:spPr bwMode="auto">
          <a:xfrm>
            <a:off x="6195055" y="2639054"/>
            <a:ext cx="142875" cy="0"/>
          </a:xfrm>
          <a:prstGeom prst="line">
            <a:avLst/>
          </a:prstGeom>
          <a:noFill/>
          <a:ln w="22225">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57" name="Text Box 197"/>
          <p:cNvSpPr txBox="1">
            <a:spLocks noChangeArrowheads="1"/>
          </p:cNvSpPr>
          <p:nvPr/>
        </p:nvSpPr>
        <p:spPr bwMode="auto">
          <a:xfrm>
            <a:off x="1393825" y="4080643"/>
            <a:ext cx="4387850" cy="83099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spcAft>
                <a:spcPts val="1200"/>
              </a:spcAft>
              <a:defRPr/>
            </a:pPr>
            <a:r>
              <a:rPr lang="de-DE" sz="1800" kern="0" dirty="0">
                <a:solidFill>
                  <a:srgbClr val="000000"/>
                </a:solidFill>
              </a:rPr>
              <a:t>AC </a:t>
            </a:r>
            <a:r>
              <a:rPr lang="de-DE" sz="1800" kern="0" dirty="0" err="1">
                <a:solidFill>
                  <a:srgbClr val="000000"/>
                </a:solidFill>
              </a:rPr>
              <a:t>supply</a:t>
            </a:r>
            <a:r>
              <a:rPr lang="de-DE" sz="1800" kern="0" dirty="0">
                <a:solidFill>
                  <a:srgbClr val="000000"/>
                </a:solidFill>
              </a:rPr>
              <a:t> </a:t>
            </a:r>
            <a:r>
              <a:rPr lang="de-DE" sz="1800" kern="0" dirty="0" err="1">
                <a:solidFill>
                  <a:srgbClr val="000000"/>
                </a:solidFill>
              </a:rPr>
              <a:t>is</a:t>
            </a:r>
            <a:r>
              <a:rPr lang="de-DE" sz="1800" kern="0" dirty="0">
                <a:solidFill>
                  <a:srgbClr val="000000"/>
                </a:solidFill>
              </a:rPr>
              <a:t> </a:t>
            </a:r>
            <a:r>
              <a:rPr lang="de-DE" sz="1800" kern="0" dirty="0" err="1">
                <a:solidFill>
                  <a:srgbClr val="000000"/>
                </a:solidFill>
              </a:rPr>
              <a:t>often</a:t>
            </a:r>
            <a:r>
              <a:rPr lang="de-DE" sz="1800" kern="0" dirty="0">
                <a:solidFill>
                  <a:srgbClr val="000000"/>
                </a:solidFill>
              </a:rPr>
              <a:t> a</a:t>
            </a:r>
          </a:p>
          <a:p>
            <a:pPr>
              <a:spcAft>
                <a:spcPct val="15000"/>
              </a:spcAft>
              <a:defRPr/>
            </a:pPr>
            <a:r>
              <a:rPr lang="en-US" sz="2000" b="1" kern="0" dirty="0">
                <a:solidFill>
                  <a:schemeClr val="accent2">
                    <a:lumMod val="20000"/>
                    <a:lumOff val="80000"/>
                  </a:schemeClr>
                </a:solidFill>
              </a:rPr>
              <a:t>Cost Driver </a:t>
            </a:r>
            <a:r>
              <a:rPr lang="en-US" sz="2000" kern="0" dirty="0">
                <a:solidFill>
                  <a:schemeClr val="accent2">
                    <a:lumMod val="20000"/>
                    <a:lumOff val="80000"/>
                  </a:schemeClr>
                </a:solidFill>
              </a:rPr>
              <a:t>and </a:t>
            </a:r>
            <a:r>
              <a:rPr lang="en-US" sz="2000" b="1" kern="0" dirty="0">
                <a:solidFill>
                  <a:schemeClr val="accent2">
                    <a:lumMod val="20000"/>
                    <a:lumOff val="80000"/>
                  </a:schemeClr>
                </a:solidFill>
              </a:rPr>
              <a:t>Efficiency Killer </a:t>
            </a:r>
            <a:endParaRPr lang="de-DE" sz="2000" kern="0" dirty="0">
              <a:solidFill>
                <a:schemeClr val="accent2">
                  <a:lumMod val="20000"/>
                  <a:lumOff val="80000"/>
                </a:schemeClr>
              </a:solidFill>
            </a:endParaRPr>
          </a:p>
        </p:txBody>
      </p:sp>
      <p:grpSp>
        <p:nvGrpSpPr>
          <p:cNvPr id="158" name="Group 209"/>
          <p:cNvGrpSpPr>
            <a:grpSpLocks/>
          </p:cNvGrpSpPr>
          <p:nvPr/>
        </p:nvGrpSpPr>
        <p:grpSpPr bwMode="auto">
          <a:xfrm>
            <a:off x="9149392" y="1932616"/>
            <a:ext cx="233363" cy="534988"/>
            <a:chOff x="4823" y="646"/>
            <a:chExt cx="147" cy="337"/>
          </a:xfrm>
        </p:grpSpPr>
        <p:sp>
          <p:nvSpPr>
            <p:cNvPr id="159" name="Line 201"/>
            <p:cNvSpPr>
              <a:spLocks noChangeShapeType="1"/>
            </p:cNvSpPr>
            <p:nvPr/>
          </p:nvSpPr>
          <p:spPr bwMode="auto">
            <a:xfrm flipV="1">
              <a:off x="4923" y="668"/>
              <a:ext cx="0" cy="29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60" name="Line 202"/>
            <p:cNvSpPr>
              <a:spLocks noChangeShapeType="1"/>
            </p:cNvSpPr>
            <p:nvPr/>
          </p:nvSpPr>
          <p:spPr bwMode="auto">
            <a:xfrm flipH="1">
              <a:off x="4841" y="665"/>
              <a:ext cx="86"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61" name="Line 203"/>
            <p:cNvSpPr>
              <a:spLocks noChangeShapeType="1"/>
            </p:cNvSpPr>
            <p:nvPr/>
          </p:nvSpPr>
          <p:spPr bwMode="auto">
            <a:xfrm flipH="1">
              <a:off x="4844" y="966"/>
              <a:ext cx="8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62" name="Oval 204"/>
            <p:cNvSpPr>
              <a:spLocks noChangeArrowheads="1"/>
            </p:cNvSpPr>
            <p:nvPr/>
          </p:nvSpPr>
          <p:spPr bwMode="auto">
            <a:xfrm flipH="1">
              <a:off x="4823" y="646"/>
              <a:ext cx="41" cy="38"/>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63" name="Oval 205"/>
            <p:cNvSpPr>
              <a:spLocks noChangeArrowheads="1"/>
            </p:cNvSpPr>
            <p:nvPr/>
          </p:nvSpPr>
          <p:spPr bwMode="auto">
            <a:xfrm flipH="1">
              <a:off x="4829" y="945"/>
              <a:ext cx="41" cy="38"/>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nvGrpSpPr>
            <p:cNvPr id="164" name="Group 206"/>
            <p:cNvGrpSpPr>
              <a:grpSpLocks/>
            </p:cNvGrpSpPr>
            <p:nvPr/>
          </p:nvGrpSpPr>
          <p:grpSpPr bwMode="auto">
            <a:xfrm rot="-5400000">
              <a:off x="4888" y="760"/>
              <a:ext cx="70" cy="95"/>
              <a:chOff x="1850" y="1894"/>
              <a:chExt cx="97" cy="141"/>
            </a:xfrm>
          </p:grpSpPr>
          <p:sp>
            <p:nvSpPr>
              <p:cNvPr id="165" name="Line 207"/>
              <p:cNvSpPr>
                <a:spLocks noChangeShapeType="1"/>
              </p:cNvSpPr>
              <p:nvPr/>
            </p:nvSpPr>
            <p:spPr bwMode="auto">
              <a:xfrm flipV="1">
                <a:off x="1947" y="1896"/>
                <a:ext cx="0" cy="138"/>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66" name="AutoShape 208"/>
              <p:cNvSpPr>
                <a:spLocks noChangeArrowheads="1"/>
              </p:cNvSpPr>
              <p:nvPr/>
            </p:nvSpPr>
            <p:spPr bwMode="auto">
              <a:xfrm rot="5400000">
                <a:off x="1827" y="1917"/>
                <a:ext cx="141" cy="96"/>
              </a:xfrm>
              <a:prstGeom prst="triangle">
                <a:avLst>
                  <a:gd name="adj" fmla="val 50000"/>
                </a:avLst>
              </a:prstGeom>
              <a:solidFill>
                <a:srgbClr val="FFFFFF"/>
              </a:solidFill>
              <a:ln w="15875">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grpSp>
      <p:grpSp>
        <p:nvGrpSpPr>
          <p:cNvPr id="167" name="Group 210"/>
          <p:cNvGrpSpPr>
            <a:grpSpLocks/>
          </p:cNvGrpSpPr>
          <p:nvPr/>
        </p:nvGrpSpPr>
        <p:grpSpPr bwMode="auto">
          <a:xfrm>
            <a:off x="9746292" y="1929441"/>
            <a:ext cx="233363" cy="534988"/>
            <a:chOff x="4823" y="646"/>
            <a:chExt cx="147" cy="337"/>
          </a:xfrm>
        </p:grpSpPr>
        <p:sp>
          <p:nvSpPr>
            <p:cNvPr id="168" name="Line 211"/>
            <p:cNvSpPr>
              <a:spLocks noChangeShapeType="1"/>
            </p:cNvSpPr>
            <p:nvPr/>
          </p:nvSpPr>
          <p:spPr bwMode="auto">
            <a:xfrm flipV="1">
              <a:off x="4923" y="668"/>
              <a:ext cx="0" cy="29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69" name="Line 212"/>
            <p:cNvSpPr>
              <a:spLocks noChangeShapeType="1"/>
            </p:cNvSpPr>
            <p:nvPr/>
          </p:nvSpPr>
          <p:spPr bwMode="auto">
            <a:xfrm flipH="1">
              <a:off x="4841" y="665"/>
              <a:ext cx="86"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70" name="Line 213"/>
            <p:cNvSpPr>
              <a:spLocks noChangeShapeType="1"/>
            </p:cNvSpPr>
            <p:nvPr/>
          </p:nvSpPr>
          <p:spPr bwMode="auto">
            <a:xfrm flipH="1">
              <a:off x="4844" y="966"/>
              <a:ext cx="8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71" name="Oval 214"/>
            <p:cNvSpPr>
              <a:spLocks noChangeArrowheads="1"/>
            </p:cNvSpPr>
            <p:nvPr/>
          </p:nvSpPr>
          <p:spPr bwMode="auto">
            <a:xfrm flipH="1">
              <a:off x="4823" y="646"/>
              <a:ext cx="41" cy="38"/>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72" name="Oval 215"/>
            <p:cNvSpPr>
              <a:spLocks noChangeArrowheads="1"/>
            </p:cNvSpPr>
            <p:nvPr/>
          </p:nvSpPr>
          <p:spPr bwMode="auto">
            <a:xfrm flipH="1">
              <a:off x="4829" y="945"/>
              <a:ext cx="41" cy="38"/>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nvGrpSpPr>
            <p:cNvPr id="173" name="Group 216"/>
            <p:cNvGrpSpPr>
              <a:grpSpLocks/>
            </p:cNvGrpSpPr>
            <p:nvPr/>
          </p:nvGrpSpPr>
          <p:grpSpPr bwMode="auto">
            <a:xfrm rot="-5400000">
              <a:off x="4888" y="760"/>
              <a:ext cx="70" cy="95"/>
              <a:chOff x="1850" y="1894"/>
              <a:chExt cx="97" cy="141"/>
            </a:xfrm>
          </p:grpSpPr>
          <p:sp>
            <p:nvSpPr>
              <p:cNvPr id="174" name="Line 217"/>
              <p:cNvSpPr>
                <a:spLocks noChangeShapeType="1"/>
              </p:cNvSpPr>
              <p:nvPr/>
            </p:nvSpPr>
            <p:spPr bwMode="auto">
              <a:xfrm flipV="1">
                <a:off x="1947" y="1896"/>
                <a:ext cx="0" cy="138"/>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75" name="AutoShape 218"/>
              <p:cNvSpPr>
                <a:spLocks noChangeArrowheads="1"/>
              </p:cNvSpPr>
              <p:nvPr/>
            </p:nvSpPr>
            <p:spPr bwMode="auto">
              <a:xfrm rot="5400000">
                <a:off x="1827" y="1917"/>
                <a:ext cx="141" cy="96"/>
              </a:xfrm>
              <a:prstGeom prst="triangle">
                <a:avLst>
                  <a:gd name="adj" fmla="val 50000"/>
                </a:avLst>
              </a:prstGeom>
              <a:solidFill>
                <a:srgbClr val="FFFFFF"/>
              </a:solidFill>
              <a:ln w="15875">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grpSp>
      <p:grpSp>
        <p:nvGrpSpPr>
          <p:cNvPr id="176" name="Group 219"/>
          <p:cNvGrpSpPr>
            <a:grpSpLocks/>
          </p:cNvGrpSpPr>
          <p:nvPr/>
        </p:nvGrpSpPr>
        <p:grpSpPr bwMode="auto">
          <a:xfrm>
            <a:off x="8550904" y="1929441"/>
            <a:ext cx="233362" cy="534988"/>
            <a:chOff x="4823" y="646"/>
            <a:chExt cx="147" cy="337"/>
          </a:xfrm>
        </p:grpSpPr>
        <p:sp>
          <p:nvSpPr>
            <p:cNvPr id="177" name="Line 220"/>
            <p:cNvSpPr>
              <a:spLocks noChangeShapeType="1"/>
            </p:cNvSpPr>
            <p:nvPr/>
          </p:nvSpPr>
          <p:spPr bwMode="auto">
            <a:xfrm flipV="1">
              <a:off x="4923" y="668"/>
              <a:ext cx="0" cy="29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78" name="Line 221"/>
            <p:cNvSpPr>
              <a:spLocks noChangeShapeType="1"/>
            </p:cNvSpPr>
            <p:nvPr/>
          </p:nvSpPr>
          <p:spPr bwMode="auto">
            <a:xfrm flipH="1">
              <a:off x="4841" y="665"/>
              <a:ext cx="86"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79" name="Line 222"/>
            <p:cNvSpPr>
              <a:spLocks noChangeShapeType="1"/>
            </p:cNvSpPr>
            <p:nvPr/>
          </p:nvSpPr>
          <p:spPr bwMode="auto">
            <a:xfrm flipH="1">
              <a:off x="4844" y="966"/>
              <a:ext cx="8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80" name="Oval 223"/>
            <p:cNvSpPr>
              <a:spLocks noChangeArrowheads="1"/>
            </p:cNvSpPr>
            <p:nvPr/>
          </p:nvSpPr>
          <p:spPr bwMode="auto">
            <a:xfrm flipH="1">
              <a:off x="4823" y="646"/>
              <a:ext cx="41" cy="38"/>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81" name="Oval 224"/>
            <p:cNvSpPr>
              <a:spLocks noChangeArrowheads="1"/>
            </p:cNvSpPr>
            <p:nvPr/>
          </p:nvSpPr>
          <p:spPr bwMode="auto">
            <a:xfrm flipH="1">
              <a:off x="4829" y="945"/>
              <a:ext cx="41" cy="38"/>
            </a:xfrm>
            <a:prstGeom prst="ellipse">
              <a:avLst/>
            </a:prstGeom>
            <a:solidFill>
              <a:srgbClr val="000000"/>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nvGrpSpPr>
            <p:cNvPr id="182" name="Group 225"/>
            <p:cNvGrpSpPr>
              <a:grpSpLocks/>
            </p:cNvGrpSpPr>
            <p:nvPr/>
          </p:nvGrpSpPr>
          <p:grpSpPr bwMode="auto">
            <a:xfrm rot="-5400000">
              <a:off x="4888" y="760"/>
              <a:ext cx="70" cy="95"/>
              <a:chOff x="1850" y="1894"/>
              <a:chExt cx="97" cy="141"/>
            </a:xfrm>
          </p:grpSpPr>
          <p:sp>
            <p:nvSpPr>
              <p:cNvPr id="183" name="Line 226"/>
              <p:cNvSpPr>
                <a:spLocks noChangeShapeType="1"/>
              </p:cNvSpPr>
              <p:nvPr/>
            </p:nvSpPr>
            <p:spPr bwMode="auto">
              <a:xfrm flipV="1">
                <a:off x="1947" y="1896"/>
                <a:ext cx="0" cy="138"/>
              </a:xfrm>
              <a:prstGeom prst="line">
                <a:avLst/>
              </a:prstGeom>
              <a:noFill/>
              <a:ln w="25400">
                <a:solidFill>
                  <a:srgbClr val="00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sp>
            <p:nvSpPr>
              <p:cNvPr id="184" name="AutoShape 227"/>
              <p:cNvSpPr>
                <a:spLocks noChangeArrowheads="1"/>
              </p:cNvSpPr>
              <p:nvPr/>
            </p:nvSpPr>
            <p:spPr bwMode="auto">
              <a:xfrm rot="5400000">
                <a:off x="1827" y="1917"/>
                <a:ext cx="141" cy="96"/>
              </a:xfrm>
              <a:prstGeom prst="triangle">
                <a:avLst>
                  <a:gd name="adj" fmla="val 50000"/>
                </a:avLst>
              </a:prstGeom>
              <a:solidFill>
                <a:srgbClr val="FFFFFF"/>
              </a:solidFill>
              <a:ln w="15875">
                <a:solidFill>
                  <a:srgbClr val="00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de-DE" sz="1200" kern="0">
                  <a:solidFill>
                    <a:srgbClr val="000000"/>
                  </a:solidFill>
                </a:endParaRPr>
              </a:p>
            </p:txBody>
          </p:sp>
        </p:grpSp>
      </p:grpSp>
      <p:sp>
        <p:nvSpPr>
          <p:cNvPr id="185" name="Text Box 50"/>
          <p:cNvSpPr txBox="1">
            <a:spLocks noChangeArrowheads="1"/>
          </p:cNvSpPr>
          <p:nvPr/>
        </p:nvSpPr>
        <p:spPr bwMode="auto">
          <a:xfrm>
            <a:off x="1346830" y="866456"/>
            <a:ext cx="9380537" cy="40011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spcAft>
                <a:spcPct val="15000"/>
              </a:spcAft>
              <a:defRPr/>
            </a:pPr>
            <a:r>
              <a:rPr lang="de-DE" sz="2000" b="1" kern="0" dirty="0">
                <a:solidFill>
                  <a:srgbClr val="000000"/>
                </a:solidFill>
              </a:rPr>
              <a:t>Variable Speed Drives </a:t>
            </a:r>
            <a:endParaRPr lang="de-DE" sz="1800" b="1" kern="0" dirty="0">
              <a:solidFill>
                <a:srgbClr val="000000"/>
              </a:solidFill>
            </a:endParaRPr>
          </a:p>
        </p:txBody>
      </p:sp>
      <p:grpSp>
        <p:nvGrpSpPr>
          <p:cNvPr id="187" name="Gruppieren 186"/>
          <p:cNvGrpSpPr/>
          <p:nvPr/>
        </p:nvGrpSpPr>
        <p:grpSpPr>
          <a:xfrm>
            <a:off x="7400909" y="1089857"/>
            <a:ext cx="1094516" cy="559369"/>
            <a:chOff x="6224768" y="902340"/>
            <a:chExt cx="1094516" cy="559369"/>
          </a:xfrm>
        </p:grpSpPr>
        <p:sp>
          <p:nvSpPr>
            <p:cNvPr id="188" name="Rectangle 99"/>
            <p:cNvSpPr>
              <a:spLocks noChangeArrowheads="1"/>
            </p:cNvSpPr>
            <p:nvPr/>
          </p:nvSpPr>
          <p:spPr bwMode="auto">
            <a:xfrm rot="16200000">
              <a:off x="6491489" y="638001"/>
              <a:ext cx="559368" cy="1088047"/>
            </a:xfrm>
            <a:prstGeom prst="rect">
              <a:avLst/>
            </a:prstGeom>
            <a:solidFill>
              <a:srgbClr val="666699"/>
            </a:solidFill>
            <a:ln w="12700">
              <a:noFill/>
              <a:miter lim="800000"/>
              <a:headEnd/>
              <a:tailEnd/>
            </a:ln>
          </p:spPr>
          <p:txBody>
            <a:bodyPr/>
            <a:lstStyle/>
            <a:p>
              <a:pPr>
                <a:defRPr/>
              </a:pPr>
              <a:endParaRPr lang="de-DE" kern="0">
                <a:solidFill>
                  <a:srgbClr val="000000"/>
                </a:solidFill>
              </a:endParaRPr>
            </a:p>
          </p:txBody>
        </p:sp>
        <p:sp>
          <p:nvSpPr>
            <p:cNvPr id="189" name="Gleichschenkliges Dreieck 188"/>
            <p:cNvSpPr/>
            <p:nvPr/>
          </p:nvSpPr>
          <p:spPr bwMode="auto">
            <a:xfrm rot="10800000">
              <a:off x="6235398" y="902341"/>
              <a:ext cx="1083886" cy="559368"/>
            </a:xfrm>
            <a:prstGeom prst="triangle">
              <a:avLst/>
            </a:pr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de-DE" kern="0">
                <a:solidFill>
                  <a:srgbClr val="000000"/>
                </a:solidFill>
              </a:endParaRPr>
            </a:p>
          </p:txBody>
        </p:sp>
        <p:sp>
          <p:nvSpPr>
            <p:cNvPr id="190" name="Rectangle 102"/>
            <p:cNvSpPr>
              <a:spLocks noChangeArrowheads="1"/>
            </p:cNvSpPr>
            <p:nvPr/>
          </p:nvSpPr>
          <p:spPr bwMode="auto">
            <a:xfrm>
              <a:off x="7050333" y="1225761"/>
              <a:ext cx="224368" cy="191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p>
              <a:pPr>
                <a:defRPr/>
              </a:pPr>
              <a:r>
                <a:rPr lang="de-DE" sz="1200" b="1" kern="0" dirty="0">
                  <a:solidFill>
                    <a:srgbClr val="CECECE"/>
                  </a:solidFill>
                </a:rPr>
                <a:t>AC</a:t>
              </a:r>
              <a:endParaRPr lang="de-DE" sz="1200" kern="0" dirty="0">
                <a:solidFill>
                  <a:srgbClr val="000000"/>
                </a:solidFill>
              </a:endParaRPr>
            </a:p>
          </p:txBody>
        </p:sp>
        <p:sp>
          <p:nvSpPr>
            <p:cNvPr id="191" name="Rectangle 102"/>
            <p:cNvSpPr>
              <a:spLocks noChangeArrowheads="1"/>
            </p:cNvSpPr>
            <p:nvPr/>
          </p:nvSpPr>
          <p:spPr bwMode="auto">
            <a:xfrm flipH="1">
              <a:off x="6272408" y="1225761"/>
              <a:ext cx="224368" cy="191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p>
              <a:pPr>
                <a:defRPr/>
              </a:pPr>
              <a:r>
                <a:rPr lang="de-DE" sz="1200" b="1" kern="0" dirty="0">
                  <a:solidFill>
                    <a:srgbClr val="CECECE"/>
                  </a:solidFill>
                </a:rPr>
                <a:t>AC</a:t>
              </a:r>
              <a:endParaRPr lang="de-DE" sz="1200" kern="0" dirty="0">
                <a:solidFill>
                  <a:srgbClr val="000000"/>
                </a:solidFill>
              </a:endParaRPr>
            </a:p>
          </p:txBody>
        </p:sp>
        <p:sp>
          <p:nvSpPr>
            <p:cNvPr id="192" name="Rectangle 103"/>
            <p:cNvSpPr>
              <a:spLocks noChangeArrowheads="1"/>
            </p:cNvSpPr>
            <p:nvPr/>
          </p:nvSpPr>
          <p:spPr bwMode="auto">
            <a:xfrm flipH="1">
              <a:off x="6661370" y="946345"/>
              <a:ext cx="224368" cy="191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p>
              <a:pPr>
                <a:defRPr/>
              </a:pPr>
              <a:r>
                <a:rPr lang="de-DE" sz="1200" b="1" kern="0" dirty="0">
                  <a:solidFill>
                    <a:srgbClr val="4D4D4D"/>
                  </a:solidFill>
                </a:rPr>
                <a:t>DC</a:t>
              </a:r>
              <a:endParaRPr lang="de-DE" sz="1200" kern="0" dirty="0">
                <a:solidFill>
                  <a:srgbClr val="000000"/>
                </a:solidFill>
              </a:endParaRPr>
            </a:p>
          </p:txBody>
        </p:sp>
        <p:sp>
          <p:nvSpPr>
            <p:cNvPr id="193" name="Rechteck 192"/>
            <p:cNvSpPr/>
            <p:nvPr/>
          </p:nvSpPr>
          <p:spPr bwMode="auto">
            <a:xfrm>
              <a:off x="6224768" y="902340"/>
              <a:ext cx="1090429" cy="559369"/>
            </a:xfrm>
            <a:prstGeom prst="rect">
              <a:avLst/>
            </a:prstGeom>
            <a:noFill/>
            <a:ln w="12700">
              <a:solidFill>
                <a:srgbClr val="000000">
                  <a:lumMod val="50000"/>
                  <a:lumOff val="50000"/>
                </a:srgbClr>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ctr">
                <a:defRPr/>
              </a:pPr>
              <a:endParaRPr lang="de-DE" sz="1200" kern="0">
                <a:solidFill>
                  <a:srgbClr val="000000"/>
                </a:solidFill>
              </a:endParaRPr>
            </a:p>
          </p:txBody>
        </p:sp>
      </p:grpSp>
      <mc:AlternateContent xmlns:mc="http://schemas.openxmlformats.org/markup-compatibility/2006" xmlns:a14="http://schemas.microsoft.com/office/drawing/2010/main">
        <mc:Choice Requires="a14">
          <p:sp>
            <p:nvSpPr>
              <p:cNvPr id="194" name="Textfeld 193"/>
              <p:cNvSpPr txBox="1"/>
              <p:nvPr/>
            </p:nvSpPr>
            <p:spPr>
              <a:xfrm>
                <a:off x="6265180" y="3708523"/>
                <a:ext cx="1123854" cy="369332"/>
              </a:xfrm>
              <a:prstGeom prst="rect">
                <a:avLst/>
              </a:prstGeom>
              <a:noFill/>
            </p:spPr>
            <p:txBody>
              <a:bodyPr wrap="square" rtlCol="0">
                <a:spAutoFit/>
              </a:bodyPr>
              <a:lstStyle/>
              <a:p>
                <a:pPr>
                  <a:defRPr/>
                </a:pPr>
                <a14:m>
                  <m:oMathPara xmlns:m="http://schemas.openxmlformats.org/officeDocument/2006/math">
                    <m:oMathParaPr>
                      <m:jc m:val="centerGroup"/>
                    </m:oMathParaPr>
                    <m:oMath xmlns:m="http://schemas.openxmlformats.org/officeDocument/2006/math">
                      <m:r>
                        <a:rPr lang="de-DE" i="1" kern="0">
                          <a:solidFill>
                            <a:srgbClr val="000000"/>
                          </a:solidFill>
                          <a:latin typeface="Cambria Math"/>
                          <a:ea typeface="Cambria Math"/>
                        </a:rPr>
                        <m:t>𝜂</m:t>
                      </m:r>
                      <m:r>
                        <a:rPr lang="de-DE" i="1" kern="0">
                          <a:solidFill>
                            <a:srgbClr val="000000"/>
                          </a:solidFill>
                          <a:latin typeface="Cambria Math"/>
                          <a:ea typeface="Cambria Math"/>
                        </a:rPr>
                        <m:t>=0,97</m:t>
                      </m:r>
                    </m:oMath>
                  </m:oMathPara>
                </a14:m>
                <a:endParaRPr lang="de-DE" kern="0" dirty="0">
                  <a:solidFill>
                    <a:srgbClr val="000000"/>
                  </a:solidFill>
                </a:endParaRPr>
              </a:p>
            </p:txBody>
          </p:sp>
        </mc:Choice>
        <mc:Fallback xmlns="">
          <p:sp>
            <p:nvSpPr>
              <p:cNvPr id="194" name="Textfeld 193"/>
              <p:cNvSpPr txBox="1">
                <a:spLocks noRot="1" noChangeAspect="1" noMove="1" noResize="1" noEditPoints="1" noAdjustHandles="1" noChangeArrowheads="1" noChangeShapeType="1" noTextEdit="1"/>
              </p:cNvSpPr>
              <p:nvPr/>
            </p:nvSpPr>
            <p:spPr>
              <a:xfrm>
                <a:off x="6265180" y="3708523"/>
                <a:ext cx="1123854" cy="369332"/>
              </a:xfrm>
              <a:prstGeom prst="rect">
                <a:avLst/>
              </a:prstGeom>
              <a:blipFill>
                <a:blip r:embed="rId7"/>
                <a:stretch>
                  <a:fillRect b="-655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95" name="Textfeld 194"/>
              <p:cNvSpPr txBox="1"/>
              <p:nvPr/>
            </p:nvSpPr>
            <p:spPr>
              <a:xfrm>
                <a:off x="8511358" y="3701618"/>
                <a:ext cx="1123854" cy="369332"/>
              </a:xfrm>
              <a:prstGeom prst="rect">
                <a:avLst/>
              </a:prstGeom>
              <a:noFill/>
            </p:spPr>
            <p:txBody>
              <a:bodyPr wrap="square" rtlCol="0">
                <a:spAutoFit/>
              </a:bodyPr>
              <a:lstStyle/>
              <a:p>
                <a:pPr>
                  <a:defRPr/>
                </a:pPr>
                <a14:m>
                  <m:oMathPara xmlns:m="http://schemas.openxmlformats.org/officeDocument/2006/math">
                    <m:oMathParaPr>
                      <m:jc m:val="centerGroup"/>
                    </m:oMathParaPr>
                    <m:oMath xmlns:m="http://schemas.openxmlformats.org/officeDocument/2006/math">
                      <m:r>
                        <a:rPr lang="de-DE" i="1" kern="0">
                          <a:solidFill>
                            <a:srgbClr val="000000"/>
                          </a:solidFill>
                          <a:latin typeface="Cambria Math"/>
                          <a:ea typeface="Cambria Math"/>
                        </a:rPr>
                        <m:t>𝜂</m:t>
                      </m:r>
                      <m:r>
                        <a:rPr lang="de-DE" i="1" kern="0">
                          <a:solidFill>
                            <a:srgbClr val="000000"/>
                          </a:solidFill>
                          <a:latin typeface="Cambria Math"/>
                          <a:ea typeface="Cambria Math"/>
                        </a:rPr>
                        <m:t>=0,97</m:t>
                      </m:r>
                    </m:oMath>
                  </m:oMathPara>
                </a14:m>
                <a:endParaRPr lang="de-DE" kern="0" dirty="0">
                  <a:solidFill>
                    <a:srgbClr val="000000"/>
                  </a:solidFill>
                </a:endParaRPr>
              </a:p>
            </p:txBody>
          </p:sp>
        </mc:Choice>
        <mc:Fallback xmlns="">
          <p:sp>
            <p:nvSpPr>
              <p:cNvPr id="195" name="Textfeld 194"/>
              <p:cNvSpPr txBox="1">
                <a:spLocks noRot="1" noChangeAspect="1" noMove="1" noResize="1" noEditPoints="1" noAdjustHandles="1" noChangeArrowheads="1" noChangeShapeType="1" noTextEdit="1"/>
              </p:cNvSpPr>
              <p:nvPr/>
            </p:nvSpPr>
            <p:spPr>
              <a:xfrm>
                <a:off x="8511358" y="3701618"/>
                <a:ext cx="1123854" cy="369332"/>
              </a:xfrm>
              <a:prstGeom prst="rect">
                <a:avLst/>
              </a:prstGeom>
              <a:blipFill>
                <a:blip r:embed="rId8"/>
                <a:stretch>
                  <a:fillRect b="-6557"/>
                </a:stretch>
              </a:blipFill>
            </p:spPr>
            <p:txBody>
              <a:bodyPr/>
              <a:lstStyle/>
              <a:p>
                <a:r>
                  <a:rPr lang="de-DE">
                    <a:noFill/>
                  </a:rPr>
                  <a:t> </a:t>
                </a:r>
              </a:p>
            </p:txBody>
          </p:sp>
        </mc:Fallback>
      </mc:AlternateContent>
      <p:pic>
        <p:nvPicPr>
          <p:cNvPr id="196" name="Picture 188" descr="Waschmaschine_1"/>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0289216" y="2956322"/>
            <a:ext cx="733425" cy="9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6254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3" name="Grafik 3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16200000">
            <a:off x="1231933" y="3959866"/>
            <a:ext cx="2443502" cy="1616471"/>
          </a:xfrm>
          <a:prstGeom prst="rect">
            <a:avLst/>
          </a:prstGeom>
        </p:spPr>
      </p:pic>
      <p:sp>
        <p:nvSpPr>
          <p:cNvPr id="34" name="AutoShape 4"/>
          <p:cNvSpPr>
            <a:spLocks noChangeArrowheads="1"/>
          </p:cNvSpPr>
          <p:nvPr/>
        </p:nvSpPr>
        <p:spPr bwMode="auto">
          <a:xfrm>
            <a:off x="1143001" y="2970089"/>
            <a:ext cx="9902825" cy="422275"/>
          </a:xfrm>
          <a:prstGeom prst="homePlate">
            <a:avLst>
              <a:gd name="adj" fmla="val 64639"/>
            </a:avLst>
          </a:prstGeom>
          <a:gradFill rotWithShape="1">
            <a:gsLst>
              <a:gs pos="0">
                <a:srgbClr val="002060"/>
              </a:gs>
              <a:gs pos="100000">
                <a:srgbClr val="109D7C"/>
              </a:gs>
            </a:gsLst>
            <a:lin ang="0" scaled="1"/>
          </a:gradFill>
          <a:ln>
            <a:noFill/>
          </a:ln>
          <a:effectLst>
            <a:outerShdw blurRad="50800" dist="38100" dir="2700000" algn="tl" rotWithShape="0">
              <a:prstClr val="black">
                <a:alpha val="40000"/>
              </a:prstClr>
            </a:outerShdw>
          </a:effectLst>
        </p:spPr>
        <p:txBody>
          <a:bodyPr wrap="none" anchor="ctr"/>
          <a:lstStyle/>
          <a:p>
            <a:endParaRPr lang="de-DE">
              <a:solidFill>
                <a:srgbClr val="000000"/>
              </a:solidFill>
            </a:endParaRPr>
          </a:p>
        </p:txBody>
      </p:sp>
      <p:sp>
        <p:nvSpPr>
          <p:cNvPr id="35" name="Text Box 6"/>
          <p:cNvSpPr txBox="1">
            <a:spLocks noChangeArrowheads="1"/>
          </p:cNvSpPr>
          <p:nvPr/>
        </p:nvSpPr>
        <p:spPr bwMode="auto">
          <a:xfrm>
            <a:off x="1735139" y="3022463"/>
            <a:ext cx="9096375" cy="340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tabLst>
                <a:tab pos="3594100" algn="l"/>
                <a:tab pos="5562600" algn="l"/>
                <a:tab pos="7531100" algn="l"/>
              </a:tabLst>
              <a:defRPr sz="1200">
                <a:solidFill>
                  <a:schemeClr val="tx1"/>
                </a:solidFill>
                <a:latin typeface="Arial" charset="0"/>
              </a:defRPr>
            </a:lvl1pPr>
            <a:lvl2pPr marL="742950" indent="-285750">
              <a:tabLst>
                <a:tab pos="3594100" algn="l"/>
                <a:tab pos="5562600" algn="l"/>
                <a:tab pos="7531100" algn="l"/>
              </a:tabLst>
              <a:defRPr sz="1200">
                <a:solidFill>
                  <a:schemeClr val="tx1"/>
                </a:solidFill>
                <a:latin typeface="Arial" charset="0"/>
              </a:defRPr>
            </a:lvl2pPr>
            <a:lvl3pPr marL="1143000" indent="-228600">
              <a:tabLst>
                <a:tab pos="3594100" algn="l"/>
                <a:tab pos="5562600" algn="l"/>
                <a:tab pos="7531100" algn="l"/>
              </a:tabLst>
              <a:defRPr sz="1200">
                <a:solidFill>
                  <a:schemeClr val="tx1"/>
                </a:solidFill>
                <a:latin typeface="Arial" charset="0"/>
              </a:defRPr>
            </a:lvl3pPr>
            <a:lvl4pPr marL="1600200" indent="-228600">
              <a:tabLst>
                <a:tab pos="3594100" algn="l"/>
                <a:tab pos="5562600" algn="l"/>
                <a:tab pos="7531100" algn="l"/>
              </a:tabLst>
              <a:defRPr sz="1200">
                <a:solidFill>
                  <a:schemeClr val="tx1"/>
                </a:solidFill>
                <a:latin typeface="Arial" charset="0"/>
              </a:defRPr>
            </a:lvl4pPr>
            <a:lvl5pPr marL="2057400" indent="-228600">
              <a:tabLst>
                <a:tab pos="3594100" algn="l"/>
                <a:tab pos="5562600" algn="l"/>
                <a:tab pos="7531100" algn="l"/>
              </a:tabLst>
              <a:defRPr sz="1200">
                <a:solidFill>
                  <a:schemeClr val="tx1"/>
                </a:solidFill>
                <a:latin typeface="Arial" charset="0"/>
              </a:defRPr>
            </a:lvl5pPr>
            <a:lvl6pPr marL="2514600" indent="-228600" eaLnBrk="0" fontAlgn="base" hangingPunct="0">
              <a:spcBef>
                <a:spcPct val="0"/>
              </a:spcBef>
              <a:spcAft>
                <a:spcPct val="0"/>
              </a:spcAft>
              <a:tabLst>
                <a:tab pos="3594100" algn="l"/>
                <a:tab pos="5562600" algn="l"/>
                <a:tab pos="7531100" algn="l"/>
              </a:tabLst>
              <a:defRPr sz="1200">
                <a:solidFill>
                  <a:schemeClr val="tx1"/>
                </a:solidFill>
                <a:latin typeface="Arial" charset="0"/>
              </a:defRPr>
            </a:lvl6pPr>
            <a:lvl7pPr marL="2971800" indent="-228600" eaLnBrk="0" fontAlgn="base" hangingPunct="0">
              <a:spcBef>
                <a:spcPct val="0"/>
              </a:spcBef>
              <a:spcAft>
                <a:spcPct val="0"/>
              </a:spcAft>
              <a:tabLst>
                <a:tab pos="3594100" algn="l"/>
                <a:tab pos="5562600" algn="l"/>
                <a:tab pos="7531100" algn="l"/>
              </a:tabLst>
              <a:defRPr sz="1200">
                <a:solidFill>
                  <a:schemeClr val="tx1"/>
                </a:solidFill>
                <a:latin typeface="Arial" charset="0"/>
              </a:defRPr>
            </a:lvl7pPr>
            <a:lvl8pPr marL="3429000" indent="-228600" eaLnBrk="0" fontAlgn="base" hangingPunct="0">
              <a:spcBef>
                <a:spcPct val="0"/>
              </a:spcBef>
              <a:spcAft>
                <a:spcPct val="0"/>
              </a:spcAft>
              <a:tabLst>
                <a:tab pos="3594100" algn="l"/>
                <a:tab pos="5562600" algn="l"/>
                <a:tab pos="7531100" algn="l"/>
              </a:tabLst>
              <a:defRPr sz="1200">
                <a:solidFill>
                  <a:schemeClr val="tx1"/>
                </a:solidFill>
                <a:latin typeface="Arial" charset="0"/>
              </a:defRPr>
            </a:lvl8pPr>
            <a:lvl9pPr marL="3886200" indent="-228600" eaLnBrk="0" fontAlgn="base" hangingPunct="0">
              <a:spcBef>
                <a:spcPct val="0"/>
              </a:spcBef>
              <a:spcAft>
                <a:spcPct val="0"/>
              </a:spcAft>
              <a:tabLst>
                <a:tab pos="3594100" algn="l"/>
                <a:tab pos="5562600" algn="l"/>
                <a:tab pos="7531100" algn="l"/>
              </a:tabLst>
              <a:defRPr sz="1200">
                <a:solidFill>
                  <a:schemeClr val="tx1"/>
                </a:solidFill>
                <a:latin typeface="Arial" charset="0"/>
              </a:defRPr>
            </a:lvl9pPr>
          </a:lstStyle>
          <a:p>
            <a:r>
              <a:rPr lang="de-DE" sz="1600" b="1" dirty="0">
                <a:solidFill>
                  <a:schemeClr val="bg1"/>
                </a:solidFill>
              </a:rPr>
              <a:t>       1885	1960 	1970	 1980</a:t>
            </a:r>
          </a:p>
        </p:txBody>
      </p:sp>
      <p:sp>
        <p:nvSpPr>
          <p:cNvPr id="36" name="Line 7"/>
          <p:cNvSpPr>
            <a:spLocks noChangeShapeType="1"/>
          </p:cNvSpPr>
          <p:nvPr/>
        </p:nvSpPr>
        <p:spPr bwMode="auto">
          <a:xfrm>
            <a:off x="5105400" y="3400300"/>
            <a:ext cx="0" cy="254000"/>
          </a:xfrm>
          <a:prstGeom prst="line">
            <a:avLst/>
          </a:prstGeom>
          <a:noFill/>
          <a:ln w="38100">
            <a:solidFill>
              <a:schemeClr val="bg1">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de-DE"/>
          </a:p>
        </p:txBody>
      </p:sp>
      <p:sp>
        <p:nvSpPr>
          <p:cNvPr id="37" name="Line 10"/>
          <p:cNvSpPr>
            <a:spLocks noChangeShapeType="1"/>
          </p:cNvSpPr>
          <p:nvPr/>
        </p:nvSpPr>
        <p:spPr bwMode="auto">
          <a:xfrm>
            <a:off x="10452100" y="3400300"/>
            <a:ext cx="0" cy="254000"/>
          </a:xfrm>
          <a:prstGeom prst="line">
            <a:avLst/>
          </a:prstGeom>
          <a:noFill/>
          <a:ln w="38100">
            <a:solidFill>
              <a:schemeClr val="bg1">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de-DE"/>
          </a:p>
        </p:txBody>
      </p:sp>
      <p:sp>
        <p:nvSpPr>
          <p:cNvPr id="38" name="Freeform 5"/>
          <p:cNvSpPr>
            <a:spLocks/>
          </p:cNvSpPr>
          <p:nvPr/>
        </p:nvSpPr>
        <p:spPr bwMode="auto">
          <a:xfrm rot="16200000">
            <a:off x="3917951" y="3158879"/>
            <a:ext cx="461434" cy="46808"/>
          </a:xfrm>
          <a:custGeom>
            <a:avLst/>
            <a:gdLst>
              <a:gd name="T0" fmla="*/ 0 w 664"/>
              <a:gd name="T1" fmla="*/ 18557081 h 99"/>
              <a:gd name="T2" fmla="*/ 85118090 w 664"/>
              <a:gd name="T3" fmla="*/ 2061705 h 99"/>
              <a:gd name="T4" fmla="*/ 161276499 w 664"/>
              <a:gd name="T5" fmla="*/ 6560484 h 99"/>
              <a:gd name="T6" fmla="*/ 215035332 w 664"/>
              <a:gd name="T7" fmla="*/ 15558040 h 99"/>
              <a:gd name="T8" fmla="*/ 304633637 w 664"/>
              <a:gd name="T9" fmla="*/ 15558040 h 99"/>
              <a:gd name="T10" fmla="*/ 371832366 w 664"/>
              <a:gd name="T11" fmla="*/ 3561443 h 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4" h="99">
                <a:moveTo>
                  <a:pt x="0" y="99"/>
                </a:moveTo>
                <a:cubicBezTo>
                  <a:pt x="52" y="60"/>
                  <a:pt x="104" y="22"/>
                  <a:pt x="152" y="11"/>
                </a:cubicBezTo>
                <a:cubicBezTo>
                  <a:pt x="200" y="0"/>
                  <a:pt x="250" y="23"/>
                  <a:pt x="288" y="35"/>
                </a:cubicBezTo>
                <a:cubicBezTo>
                  <a:pt x="326" y="47"/>
                  <a:pt x="341" y="75"/>
                  <a:pt x="384" y="83"/>
                </a:cubicBezTo>
                <a:cubicBezTo>
                  <a:pt x="427" y="91"/>
                  <a:pt x="497" y="94"/>
                  <a:pt x="544" y="83"/>
                </a:cubicBezTo>
                <a:cubicBezTo>
                  <a:pt x="591" y="72"/>
                  <a:pt x="627" y="45"/>
                  <a:pt x="664" y="19"/>
                </a:cubicBezTo>
              </a:path>
            </a:pathLst>
          </a:custGeom>
          <a:noFill/>
          <a:ln w="73025" cap="flat" cmpd="sng">
            <a:solidFill>
              <a:schemeClr val="bg1">
                <a:lumMod val="9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9" name="Freeform 16"/>
          <p:cNvSpPr>
            <a:spLocks/>
          </p:cNvSpPr>
          <p:nvPr/>
        </p:nvSpPr>
        <p:spPr bwMode="auto">
          <a:xfrm rot="16200000">
            <a:off x="4594187" y="3153248"/>
            <a:ext cx="461434" cy="46808"/>
          </a:xfrm>
          <a:custGeom>
            <a:avLst/>
            <a:gdLst>
              <a:gd name="T0" fmla="*/ 0 w 664"/>
              <a:gd name="T1" fmla="*/ 18557081 h 99"/>
              <a:gd name="T2" fmla="*/ 85118090 w 664"/>
              <a:gd name="T3" fmla="*/ 2061705 h 99"/>
              <a:gd name="T4" fmla="*/ 161276499 w 664"/>
              <a:gd name="T5" fmla="*/ 6560484 h 99"/>
              <a:gd name="T6" fmla="*/ 215035332 w 664"/>
              <a:gd name="T7" fmla="*/ 15558040 h 99"/>
              <a:gd name="T8" fmla="*/ 304633637 w 664"/>
              <a:gd name="T9" fmla="*/ 15558040 h 99"/>
              <a:gd name="T10" fmla="*/ 371832366 w 664"/>
              <a:gd name="T11" fmla="*/ 3561443 h 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4" h="99">
                <a:moveTo>
                  <a:pt x="0" y="99"/>
                </a:moveTo>
                <a:cubicBezTo>
                  <a:pt x="52" y="60"/>
                  <a:pt x="104" y="22"/>
                  <a:pt x="152" y="11"/>
                </a:cubicBezTo>
                <a:cubicBezTo>
                  <a:pt x="200" y="0"/>
                  <a:pt x="250" y="23"/>
                  <a:pt x="288" y="35"/>
                </a:cubicBezTo>
                <a:cubicBezTo>
                  <a:pt x="326" y="47"/>
                  <a:pt x="341" y="75"/>
                  <a:pt x="384" y="83"/>
                </a:cubicBezTo>
                <a:cubicBezTo>
                  <a:pt x="427" y="91"/>
                  <a:pt x="497" y="94"/>
                  <a:pt x="544" y="83"/>
                </a:cubicBezTo>
                <a:cubicBezTo>
                  <a:pt x="591" y="72"/>
                  <a:pt x="627" y="45"/>
                  <a:pt x="664" y="19"/>
                </a:cubicBezTo>
              </a:path>
            </a:pathLst>
          </a:custGeom>
          <a:noFill/>
          <a:ln w="73025" cap="flat" cmpd="sng">
            <a:solidFill>
              <a:schemeClr val="bg1">
                <a:lumMod val="95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pic>
        <p:nvPicPr>
          <p:cNvPr id="40" name="Picture 2" descr="Tesla_Nicola_3"/>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397017" y="1449900"/>
            <a:ext cx="1013043" cy="1371600"/>
          </a:xfrm>
          <a:prstGeom prst="rect">
            <a:avLst/>
          </a:prstGeom>
          <a:noFill/>
          <a:ln>
            <a:noFill/>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 Box 8"/>
          <p:cNvSpPr txBox="1">
            <a:spLocks noChangeArrowheads="1"/>
          </p:cNvSpPr>
          <p:nvPr/>
        </p:nvSpPr>
        <p:spPr bwMode="auto">
          <a:xfrm>
            <a:off x="4716463" y="3705125"/>
            <a:ext cx="4541926" cy="600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tabLst>
                <a:tab pos="812800" algn="l"/>
                <a:tab pos="2781300" algn="l"/>
              </a:tabLst>
              <a:defRPr sz="1200">
                <a:solidFill>
                  <a:schemeClr val="tx1"/>
                </a:solidFill>
                <a:latin typeface="Arial" charset="0"/>
              </a:defRPr>
            </a:lvl1pPr>
            <a:lvl2pPr marL="742950" indent="-285750">
              <a:tabLst>
                <a:tab pos="812800" algn="l"/>
                <a:tab pos="2781300" algn="l"/>
              </a:tabLst>
              <a:defRPr sz="1200">
                <a:solidFill>
                  <a:schemeClr val="tx1"/>
                </a:solidFill>
                <a:latin typeface="Arial" charset="0"/>
              </a:defRPr>
            </a:lvl2pPr>
            <a:lvl3pPr marL="1143000" indent="-228600">
              <a:tabLst>
                <a:tab pos="812800" algn="l"/>
                <a:tab pos="2781300" algn="l"/>
              </a:tabLst>
              <a:defRPr sz="1200">
                <a:solidFill>
                  <a:schemeClr val="tx1"/>
                </a:solidFill>
                <a:latin typeface="Arial" charset="0"/>
              </a:defRPr>
            </a:lvl3pPr>
            <a:lvl4pPr marL="1600200" indent="-228600">
              <a:tabLst>
                <a:tab pos="812800" algn="l"/>
                <a:tab pos="2781300" algn="l"/>
              </a:tabLst>
              <a:defRPr sz="1200">
                <a:solidFill>
                  <a:schemeClr val="tx1"/>
                </a:solidFill>
                <a:latin typeface="Arial" charset="0"/>
              </a:defRPr>
            </a:lvl4pPr>
            <a:lvl5pPr marL="2057400" indent="-228600">
              <a:tabLst>
                <a:tab pos="812800" algn="l"/>
                <a:tab pos="2781300" algn="l"/>
              </a:tabLst>
              <a:defRPr sz="1200">
                <a:solidFill>
                  <a:schemeClr val="tx1"/>
                </a:solidFill>
                <a:latin typeface="Arial" charset="0"/>
              </a:defRPr>
            </a:lvl5pPr>
            <a:lvl6pPr marL="2514600" indent="-228600" eaLnBrk="0" fontAlgn="base" hangingPunct="0">
              <a:spcBef>
                <a:spcPct val="0"/>
              </a:spcBef>
              <a:spcAft>
                <a:spcPct val="0"/>
              </a:spcAft>
              <a:tabLst>
                <a:tab pos="812800" algn="l"/>
                <a:tab pos="2781300" algn="l"/>
              </a:tabLst>
              <a:defRPr sz="1200">
                <a:solidFill>
                  <a:schemeClr val="tx1"/>
                </a:solidFill>
                <a:latin typeface="Arial" charset="0"/>
              </a:defRPr>
            </a:lvl6pPr>
            <a:lvl7pPr marL="2971800" indent="-228600" eaLnBrk="0" fontAlgn="base" hangingPunct="0">
              <a:spcBef>
                <a:spcPct val="0"/>
              </a:spcBef>
              <a:spcAft>
                <a:spcPct val="0"/>
              </a:spcAft>
              <a:tabLst>
                <a:tab pos="812800" algn="l"/>
                <a:tab pos="2781300" algn="l"/>
              </a:tabLst>
              <a:defRPr sz="1200">
                <a:solidFill>
                  <a:schemeClr val="tx1"/>
                </a:solidFill>
                <a:latin typeface="Arial" charset="0"/>
              </a:defRPr>
            </a:lvl7pPr>
            <a:lvl8pPr marL="3429000" indent="-228600" eaLnBrk="0" fontAlgn="base" hangingPunct="0">
              <a:spcBef>
                <a:spcPct val="0"/>
              </a:spcBef>
              <a:spcAft>
                <a:spcPct val="0"/>
              </a:spcAft>
              <a:tabLst>
                <a:tab pos="812800" algn="l"/>
                <a:tab pos="2781300" algn="l"/>
              </a:tabLst>
              <a:defRPr sz="1200">
                <a:solidFill>
                  <a:schemeClr val="tx1"/>
                </a:solidFill>
                <a:latin typeface="Arial" charset="0"/>
              </a:defRPr>
            </a:lvl8pPr>
            <a:lvl9pPr marL="3886200" indent="-228600" eaLnBrk="0" fontAlgn="base" hangingPunct="0">
              <a:spcBef>
                <a:spcPct val="0"/>
              </a:spcBef>
              <a:spcAft>
                <a:spcPct val="0"/>
              </a:spcAft>
              <a:tabLst>
                <a:tab pos="812800" algn="l"/>
                <a:tab pos="2781300" algn="l"/>
              </a:tabLst>
              <a:defRPr sz="1200">
                <a:solidFill>
                  <a:schemeClr val="tx1"/>
                </a:solidFill>
                <a:latin typeface="Arial" charset="0"/>
              </a:defRPr>
            </a:lvl9pPr>
          </a:lstStyle>
          <a:p>
            <a:pPr>
              <a:spcAft>
                <a:spcPct val="35000"/>
              </a:spcAft>
            </a:pPr>
            <a:r>
              <a:rPr lang="de-DE" sz="1400" dirty="0"/>
              <a:t>Si Leistungsdioden	    Leistungsmodule</a:t>
            </a:r>
          </a:p>
          <a:p>
            <a:pPr>
              <a:spcAft>
                <a:spcPct val="35000"/>
              </a:spcAft>
            </a:pPr>
            <a:r>
              <a:rPr lang="de-DE" sz="1400" dirty="0"/>
              <a:t>	Bipolar-Leistungstransistoren </a:t>
            </a:r>
          </a:p>
        </p:txBody>
      </p:sp>
      <p:sp>
        <p:nvSpPr>
          <p:cNvPr id="42" name="Text Box 9"/>
          <p:cNvSpPr txBox="1">
            <a:spLocks noChangeArrowheads="1"/>
          </p:cNvSpPr>
          <p:nvPr/>
        </p:nvSpPr>
        <p:spPr bwMode="auto">
          <a:xfrm>
            <a:off x="9013825" y="3705125"/>
            <a:ext cx="1779952" cy="600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tabLst>
                <a:tab pos="1168400" algn="l"/>
              </a:tabLst>
              <a:defRPr sz="1200">
                <a:solidFill>
                  <a:schemeClr val="tx1"/>
                </a:solidFill>
                <a:latin typeface="Arial" charset="0"/>
              </a:defRPr>
            </a:lvl1pPr>
            <a:lvl2pPr marL="742950" indent="-285750">
              <a:tabLst>
                <a:tab pos="1168400" algn="l"/>
              </a:tabLst>
              <a:defRPr sz="1200">
                <a:solidFill>
                  <a:schemeClr val="tx1"/>
                </a:solidFill>
                <a:latin typeface="Arial" charset="0"/>
              </a:defRPr>
            </a:lvl2pPr>
            <a:lvl3pPr marL="1143000" indent="-228600">
              <a:tabLst>
                <a:tab pos="1168400" algn="l"/>
              </a:tabLst>
              <a:defRPr sz="1200">
                <a:solidFill>
                  <a:schemeClr val="tx1"/>
                </a:solidFill>
                <a:latin typeface="Arial" charset="0"/>
              </a:defRPr>
            </a:lvl3pPr>
            <a:lvl4pPr marL="1600200" indent="-228600">
              <a:tabLst>
                <a:tab pos="1168400" algn="l"/>
              </a:tabLst>
              <a:defRPr sz="1200">
                <a:solidFill>
                  <a:schemeClr val="tx1"/>
                </a:solidFill>
                <a:latin typeface="Arial" charset="0"/>
              </a:defRPr>
            </a:lvl4pPr>
            <a:lvl5pPr marL="2057400" indent="-228600">
              <a:tabLst>
                <a:tab pos="1168400" algn="l"/>
              </a:tabLst>
              <a:defRPr sz="1200">
                <a:solidFill>
                  <a:schemeClr val="tx1"/>
                </a:solidFill>
                <a:latin typeface="Arial" charset="0"/>
              </a:defRPr>
            </a:lvl5pPr>
            <a:lvl6pPr marL="2514600" indent="-228600" eaLnBrk="0" fontAlgn="base" hangingPunct="0">
              <a:spcBef>
                <a:spcPct val="0"/>
              </a:spcBef>
              <a:spcAft>
                <a:spcPct val="0"/>
              </a:spcAft>
              <a:tabLst>
                <a:tab pos="1168400" algn="l"/>
              </a:tabLst>
              <a:defRPr sz="1200">
                <a:solidFill>
                  <a:schemeClr val="tx1"/>
                </a:solidFill>
                <a:latin typeface="Arial" charset="0"/>
              </a:defRPr>
            </a:lvl6pPr>
            <a:lvl7pPr marL="2971800" indent="-228600" eaLnBrk="0" fontAlgn="base" hangingPunct="0">
              <a:spcBef>
                <a:spcPct val="0"/>
              </a:spcBef>
              <a:spcAft>
                <a:spcPct val="0"/>
              </a:spcAft>
              <a:tabLst>
                <a:tab pos="1168400" algn="l"/>
              </a:tabLst>
              <a:defRPr sz="1200">
                <a:solidFill>
                  <a:schemeClr val="tx1"/>
                </a:solidFill>
                <a:latin typeface="Arial" charset="0"/>
              </a:defRPr>
            </a:lvl7pPr>
            <a:lvl8pPr marL="3429000" indent="-228600" eaLnBrk="0" fontAlgn="base" hangingPunct="0">
              <a:spcBef>
                <a:spcPct val="0"/>
              </a:spcBef>
              <a:spcAft>
                <a:spcPct val="0"/>
              </a:spcAft>
              <a:tabLst>
                <a:tab pos="1168400" algn="l"/>
              </a:tabLst>
              <a:defRPr sz="1200">
                <a:solidFill>
                  <a:schemeClr val="tx1"/>
                </a:solidFill>
                <a:latin typeface="Arial" charset="0"/>
              </a:defRPr>
            </a:lvl8pPr>
            <a:lvl9pPr marL="3886200" indent="-228600" eaLnBrk="0" fontAlgn="base" hangingPunct="0">
              <a:spcBef>
                <a:spcPct val="0"/>
              </a:spcBef>
              <a:spcAft>
                <a:spcPct val="0"/>
              </a:spcAft>
              <a:tabLst>
                <a:tab pos="1168400" algn="l"/>
              </a:tabLst>
              <a:defRPr sz="1200">
                <a:solidFill>
                  <a:schemeClr val="tx1"/>
                </a:solidFill>
                <a:latin typeface="Arial" charset="0"/>
              </a:defRPr>
            </a:lvl9pPr>
          </a:lstStyle>
          <a:p>
            <a:pPr>
              <a:spcAft>
                <a:spcPct val="35000"/>
              </a:spcAft>
            </a:pPr>
            <a:r>
              <a:rPr lang="de-DE" sz="1400" dirty="0"/>
              <a:t>	IGBT</a:t>
            </a:r>
          </a:p>
          <a:p>
            <a:pPr>
              <a:spcAft>
                <a:spcPct val="35000"/>
              </a:spcAft>
            </a:pPr>
            <a:r>
              <a:rPr lang="de-DE" sz="1400" dirty="0"/>
              <a:t>Leistungs-MOSFET</a:t>
            </a:r>
          </a:p>
        </p:txBody>
      </p:sp>
      <p:sp>
        <p:nvSpPr>
          <p:cNvPr id="43" name="Line 11"/>
          <p:cNvSpPr>
            <a:spLocks noChangeShapeType="1"/>
          </p:cNvSpPr>
          <p:nvPr/>
        </p:nvSpPr>
        <p:spPr bwMode="auto">
          <a:xfrm>
            <a:off x="8420100" y="3400300"/>
            <a:ext cx="0" cy="292100"/>
          </a:xfrm>
          <a:prstGeom prst="line">
            <a:avLst/>
          </a:prstGeom>
          <a:noFill/>
          <a:ln w="38100">
            <a:solidFill>
              <a:schemeClr val="bg1">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de-DE"/>
          </a:p>
        </p:txBody>
      </p:sp>
      <p:grpSp>
        <p:nvGrpSpPr>
          <p:cNvPr id="44" name="Group 12"/>
          <p:cNvGrpSpPr>
            <a:grpSpLocks/>
          </p:cNvGrpSpPr>
          <p:nvPr/>
        </p:nvGrpSpPr>
        <p:grpSpPr bwMode="auto">
          <a:xfrm>
            <a:off x="6299200" y="3387600"/>
            <a:ext cx="0" cy="641350"/>
            <a:chOff x="3248" y="2816"/>
            <a:chExt cx="0" cy="404"/>
          </a:xfrm>
        </p:grpSpPr>
        <p:sp>
          <p:nvSpPr>
            <p:cNvPr id="45" name="Line 13"/>
            <p:cNvSpPr>
              <a:spLocks noChangeShapeType="1"/>
            </p:cNvSpPr>
            <p:nvPr/>
          </p:nvSpPr>
          <p:spPr bwMode="auto">
            <a:xfrm>
              <a:off x="3248" y="2816"/>
              <a:ext cx="0" cy="160"/>
            </a:xfrm>
            <a:prstGeom prst="line">
              <a:avLst/>
            </a:prstGeom>
            <a:noFill/>
            <a:ln w="38100">
              <a:solidFill>
                <a:schemeClr val="bg1">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de-DE"/>
            </a:p>
          </p:txBody>
        </p:sp>
        <p:sp>
          <p:nvSpPr>
            <p:cNvPr id="46" name="Line 14"/>
            <p:cNvSpPr>
              <a:spLocks noChangeShapeType="1"/>
            </p:cNvSpPr>
            <p:nvPr/>
          </p:nvSpPr>
          <p:spPr bwMode="auto">
            <a:xfrm>
              <a:off x="3248" y="3180"/>
              <a:ext cx="0" cy="40"/>
            </a:xfrm>
            <a:prstGeom prst="line">
              <a:avLst/>
            </a:prstGeom>
            <a:noFill/>
            <a:ln w="38100">
              <a:solidFill>
                <a:schemeClr val="bg1">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de-DE"/>
            </a:p>
          </p:txBody>
        </p:sp>
      </p:grpSp>
      <p:sp>
        <p:nvSpPr>
          <p:cNvPr id="47" name="Line 15"/>
          <p:cNvSpPr>
            <a:spLocks noChangeShapeType="1"/>
          </p:cNvSpPr>
          <p:nvPr/>
        </p:nvSpPr>
        <p:spPr bwMode="auto">
          <a:xfrm>
            <a:off x="9677400" y="3413000"/>
            <a:ext cx="0" cy="596900"/>
          </a:xfrm>
          <a:prstGeom prst="line">
            <a:avLst/>
          </a:prstGeom>
          <a:noFill/>
          <a:ln w="38100">
            <a:solidFill>
              <a:schemeClr val="bg1">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de-DE"/>
          </a:p>
        </p:txBody>
      </p:sp>
      <p:pic>
        <p:nvPicPr>
          <p:cNvPr id="48" name="Picture 17" descr="thomas_edison_3"/>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l="6102" r="7181"/>
          <a:stretch/>
        </p:blipFill>
        <p:spPr bwMode="auto">
          <a:xfrm>
            <a:off x="1428773" y="1449901"/>
            <a:ext cx="887933" cy="1368425"/>
          </a:xfrm>
          <a:prstGeom prst="rect">
            <a:avLst/>
          </a:prstGeom>
          <a:noFill/>
          <a:ln>
            <a:noFill/>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Text Box 21"/>
          <p:cNvSpPr txBox="1">
            <a:spLocks noChangeArrowheads="1"/>
          </p:cNvSpPr>
          <p:nvPr/>
        </p:nvSpPr>
        <p:spPr bwMode="auto">
          <a:xfrm>
            <a:off x="7141322" y="4557589"/>
            <a:ext cx="3563937" cy="1264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r>
              <a:rPr lang="de-DE" sz="2000" b="1" dirty="0"/>
              <a:t>Leistungselektronik</a:t>
            </a:r>
            <a:endParaRPr lang="de-DE" sz="1400" dirty="0"/>
          </a:p>
          <a:p>
            <a:r>
              <a:rPr lang="de-DE" sz="1400" dirty="0"/>
              <a:t>erlaubt heute die flexible und hoch effiziente Umwandlung elektrischer Energie von jeder in jede gewünschte Form.  </a:t>
            </a:r>
          </a:p>
        </p:txBody>
      </p:sp>
      <p:grpSp>
        <p:nvGrpSpPr>
          <p:cNvPr id="50" name="Group 31"/>
          <p:cNvGrpSpPr>
            <a:grpSpLocks/>
          </p:cNvGrpSpPr>
          <p:nvPr/>
        </p:nvGrpSpPr>
        <p:grpSpPr bwMode="auto">
          <a:xfrm>
            <a:off x="8004175" y="2138238"/>
            <a:ext cx="1182688" cy="1001712"/>
            <a:chOff x="4378" y="1505"/>
            <a:chExt cx="906" cy="768"/>
          </a:xfrm>
        </p:grpSpPr>
        <p:sp>
          <p:nvSpPr>
            <p:cNvPr id="51" name="Freeform 30"/>
            <p:cNvSpPr>
              <a:spLocks/>
            </p:cNvSpPr>
            <p:nvPr/>
          </p:nvSpPr>
          <p:spPr bwMode="auto">
            <a:xfrm>
              <a:off x="4386" y="1572"/>
              <a:ext cx="139" cy="285"/>
            </a:xfrm>
            <a:custGeom>
              <a:avLst/>
              <a:gdLst>
                <a:gd name="T0" fmla="*/ 3 w 888"/>
                <a:gd name="T1" fmla="*/ 591 h 699"/>
                <a:gd name="T2" fmla="*/ 168 w 888"/>
                <a:gd name="T3" fmla="*/ 699 h 699"/>
                <a:gd name="T4" fmla="*/ 198 w 888"/>
                <a:gd name="T5" fmla="*/ 696 h 699"/>
                <a:gd name="T6" fmla="*/ 216 w 888"/>
                <a:gd name="T7" fmla="*/ 690 h 699"/>
                <a:gd name="T8" fmla="*/ 267 w 888"/>
                <a:gd name="T9" fmla="*/ 654 h 699"/>
                <a:gd name="T10" fmla="*/ 351 w 888"/>
                <a:gd name="T11" fmla="*/ 603 h 699"/>
                <a:gd name="T12" fmla="*/ 888 w 888"/>
                <a:gd name="T13" fmla="*/ 240 h 699"/>
                <a:gd name="T14" fmla="*/ 819 w 888"/>
                <a:gd name="T15" fmla="*/ 72 h 699"/>
                <a:gd name="T16" fmla="*/ 579 w 888"/>
                <a:gd name="T17" fmla="*/ 0 h 699"/>
                <a:gd name="T18" fmla="*/ 411 w 888"/>
                <a:gd name="T19" fmla="*/ 84 h 699"/>
                <a:gd name="T20" fmla="*/ 201 w 888"/>
                <a:gd name="T21" fmla="*/ 183 h 699"/>
                <a:gd name="T22" fmla="*/ 135 w 888"/>
                <a:gd name="T23" fmla="*/ 243 h 699"/>
                <a:gd name="T24" fmla="*/ 102 w 888"/>
                <a:gd name="T25" fmla="*/ 297 h 699"/>
                <a:gd name="T26" fmla="*/ 63 w 888"/>
                <a:gd name="T27" fmla="*/ 360 h 699"/>
                <a:gd name="T28" fmla="*/ 24 w 888"/>
                <a:gd name="T29" fmla="*/ 411 h 699"/>
                <a:gd name="T30" fmla="*/ 0 w 888"/>
                <a:gd name="T31" fmla="*/ 459 h 699"/>
                <a:gd name="T32" fmla="*/ 3 w 888"/>
                <a:gd name="T33" fmla="*/ 591 h 69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88" h="699">
                  <a:moveTo>
                    <a:pt x="3" y="591"/>
                  </a:moveTo>
                  <a:lnTo>
                    <a:pt x="168" y="699"/>
                  </a:lnTo>
                  <a:lnTo>
                    <a:pt x="198" y="696"/>
                  </a:lnTo>
                  <a:lnTo>
                    <a:pt x="216" y="690"/>
                  </a:lnTo>
                  <a:lnTo>
                    <a:pt x="267" y="654"/>
                  </a:lnTo>
                  <a:lnTo>
                    <a:pt x="351" y="603"/>
                  </a:lnTo>
                  <a:lnTo>
                    <a:pt x="888" y="240"/>
                  </a:lnTo>
                  <a:lnTo>
                    <a:pt x="819" y="72"/>
                  </a:lnTo>
                  <a:lnTo>
                    <a:pt x="579" y="0"/>
                  </a:lnTo>
                  <a:lnTo>
                    <a:pt x="411" y="84"/>
                  </a:lnTo>
                  <a:lnTo>
                    <a:pt x="201" y="183"/>
                  </a:lnTo>
                  <a:lnTo>
                    <a:pt x="135" y="243"/>
                  </a:lnTo>
                  <a:lnTo>
                    <a:pt x="102" y="297"/>
                  </a:lnTo>
                  <a:lnTo>
                    <a:pt x="63" y="360"/>
                  </a:lnTo>
                  <a:lnTo>
                    <a:pt x="24" y="411"/>
                  </a:lnTo>
                  <a:lnTo>
                    <a:pt x="0" y="459"/>
                  </a:lnTo>
                  <a:lnTo>
                    <a:pt x="3" y="591"/>
                  </a:lnTo>
                  <a:close/>
                </a:path>
              </a:pathLst>
            </a:custGeom>
            <a:solidFill>
              <a:schemeClr val="bg1"/>
            </a:solidFill>
            <a:ln>
              <a:noFill/>
            </a:ln>
            <a:effectLst/>
            <a:extLst>
              <a:ext uri="{91240B29-F687-4F45-9708-019B960494DF}">
                <a14:hiddenLine xmlns:a14="http://schemas.microsoft.com/office/drawing/2010/main" w="12700"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endParaRPr lang="de-DE"/>
            </a:p>
          </p:txBody>
        </p:sp>
        <p:pic>
          <p:nvPicPr>
            <p:cNvPr id="52" name="Picture 29" descr="Semipack_1"/>
            <p:cNvPicPr>
              <a:picLocks noChangeAspect="1" noChangeArrowheads="1"/>
            </p:cNvPicPr>
            <p:nvPr/>
          </p:nvPicPr>
          <p:blipFill>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378" y="1505"/>
              <a:ext cx="90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3" name="Picture 33" descr="TO220_4"/>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378950" y="2392238"/>
            <a:ext cx="7493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Picture 34" descr="TO263-7"/>
          <p:cNvPicPr>
            <a:picLocks noChangeAspect="1" noChangeArrowheads="1"/>
          </p:cNvPicPr>
          <p:nvPr/>
        </p:nvPicPr>
        <p:blipFill>
          <a:blip r:embed="rId7" cstate="email">
            <a:clrChange>
              <a:clrFrom>
                <a:srgbClr val="FFFFFF"/>
              </a:clrFrom>
              <a:clrTo>
                <a:srgbClr val="FFFFFF">
                  <a:alpha val="0"/>
                </a:srgbClr>
              </a:clrTo>
            </a:clrChange>
            <a:extLst>
              <a:ext uri="{28A0092B-C50C-407E-A947-70E740481C1C}">
                <a14:useLocalDpi xmlns:a14="http://schemas.microsoft.com/office/drawing/2010/main"/>
              </a:ext>
            </a:extLst>
          </a:blip>
          <a:srcRect l="11958" t="21849" r="23289" b="10085"/>
          <a:stretch>
            <a:fillRect/>
          </a:stretch>
        </p:blipFill>
        <p:spPr bwMode="auto">
          <a:xfrm>
            <a:off x="10275889" y="2423989"/>
            <a:ext cx="592137"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Text Box 36"/>
          <p:cNvSpPr txBox="1">
            <a:spLocks noChangeArrowheads="1"/>
          </p:cNvSpPr>
          <p:nvPr/>
        </p:nvSpPr>
        <p:spPr bwMode="auto">
          <a:xfrm>
            <a:off x="3302636" y="4568921"/>
            <a:ext cx="2943993" cy="1140954"/>
          </a:xfrm>
          <a:prstGeom prst="rect">
            <a:avLst/>
          </a:prstGeom>
          <a:noFill/>
          <a:ln>
            <a:noFill/>
          </a:ln>
          <a:effectLst/>
        </p:spPr>
        <p:txBody>
          <a:bodyPr wrap="square" lIns="90000" tIns="46800" rIns="90000" bIns="46800">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r>
              <a:rPr lang="de-DE" sz="2000" b="1" dirty="0"/>
              <a:t>Transformator</a:t>
            </a:r>
          </a:p>
          <a:p>
            <a:r>
              <a:rPr lang="de-DE" dirty="0"/>
              <a:t>Lange Zeit die einzige Möglichkeit zur statischen Umformung elektrischer Energie (funktioniert nur mit Wechsel-</a:t>
            </a:r>
            <a:br>
              <a:rPr lang="de-DE" dirty="0"/>
            </a:br>
            <a:r>
              <a:rPr lang="de-DE" dirty="0" err="1"/>
              <a:t>spannung</a:t>
            </a:r>
            <a:r>
              <a:rPr lang="de-DE" dirty="0"/>
              <a:t>)</a:t>
            </a:r>
          </a:p>
        </p:txBody>
      </p:sp>
      <p:pic>
        <p:nvPicPr>
          <p:cNvPr id="57" name="Grafik 56"/>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3497241" y="1462568"/>
            <a:ext cx="989463" cy="1365250"/>
          </a:xfrm>
          <a:prstGeom prst="rect">
            <a:avLst/>
          </a:prstGeom>
          <a:noFill/>
          <a:ln>
            <a:noFill/>
          </a:ln>
          <a:effectLst>
            <a:outerShdw dist="35921" dir="2700000" algn="ctr" rotWithShape="0">
              <a:srgbClr val="808080"/>
            </a:outerShdw>
          </a:effectLst>
        </p:spPr>
      </p:pic>
      <p:sp>
        <p:nvSpPr>
          <p:cNvPr id="58" name="Textfeld 57"/>
          <p:cNvSpPr txBox="1"/>
          <p:nvPr/>
        </p:nvSpPr>
        <p:spPr>
          <a:xfrm>
            <a:off x="3501208" y="2632821"/>
            <a:ext cx="1018227" cy="230832"/>
          </a:xfrm>
          <a:prstGeom prst="rect">
            <a:avLst/>
          </a:prstGeom>
          <a:noFill/>
        </p:spPr>
        <p:txBody>
          <a:bodyPr wrap="none" rtlCol="0">
            <a:spAutoFit/>
          </a:bodyPr>
          <a:lstStyle/>
          <a:p>
            <a:r>
              <a:rPr lang="de-DE" sz="900" dirty="0">
                <a:solidFill>
                  <a:schemeClr val="bg1">
                    <a:lumMod val="85000"/>
                  </a:schemeClr>
                </a:solidFill>
              </a:rPr>
              <a:t>Oscar von Miller</a:t>
            </a:r>
          </a:p>
        </p:txBody>
      </p:sp>
      <p:sp>
        <p:nvSpPr>
          <p:cNvPr id="60" name="Textfeld 2"/>
          <p:cNvSpPr txBox="1">
            <a:spLocks noChangeArrowheads="1"/>
          </p:cNvSpPr>
          <p:nvPr/>
        </p:nvSpPr>
        <p:spPr bwMode="auto">
          <a:xfrm>
            <a:off x="1359848" y="928502"/>
            <a:ext cx="94059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200">
                <a:solidFill>
                  <a:schemeClr val="tx1"/>
                </a:solidFill>
                <a:latin typeface="Arial" charset="0"/>
              </a:defRPr>
            </a:lvl1pPr>
            <a:lvl2pPr marL="742950" indent="-285750">
              <a:defRPr sz="1200">
                <a:solidFill>
                  <a:schemeClr val="tx1"/>
                </a:solidFill>
                <a:latin typeface="Arial" charset="0"/>
              </a:defRPr>
            </a:lvl2pPr>
            <a:lvl3pPr marL="1143000" indent="-228600">
              <a:defRPr sz="1200">
                <a:solidFill>
                  <a:schemeClr val="tx1"/>
                </a:solidFill>
                <a:latin typeface="Arial" charset="0"/>
              </a:defRPr>
            </a:lvl3pPr>
            <a:lvl4pPr marL="1600200" indent="-228600">
              <a:defRPr sz="1200">
                <a:solidFill>
                  <a:schemeClr val="tx1"/>
                </a:solidFill>
                <a:latin typeface="Arial" charset="0"/>
              </a:defRPr>
            </a:lvl4pPr>
            <a:lvl5pPr marL="2057400" indent="-22860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r>
              <a:rPr lang="de-DE" sz="2000" b="1" dirty="0"/>
              <a:t>Zentrale technische Randbedingungen haben sich verändert! </a:t>
            </a:r>
          </a:p>
        </p:txBody>
      </p:sp>
    </p:spTree>
    <p:extLst>
      <p:ext uri="{BB962C8B-B14F-4D97-AF65-F5344CB8AC3E}">
        <p14:creationId xmlns:p14="http://schemas.microsoft.com/office/powerpoint/2010/main" val="1181372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62BA85-4AA6-D7CE-8F4C-19A9F076A20B}"/>
              </a:ext>
            </a:extLst>
          </p:cNvPr>
          <p:cNvSpPr>
            <a:spLocks noGrp="1"/>
          </p:cNvSpPr>
          <p:nvPr>
            <p:ph type="title"/>
          </p:nvPr>
        </p:nvSpPr>
        <p:spPr/>
        <p:txBody>
          <a:bodyPr/>
          <a:lstStyle/>
          <a:p>
            <a:r>
              <a:rPr lang="de-DE" dirty="0"/>
              <a:t>Weitere Themen	</a:t>
            </a:r>
          </a:p>
        </p:txBody>
      </p:sp>
      <p:sp>
        <p:nvSpPr>
          <p:cNvPr id="3" name="Datumsplatzhalter 2">
            <a:extLst>
              <a:ext uri="{FF2B5EF4-FFF2-40B4-BE49-F238E27FC236}">
                <a16:creationId xmlns:a16="http://schemas.microsoft.com/office/drawing/2014/main" id="{7B6F22F5-9180-86B6-8205-49BA50FDE6E9}"/>
              </a:ext>
            </a:extLst>
          </p:cNvPr>
          <p:cNvSpPr>
            <a:spLocks noGrp="1"/>
          </p:cNvSpPr>
          <p:nvPr>
            <p:ph type="dt" sz="half" idx="10"/>
          </p:nvPr>
        </p:nvSpPr>
        <p:spPr/>
        <p:txBody>
          <a:bodyPr/>
          <a:lstStyle/>
          <a:p>
            <a:fld id="{65A82B2D-840F-4167-AD44-C02BC9C87CCB}" type="datetime1">
              <a:rPr lang="de-DE" noProof="0" smtClean="0"/>
              <a:t>13.05.2026</a:t>
            </a:fld>
            <a:endParaRPr lang="de-DE" noProof="0" dirty="0"/>
          </a:p>
        </p:txBody>
      </p:sp>
      <p:sp>
        <p:nvSpPr>
          <p:cNvPr id="4" name="Fußzeilenplatzhalter 3">
            <a:extLst>
              <a:ext uri="{FF2B5EF4-FFF2-40B4-BE49-F238E27FC236}">
                <a16:creationId xmlns:a16="http://schemas.microsoft.com/office/drawing/2014/main" id="{E6F37316-DDCE-B04C-5D03-B20AD0F6CBB6}"/>
              </a:ext>
            </a:extLst>
          </p:cNvPr>
          <p:cNvSpPr>
            <a:spLocks noGrp="1"/>
          </p:cNvSpPr>
          <p:nvPr>
            <p:ph type="ftr" sz="quarter" idx="11"/>
          </p:nvPr>
        </p:nvSpPr>
        <p:spPr/>
        <p:txBody>
          <a:bodyPr/>
          <a:lstStyle/>
          <a:p>
            <a:r>
              <a:rPr lang="de-DE" noProof="0"/>
              <a:t>© Fraunhofer IISB</a:t>
            </a:r>
            <a:endParaRPr lang="de-DE" noProof="0" dirty="0"/>
          </a:p>
        </p:txBody>
      </p:sp>
      <p:sp>
        <p:nvSpPr>
          <p:cNvPr id="5" name="Foliennummernplatzhalter 4">
            <a:extLst>
              <a:ext uri="{FF2B5EF4-FFF2-40B4-BE49-F238E27FC236}">
                <a16:creationId xmlns:a16="http://schemas.microsoft.com/office/drawing/2014/main" id="{D1B42479-9E2C-8DAE-32F8-00317FD81B42}"/>
              </a:ext>
            </a:extLst>
          </p:cNvPr>
          <p:cNvSpPr>
            <a:spLocks noGrp="1"/>
          </p:cNvSpPr>
          <p:nvPr>
            <p:ph type="sldNum" sz="quarter" idx="12"/>
          </p:nvPr>
        </p:nvSpPr>
        <p:spPr/>
        <p:txBody>
          <a:bodyPr/>
          <a:lstStyle/>
          <a:p>
            <a:r>
              <a:rPr lang="de-DE" noProof="0"/>
              <a:t>Seite</a:t>
            </a:r>
            <a:r>
              <a:rPr lang="en-US"/>
              <a:t> </a:t>
            </a:r>
            <a:fld id="{401BA3E4-5E55-4F99-AF09-CC6D6B2539E2}" type="slidenum">
              <a:rPr lang="en-US" smtClean="0"/>
              <a:pPr/>
              <a:t>22</a:t>
            </a:fld>
            <a:endParaRPr lang="en-US" dirty="0"/>
          </a:p>
        </p:txBody>
      </p:sp>
      <p:sp>
        <p:nvSpPr>
          <p:cNvPr id="6" name="Textplatzhalter 5">
            <a:extLst>
              <a:ext uri="{FF2B5EF4-FFF2-40B4-BE49-F238E27FC236}">
                <a16:creationId xmlns:a16="http://schemas.microsoft.com/office/drawing/2014/main" id="{C07A8EE8-5A39-764F-1D83-E4B3E771B46F}"/>
              </a:ext>
            </a:extLst>
          </p:cNvPr>
          <p:cNvSpPr>
            <a:spLocks noGrp="1"/>
          </p:cNvSpPr>
          <p:nvPr>
            <p:ph type="body" sz="quarter" idx="13"/>
          </p:nvPr>
        </p:nvSpPr>
        <p:spPr/>
        <p:txBody>
          <a:bodyPr/>
          <a:lstStyle/>
          <a:p>
            <a:endParaRPr lang="de-DE" dirty="0"/>
          </a:p>
        </p:txBody>
      </p:sp>
      <p:sp>
        <p:nvSpPr>
          <p:cNvPr id="7" name="Textplatzhalter 6">
            <a:extLst>
              <a:ext uri="{FF2B5EF4-FFF2-40B4-BE49-F238E27FC236}">
                <a16:creationId xmlns:a16="http://schemas.microsoft.com/office/drawing/2014/main" id="{A9F2F29D-D4AB-C894-C764-70F6B53E86B4}"/>
              </a:ext>
            </a:extLst>
          </p:cNvPr>
          <p:cNvSpPr>
            <a:spLocks noGrp="1"/>
          </p:cNvSpPr>
          <p:nvPr>
            <p:ph type="body" sz="quarter" idx="14"/>
          </p:nvPr>
        </p:nvSpPr>
        <p:spPr>
          <a:xfrm>
            <a:off x="478199" y="1703388"/>
            <a:ext cx="11233150" cy="1798634"/>
          </a:xfrm>
        </p:spPr>
        <p:txBody>
          <a:bodyPr/>
          <a:lstStyle/>
          <a:p>
            <a:pPr marL="285750" indent="-285750">
              <a:buFontTx/>
              <a:buChar char="-"/>
            </a:pPr>
            <a:r>
              <a:rPr lang="de-DE" dirty="0" err="1"/>
              <a:t>Vorschungsfelder</a:t>
            </a:r>
            <a:r>
              <a:rPr lang="de-DE" dirty="0"/>
              <a:t> Adrian / Moritz</a:t>
            </a:r>
          </a:p>
          <a:p>
            <a:pPr marL="285750" indent="-285750">
              <a:buFontTx/>
              <a:buChar char="-"/>
            </a:pPr>
            <a:r>
              <a:rPr lang="de-DE" dirty="0"/>
              <a:t>Topologien?</a:t>
            </a:r>
          </a:p>
          <a:p>
            <a:pPr marL="285750" indent="-285750">
              <a:buFontTx/>
              <a:buChar char="-"/>
            </a:pPr>
            <a:r>
              <a:rPr lang="de-DE" dirty="0"/>
              <a:t>Komponenten von DC-</a:t>
            </a:r>
            <a:r>
              <a:rPr lang="de-DE" dirty="0" err="1"/>
              <a:t>Nezten</a:t>
            </a:r>
            <a:r>
              <a:rPr lang="de-DE" dirty="0"/>
              <a:t> (PV, Batterie, Schutzschalter)?</a:t>
            </a:r>
          </a:p>
          <a:p>
            <a:pPr marL="285750" indent="-285750">
              <a:buFontTx/>
              <a:buChar char="-"/>
            </a:pPr>
            <a:r>
              <a:rPr lang="de-DE" dirty="0"/>
              <a:t>Regelung/Stabilität von DC-Netzen</a:t>
            </a:r>
          </a:p>
        </p:txBody>
      </p:sp>
    </p:spTree>
    <p:extLst>
      <p:ext uri="{BB962C8B-B14F-4D97-AF65-F5344CB8AC3E}">
        <p14:creationId xmlns:p14="http://schemas.microsoft.com/office/powerpoint/2010/main" val="2285389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03C82B-7A72-142D-9E26-0B63B076C63B}"/>
              </a:ext>
            </a:extLst>
          </p:cNvPr>
          <p:cNvSpPr>
            <a:spLocks noGrp="1"/>
          </p:cNvSpPr>
          <p:nvPr>
            <p:ph type="title"/>
          </p:nvPr>
        </p:nvSpPr>
        <p:spPr>
          <a:xfrm>
            <a:off x="479425" y="395588"/>
            <a:ext cx="11233150" cy="382733"/>
          </a:xfrm>
        </p:spPr>
        <p:txBody>
          <a:bodyPr/>
          <a:lstStyle/>
          <a:p>
            <a:r>
              <a:rPr lang="en-US" dirty="0"/>
              <a:t>German HVDC-Network “</a:t>
            </a:r>
            <a:r>
              <a:rPr lang="en-US" dirty="0" err="1"/>
              <a:t>Südlink</a:t>
            </a:r>
            <a:r>
              <a:rPr lang="en-US" dirty="0"/>
              <a:t>”</a:t>
            </a:r>
            <a:endParaRPr lang="de-DE" dirty="0"/>
          </a:p>
        </p:txBody>
      </p:sp>
      <p:sp>
        <p:nvSpPr>
          <p:cNvPr id="3" name="Datumsplatzhalter 2">
            <a:extLst>
              <a:ext uri="{FF2B5EF4-FFF2-40B4-BE49-F238E27FC236}">
                <a16:creationId xmlns:a16="http://schemas.microsoft.com/office/drawing/2014/main" id="{A2357E06-7C89-5670-BC02-9671BC120711}"/>
              </a:ext>
            </a:extLst>
          </p:cNvPr>
          <p:cNvSpPr>
            <a:spLocks noGrp="1"/>
          </p:cNvSpPr>
          <p:nvPr>
            <p:ph type="dt" sz="half" idx="10"/>
          </p:nvPr>
        </p:nvSpPr>
        <p:spPr/>
        <p:txBody>
          <a:bodyPr/>
          <a:lstStyle/>
          <a:p>
            <a:fld id="{65A82B2D-840F-4167-AD44-C02BC9C87CCB}" type="datetime1">
              <a:rPr lang="de-DE" noProof="0" smtClean="0"/>
              <a:t>13.05.2026</a:t>
            </a:fld>
            <a:endParaRPr lang="de-DE" noProof="0" dirty="0"/>
          </a:p>
        </p:txBody>
      </p:sp>
      <p:sp>
        <p:nvSpPr>
          <p:cNvPr id="4" name="Fußzeilenplatzhalter 3">
            <a:extLst>
              <a:ext uri="{FF2B5EF4-FFF2-40B4-BE49-F238E27FC236}">
                <a16:creationId xmlns:a16="http://schemas.microsoft.com/office/drawing/2014/main" id="{48C8A999-8E36-C80A-BFF2-38D1D269D645}"/>
              </a:ext>
            </a:extLst>
          </p:cNvPr>
          <p:cNvSpPr>
            <a:spLocks noGrp="1"/>
          </p:cNvSpPr>
          <p:nvPr>
            <p:ph type="ftr" sz="quarter" idx="11"/>
          </p:nvPr>
        </p:nvSpPr>
        <p:spPr/>
        <p:txBody>
          <a:bodyPr/>
          <a:lstStyle/>
          <a:p>
            <a:r>
              <a:rPr lang="de-DE" noProof="0"/>
              <a:t>© Fraunhofer IISB</a:t>
            </a:r>
            <a:endParaRPr lang="de-DE" noProof="0" dirty="0"/>
          </a:p>
        </p:txBody>
      </p:sp>
      <p:sp>
        <p:nvSpPr>
          <p:cNvPr id="5" name="Foliennummernplatzhalter 4">
            <a:extLst>
              <a:ext uri="{FF2B5EF4-FFF2-40B4-BE49-F238E27FC236}">
                <a16:creationId xmlns:a16="http://schemas.microsoft.com/office/drawing/2014/main" id="{4493ECDE-1C55-22CF-8DA1-52AEA55483E7}"/>
              </a:ext>
            </a:extLst>
          </p:cNvPr>
          <p:cNvSpPr>
            <a:spLocks noGrp="1"/>
          </p:cNvSpPr>
          <p:nvPr>
            <p:ph type="sldNum" sz="quarter" idx="12"/>
          </p:nvPr>
        </p:nvSpPr>
        <p:spPr/>
        <p:txBody>
          <a:bodyPr/>
          <a:lstStyle/>
          <a:p>
            <a:r>
              <a:rPr lang="de-DE" noProof="0"/>
              <a:t>Seite</a:t>
            </a:r>
            <a:r>
              <a:rPr lang="en-US"/>
              <a:t> </a:t>
            </a:r>
            <a:fld id="{401BA3E4-5E55-4F99-AF09-CC6D6B2539E2}" type="slidenum">
              <a:rPr lang="en-US" smtClean="0"/>
              <a:pPr/>
              <a:t>23</a:t>
            </a:fld>
            <a:endParaRPr lang="en-US" dirty="0"/>
          </a:p>
        </p:txBody>
      </p:sp>
      <p:sp>
        <p:nvSpPr>
          <p:cNvPr id="6" name="Textplatzhalter 5">
            <a:extLst>
              <a:ext uri="{FF2B5EF4-FFF2-40B4-BE49-F238E27FC236}">
                <a16:creationId xmlns:a16="http://schemas.microsoft.com/office/drawing/2014/main" id="{28C038DA-2B7C-B55B-2B37-C5ABDA7DCFAE}"/>
              </a:ext>
            </a:extLst>
          </p:cNvPr>
          <p:cNvSpPr>
            <a:spLocks noGrp="1"/>
          </p:cNvSpPr>
          <p:nvPr>
            <p:ph type="body" sz="quarter" idx="13"/>
          </p:nvPr>
        </p:nvSpPr>
        <p:spPr/>
        <p:txBody>
          <a:bodyPr/>
          <a:lstStyle/>
          <a:p>
            <a:r>
              <a:rPr lang="de-DE" dirty="0" err="1"/>
              <a:t>Overview</a:t>
            </a:r>
            <a:endParaRPr lang="de-DE" dirty="0"/>
          </a:p>
        </p:txBody>
      </p:sp>
      <p:sp>
        <p:nvSpPr>
          <p:cNvPr id="7" name="Textplatzhalter 6">
            <a:extLst>
              <a:ext uri="{FF2B5EF4-FFF2-40B4-BE49-F238E27FC236}">
                <a16:creationId xmlns:a16="http://schemas.microsoft.com/office/drawing/2014/main" id="{21DF90CD-6E87-FEBC-F8C4-964FF05F5755}"/>
              </a:ext>
            </a:extLst>
          </p:cNvPr>
          <p:cNvSpPr>
            <a:spLocks noGrp="1"/>
          </p:cNvSpPr>
          <p:nvPr>
            <p:ph type="body" sz="quarter" idx="14"/>
          </p:nvPr>
        </p:nvSpPr>
        <p:spPr>
          <a:xfrm>
            <a:off x="478199" y="1703388"/>
            <a:ext cx="7385641" cy="3579121"/>
          </a:xfrm>
        </p:spPr>
        <p:txBody>
          <a:bodyPr/>
          <a:lstStyle/>
          <a:p>
            <a:pPr marL="285750" indent="-285750">
              <a:spcAft>
                <a:spcPts val="600"/>
              </a:spcAft>
              <a:buFont typeface="Arial" panose="020B0604020202020204" pitchFamily="34" charset="0"/>
              <a:buChar char="•"/>
            </a:pPr>
            <a:r>
              <a:rPr lang="en-US" dirty="0"/>
              <a:t>Two parallel ±525 kV HVDC underground cable systems, each 700 km</a:t>
            </a:r>
          </a:p>
          <a:p>
            <a:pPr marL="285750" indent="-285750">
              <a:spcAft>
                <a:spcPts val="600"/>
              </a:spcAft>
              <a:buFont typeface="Arial" panose="020B0604020202020204" pitchFamily="34" charset="0"/>
              <a:buChar char="•"/>
            </a:pPr>
            <a:r>
              <a:rPr lang="en-US" dirty="0"/>
              <a:t>Combined rated capacity of 4 GW (-&gt; 7600 A)</a:t>
            </a:r>
          </a:p>
          <a:p>
            <a:pPr marL="285750" indent="-285750">
              <a:spcAft>
                <a:spcPts val="600"/>
              </a:spcAft>
              <a:buFont typeface="Arial" panose="020B0604020202020204" pitchFamily="34" charset="0"/>
              <a:buChar char="•"/>
            </a:pPr>
            <a:r>
              <a:rPr lang="en-US" dirty="0"/>
              <a:t>Designed primarily to transport wind power from northern to southern Germany.</a:t>
            </a:r>
          </a:p>
          <a:p>
            <a:pPr marL="285750" indent="-285750">
              <a:spcAft>
                <a:spcPts val="600"/>
              </a:spcAft>
              <a:buFont typeface="Arial" panose="020B0604020202020204" pitchFamily="34" charset="0"/>
              <a:buChar char="•"/>
            </a:pPr>
            <a:r>
              <a:rPr lang="en-US" dirty="0"/>
              <a:t>MMC (Modular Multilevel Converter) Topology: Voltage Source</a:t>
            </a:r>
          </a:p>
          <a:p>
            <a:pPr marL="285750" indent="-285750">
              <a:spcAft>
                <a:spcPts val="600"/>
              </a:spcAft>
              <a:buFont typeface="Arial" panose="020B0604020202020204" pitchFamily="34" charset="0"/>
              <a:buChar char="•"/>
            </a:pPr>
            <a:r>
              <a:rPr lang="en-US" dirty="0"/>
              <a:t>Interfaced with 380 kV AC grid</a:t>
            </a:r>
          </a:p>
          <a:p>
            <a:pPr marL="285750" indent="-285750">
              <a:spcAft>
                <a:spcPts val="600"/>
              </a:spcAft>
              <a:buFont typeface="Arial" panose="020B0604020202020204" pitchFamily="34" charset="0"/>
              <a:buChar char="•"/>
            </a:pPr>
            <a:r>
              <a:rPr lang="en-US" dirty="0"/>
              <a:t>Black-Start Capable</a:t>
            </a:r>
          </a:p>
          <a:p>
            <a:pPr marL="285750" indent="-285750">
              <a:spcAft>
                <a:spcPts val="600"/>
              </a:spcAft>
              <a:buFont typeface="Arial" panose="020B0604020202020204" pitchFamily="34" charset="0"/>
              <a:buChar char="•"/>
            </a:pPr>
            <a:r>
              <a:rPr lang="en-US" dirty="0"/>
              <a:t>Reactive Power Compensation</a:t>
            </a:r>
          </a:p>
          <a:p>
            <a:pPr marL="285750" indent="-285750">
              <a:spcAft>
                <a:spcPts val="600"/>
              </a:spcAft>
              <a:buFont typeface="Arial" panose="020B0604020202020204" pitchFamily="34" charset="0"/>
              <a:buChar char="•"/>
            </a:pPr>
            <a:r>
              <a:rPr lang="en-US" dirty="0"/>
              <a:t>Part of Germany’s transition to </a:t>
            </a:r>
            <a:br>
              <a:rPr lang="en-US" dirty="0"/>
            </a:br>
            <a:r>
              <a:rPr lang="en-US" dirty="0"/>
              <a:t>renewable Energy</a:t>
            </a:r>
          </a:p>
          <a:p>
            <a:pPr>
              <a:spcAft>
                <a:spcPts val="600"/>
              </a:spcAft>
            </a:pPr>
            <a:endParaRPr lang="de-DE" dirty="0"/>
          </a:p>
        </p:txBody>
      </p:sp>
      <p:pic>
        <p:nvPicPr>
          <p:cNvPr id="9" name="Grafik 8">
            <a:extLst>
              <a:ext uri="{FF2B5EF4-FFF2-40B4-BE49-F238E27FC236}">
                <a16:creationId xmlns:a16="http://schemas.microsoft.com/office/drawing/2014/main" id="{4A6133C6-F8EF-9A8B-7D69-9B50586623FD}"/>
              </a:ext>
            </a:extLst>
          </p:cNvPr>
          <p:cNvPicPr>
            <a:picLocks noChangeAspect="1"/>
          </p:cNvPicPr>
          <p:nvPr/>
        </p:nvPicPr>
        <p:blipFill>
          <a:blip r:embed="rId2"/>
          <a:stretch>
            <a:fillRect/>
          </a:stretch>
        </p:blipFill>
        <p:spPr>
          <a:xfrm>
            <a:off x="8070262" y="725935"/>
            <a:ext cx="3914389" cy="5280485"/>
          </a:xfrm>
          <a:prstGeom prst="rect">
            <a:avLst/>
          </a:prstGeom>
        </p:spPr>
      </p:pic>
      <p:pic>
        <p:nvPicPr>
          <p:cNvPr id="13" name="Grafik 12">
            <a:extLst>
              <a:ext uri="{FF2B5EF4-FFF2-40B4-BE49-F238E27FC236}">
                <a16:creationId xmlns:a16="http://schemas.microsoft.com/office/drawing/2014/main" id="{B080936D-B440-3CE5-25D1-864CACB89BFA}"/>
              </a:ext>
            </a:extLst>
          </p:cNvPr>
          <p:cNvPicPr>
            <a:picLocks noChangeAspect="1"/>
          </p:cNvPicPr>
          <p:nvPr/>
        </p:nvPicPr>
        <p:blipFill>
          <a:blip r:embed="rId3"/>
          <a:stretch>
            <a:fillRect/>
          </a:stretch>
        </p:blipFill>
        <p:spPr>
          <a:xfrm>
            <a:off x="4438859" y="3429000"/>
            <a:ext cx="3424981" cy="2577420"/>
          </a:xfrm>
          <a:prstGeom prst="rect">
            <a:avLst/>
          </a:prstGeom>
        </p:spPr>
      </p:pic>
    </p:spTree>
    <p:extLst>
      <p:ext uri="{BB962C8B-B14F-4D97-AF65-F5344CB8AC3E}">
        <p14:creationId xmlns:p14="http://schemas.microsoft.com/office/powerpoint/2010/main" val="3964107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F0D4C-6A87-8FFD-6088-5AEDED7F544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12761F8-C0B7-77E3-55DD-3CF4DDA5C20F}"/>
              </a:ext>
            </a:extLst>
          </p:cNvPr>
          <p:cNvSpPr>
            <a:spLocks noGrp="1"/>
          </p:cNvSpPr>
          <p:nvPr>
            <p:ph type="title"/>
          </p:nvPr>
        </p:nvSpPr>
        <p:spPr>
          <a:xfrm>
            <a:off x="479425" y="395588"/>
            <a:ext cx="11233150" cy="382733"/>
          </a:xfrm>
        </p:spPr>
        <p:txBody>
          <a:bodyPr/>
          <a:lstStyle/>
          <a:p>
            <a:r>
              <a:rPr lang="en-US" dirty="0"/>
              <a:t>German HVDC-Network “</a:t>
            </a:r>
            <a:r>
              <a:rPr lang="en-US" dirty="0" err="1"/>
              <a:t>Südlink</a:t>
            </a:r>
            <a:r>
              <a:rPr lang="en-US" dirty="0"/>
              <a:t>”</a:t>
            </a:r>
            <a:endParaRPr lang="de-DE" dirty="0"/>
          </a:p>
        </p:txBody>
      </p:sp>
      <p:sp>
        <p:nvSpPr>
          <p:cNvPr id="3" name="Datumsplatzhalter 2">
            <a:extLst>
              <a:ext uri="{FF2B5EF4-FFF2-40B4-BE49-F238E27FC236}">
                <a16:creationId xmlns:a16="http://schemas.microsoft.com/office/drawing/2014/main" id="{58F0FE4C-E5A8-FBD9-5F02-6CA6F4A36A38}"/>
              </a:ext>
            </a:extLst>
          </p:cNvPr>
          <p:cNvSpPr>
            <a:spLocks noGrp="1"/>
          </p:cNvSpPr>
          <p:nvPr>
            <p:ph type="dt" sz="half" idx="10"/>
          </p:nvPr>
        </p:nvSpPr>
        <p:spPr/>
        <p:txBody>
          <a:bodyPr/>
          <a:lstStyle/>
          <a:p>
            <a:fld id="{65A82B2D-840F-4167-AD44-C02BC9C87CCB}" type="datetime1">
              <a:rPr lang="de-DE" noProof="0" smtClean="0"/>
              <a:t>13.05.2026</a:t>
            </a:fld>
            <a:endParaRPr lang="de-DE" noProof="0" dirty="0"/>
          </a:p>
        </p:txBody>
      </p:sp>
      <p:sp>
        <p:nvSpPr>
          <p:cNvPr id="4" name="Fußzeilenplatzhalter 3">
            <a:extLst>
              <a:ext uri="{FF2B5EF4-FFF2-40B4-BE49-F238E27FC236}">
                <a16:creationId xmlns:a16="http://schemas.microsoft.com/office/drawing/2014/main" id="{B6167C70-957C-63E3-8176-B38CF27441EC}"/>
              </a:ext>
            </a:extLst>
          </p:cNvPr>
          <p:cNvSpPr>
            <a:spLocks noGrp="1"/>
          </p:cNvSpPr>
          <p:nvPr>
            <p:ph type="ftr" sz="quarter" idx="11"/>
          </p:nvPr>
        </p:nvSpPr>
        <p:spPr/>
        <p:txBody>
          <a:bodyPr/>
          <a:lstStyle/>
          <a:p>
            <a:r>
              <a:rPr lang="de-DE" noProof="0"/>
              <a:t>© Fraunhofer IISB</a:t>
            </a:r>
            <a:endParaRPr lang="de-DE" noProof="0" dirty="0"/>
          </a:p>
        </p:txBody>
      </p:sp>
      <p:sp>
        <p:nvSpPr>
          <p:cNvPr id="5" name="Foliennummernplatzhalter 4">
            <a:extLst>
              <a:ext uri="{FF2B5EF4-FFF2-40B4-BE49-F238E27FC236}">
                <a16:creationId xmlns:a16="http://schemas.microsoft.com/office/drawing/2014/main" id="{E34B1E13-F8EE-E1D6-569A-FD4DE20D0EBA}"/>
              </a:ext>
            </a:extLst>
          </p:cNvPr>
          <p:cNvSpPr>
            <a:spLocks noGrp="1"/>
          </p:cNvSpPr>
          <p:nvPr>
            <p:ph type="sldNum" sz="quarter" idx="12"/>
          </p:nvPr>
        </p:nvSpPr>
        <p:spPr/>
        <p:txBody>
          <a:bodyPr/>
          <a:lstStyle/>
          <a:p>
            <a:r>
              <a:rPr lang="de-DE" noProof="0"/>
              <a:t>Seite</a:t>
            </a:r>
            <a:r>
              <a:rPr lang="en-US"/>
              <a:t> </a:t>
            </a:r>
            <a:fld id="{401BA3E4-5E55-4F99-AF09-CC6D6B2539E2}" type="slidenum">
              <a:rPr lang="en-US" smtClean="0"/>
              <a:pPr/>
              <a:t>24</a:t>
            </a:fld>
            <a:endParaRPr lang="en-US" dirty="0"/>
          </a:p>
        </p:txBody>
      </p:sp>
      <p:sp>
        <p:nvSpPr>
          <p:cNvPr id="6" name="Textplatzhalter 5">
            <a:extLst>
              <a:ext uri="{FF2B5EF4-FFF2-40B4-BE49-F238E27FC236}">
                <a16:creationId xmlns:a16="http://schemas.microsoft.com/office/drawing/2014/main" id="{8E7DE9E7-5C67-B17B-23F5-126FC375FCD5}"/>
              </a:ext>
            </a:extLst>
          </p:cNvPr>
          <p:cNvSpPr>
            <a:spLocks noGrp="1"/>
          </p:cNvSpPr>
          <p:nvPr>
            <p:ph type="body" sz="quarter" idx="13"/>
          </p:nvPr>
        </p:nvSpPr>
        <p:spPr/>
        <p:txBody>
          <a:bodyPr/>
          <a:lstStyle/>
          <a:p>
            <a:r>
              <a:rPr lang="de-DE" dirty="0"/>
              <a:t>The </a:t>
            </a:r>
            <a:r>
              <a:rPr lang="de-DE" dirty="0" err="1"/>
              <a:t>cables</a:t>
            </a:r>
            <a:endParaRPr lang="de-DE" dirty="0"/>
          </a:p>
        </p:txBody>
      </p:sp>
      <p:sp>
        <p:nvSpPr>
          <p:cNvPr id="7" name="Textplatzhalter 6">
            <a:extLst>
              <a:ext uri="{FF2B5EF4-FFF2-40B4-BE49-F238E27FC236}">
                <a16:creationId xmlns:a16="http://schemas.microsoft.com/office/drawing/2014/main" id="{B344D049-8D1E-824D-8BC8-B59CC1722431}"/>
              </a:ext>
            </a:extLst>
          </p:cNvPr>
          <p:cNvSpPr>
            <a:spLocks noGrp="1"/>
          </p:cNvSpPr>
          <p:nvPr>
            <p:ph type="body" sz="quarter" idx="14"/>
          </p:nvPr>
        </p:nvSpPr>
        <p:spPr>
          <a:xfrm>
            <a:off x="478199" y="1703388"/>
            <a:ext cx="4855800" cy="3478068"/>
          </a:xfrm>
        </p:spPr>
        <p:txBody>
          <a:bodyPr/>
          <a:lstStyle/>
          <a:p>
            <a:r>
              <a:rPr lang="en-US" dirty="0"/>
              <a:t>1 Copper Conductor</a:t>
            </a:r>
            <a:br>
              <a:rPr lang="en-US" dirty="0"/>
            </a:br>
            <a:r>
              <a:rPr lang="en-US" dirty="0"/>
              <a:t>2 Semi-Conductive Material for a smooth E-Field</a:t>
            </a:r>
            <a:br>
              <a:rPr lang="en-US" dirty="0"/>
            </a:br>
            <a:r>
              <a:rPr lang="en-US" dirty="0"/>
              <a:t>3 Insulation (likely Polyethylene)</a:t>
            </a:r>
            <a:br>
              <a:rPr lang="en-US" dirty="0"/>
            </a:br>
            <a:r>
              <a:rPr lang="en-US" dirty="0"/>
              <a:t>4 Semi-Conductive Material</a:t>
            </a:r>
            <a:br>
              <a:rPr lang="en-US" dirty="0"/>
            </a:br>
            <a:r>
              <a:rPr lang="en-US" dirty="0"/>
              <a:t>5 Fiber-Optic Cables</a:t>
            </a:r>
            <a:br>
              <a:rPr lang="en-US" dirty="0"/>
            </a:br>
            <a:r>
              <a:rPr lang="en-US" dirty="0"/>
              <a:t>6 Aluminum Shield</a:t>
            </a:r>
            <a:br>
              <a:rPr lang="en-US" dirty="0"/>
            </a:br>
            <a:r>
              <a:rPr lang="en-US" dirty="0"/>
              <a:t>7 Second isolation layer</a:t>
            </a:r>
            <a:br>
              <a:rPr lang="en-US" dirty="0"/>
            </a:br>
            <a:r>
              <a:rPr lang="en-US" dirty="0"/>
              <a:t>8 Outside Isolation against environmental influences, moisture, and mechanical damage</a:t>
            </a:r>
          </a:p>
          <a:p>
            <a:br>
              <a:rPr lang="en-US" dirty="0"/>
            </a:br>
            <a:r>
              <a:rPr lang="en-US" dirty="0"/>
              <a:t>Estimation: 250 kV over a distance of 25 mm </a:t>
            </a:r>
            <a:br>
              <a:rPr lang="en-US" dirty="0"/>
            </a:br>
            <a:r>
              <a:rPr lang="en-US" dirty="0"/>
              <a:t>-&gt; 10 kV/mm</a:t>
            </a:r>
            <a:endParaRPr lang="de-DE" dirty="0"/>
          </a:p>
        </p:txBody>
      </p:sp>
      <p:sp>
        <p:nvSpPr>
          <p:cNvPr id="8" name="Textfeld 7">
            <a:extLst>
              <a:ext uri="{FF2B5EF4-FFF2-40B4-BE49-F238E27FC236}">
                <a16:creationId xmlns:a16="http://schemas.microsoft.com/office/drawing/2014/main" id="{31626DFB-C589-9D0A-29AF-183C4C444718}"/>
              </a:ext>
            </a:extLst>
          </p:cNvPr>
          <p:cNvSpPr txBox="1"/>
          <p:nvPr/>
        </p:nvSpPr>
        <p:spPr>
          <a:xfrm>
            <a:off x="124396" y="5587236"/>
            <a:ext cx="5466507" cy="446276"/>
          </a:xfrm>
          <a:prstGeom prst="rect">
            <a:avLst/>
          </a:prstGeom>
          <a:noFill/>
        </p:spPr>
        <p:txBody>
          <a:bodyPr wrap="square" lIns="0" tIns="0" rIns="0" bIns="0" rtlCol="0">
            <a:spAutoFit/>
          </a:bodyPr>
          <a:lstStyle/>
          <a:p>
            <a:pPr algn="l">
              <a:spcAft>
                <a:spcPts val="600"/>
              </a:spcAft>
              <a:buClr>
                <a:schemeClr val="accent1"/>
              </a:buClr>
            </a:pPr>
            <a:r>
              <a:rPr lang="de-DE" sz="800" dirty="0">
                <a:hlinkClick r:id="rId2"/>
              </a:rPr>
              <a:t>https://www.haz.de/lokales/umland/neustadt/suedlink-in-neustadt-grosse-transporter-liefern-kabel-fuer-stromtrasse-DWAQPQIG5PCYHQMKWUJHXWEQY4.html</a:t>
            </a:r>
            <a:r>
              <a:rPr lang="de-DE" sz="800" dirty="0"/>
              <a:t> </a:t>
            </a:r>
          </a:p>
          <a:p>
            <a:pPr algn="l">
              <a:spcAft>
                <a:spcPts val="1200"/>
              </a:spcAft>
              <a:buClr>
                <a:schemeClr val="accent1"/>
              </a:buClr>
            </a:pPr>
            <a:r>
              <a:rPr lang="de-DE" sz="800" dirty="0">
                <a:hlinkClick r:id="rId3"/>
              </a:rPr>
              <a:t>https://suedlink.com/s-h</a:t>
            </a:r>
            <a:r>
              <a:rPr lang="de-DE" sz="800" dirty="0"/>
              <a:t> </a:t>
            </a:r>
          </a:p>
        </p:txBody>
      </p:sp>
      <p:grpSp>
        <p:nvGrpSpPr>
          <p:cNvPr id="12" name="Gruppieren 11">
            <a:extLst>
              <a:ext uri="{FF2B5EF4-FFF2-40B4-BE49-F238E27FC236}">
                <a16:creationId xmlns:a16="http://schemas.microsoft.com/office/drawing/2014/main" id="{E825FB3E-95B4-A98F-69AF-2185C46C3862}"/>
              </a:ext>
            </a:extLst>
          </p:cNvPr>
          <p:cNvGrpSpPr/>
          <p:nvPr/>
        </p:nvGrpSpPr>
        <p:grpSpPr>
          <a:xfrm>
            <a:off x="4974000" y="-868680"/>
            <a:ext cx="3641725" cy="6858000"/>
            <a:chOff x="8879795" y="-907869"/>
            <a:chExt cx="3641725" cy="6858000"/>
          </a:xfrm>
        </p:grpSpPr>
        <p:pic>
          <p:nvPicPr>
            <p:cNvPr id="1028" name="Picture 4">
              <a:extLst>
                <a:ext uri="{FF2B5EF4-FFF2-40B4-BE49-F238E27FC236}">
                  <a16:creationId xmlns:a16="http://schemas.microsoft.com/office/drawing/2014/main" id="{6F7BABB1-50CD-5FF6-35B4-A22CF6C0A7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79795" y="-907869"/>
              <a:ext cx="3641725"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Ellipse 9">
              <a:extLst>
                <a:ext uri="{FF2B5EF4-FFF2-40B4-BE49-F238E27FC236}">
                  <a16:creationId xmlns:a16="http://schemas.microsoft.com/office/drawing/2014/main" id="{ECEBC010-62A0-2518-CAF3-739A4269117B}"/>
                </a:ext>
              </a:extLst>
            </p:cNvPr>
            <p:cNvSpPr/>
            <p:nvPr/>
          </p:nvSpPr>
          <p:spPr>
            <a:xfrm>
              <a:off x="10517776" y="2052288"/>
              <a:ext cx="202474" cy="194122"/>
            </a:xfrm>
            <a:prstGeom prst="ellipse">
              <a:avLst/>
            </a:prstGeom>
            <a:solidFill>
              <a:srgbClr val="397A9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lnSpc>
                  <a:spcPts val="1960"/>
                </a:lnSpc>
                <a:buClr>
                  <a:schemeClr val="accent1"/>
                </a:buClr>
              </a:pPr>
              <a:r>
                <a:rPr lang="de-DE" sz="1200" b="1" dirty="0">
                  <a:solidFill>
                    <a:schemeClr val="bg1"/>
                  </a:solidFill>
                </a:rPr>
                <a:t>5</a:t>
              </a:r>
            </a:p>
          </p:txBody>
        </p:sp>
        <p:sp>
          <p:nvSpPr>
            <p:cNvPr id="11" name="Ellipse 10">
              <a:extLst>
                <a:ext uri="{FF2B5EF4-FFF2-40B4-BE49-F238E27FC236}">
                  <a16:creationId xmlns:a16="http://schemas.microsoft.com/office/drawing/2014/main" id="{737E4EE9-7678-4AA1-38EB-B1137A4891E5}"/>
                </a:ext>
              </a:extLst>
            </p:cNvPr>
            <p:cNvSpPr/>
            <p:nvPr/>
          </p:nvSpPr>
          <p:spPr>
            <a:xfrm>
              <a:off x="10807337" y="2385792"/>
              <a:ext cx="202474" cy="194122"/>
            </a:xfrm>
            <a:prstGeom prst="ellipse">
              <a:avLst/>
            </a:prstGeom>
            <a:solidFill>
              <a:srgbClr val="397A9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lnSpc>
                  <a:spcPts val="1960"/>
                </a:lnSpc>
                <a:buClr>
                  <a:schemeClr val="accent1"/>
                </a:buClr>
              </a:pPr>
              <a:r>
                <a:rPr lang="de-DE" sz="1200" b="1" dirty="0">
                  <a:solidFill>
                    <a:schemeClr val="bg1"/>
                  </a:solidFill>
                </a:rPr>
                <a:t>4</a:t>
              </a:r>
            </a:p>
          </p:txBody>
        </p:sp>
      </p:grpSp>
      <p:pic>
        <p:nvPicPr>
          <p:cNvPr id="13" name="Picture 2" descr="Südlink: Jeweils vier dieser Stromkabel werden entlang der Trasse parallel im Boden verlegt.">
            <a:extLst>
              <a:ext uri="{FF2B5EF4-FFF2-40B4-BE49-F238E27FC236}">
                <a16:creationId xmlns:a16="http://schemas.microsoft.com/office/drawing/2014/main" id="{C2D1DF9E-EBD3-3668-39A2-00ECA910F3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92437" y="3865245"/>
            <a:ext cx="3771900" cy="212407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a:extLst>
              <a:ext uri="{FF2B5EF4-FFF2-40B4-BE49-F238E27FC236}">
                <a16:creationId xmlns:a16="http://schemas.microsoft.com/office/drawing/2014/main" id="{CF54F290-6308-7F6C-A06D-E06DA566E3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92438" y="1748688"/>
            <a:ext cx="3802608" cy="1996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0719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E0F8A-4BB9-AD19-AF57-69AF37527E2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1294078-7955-7A19-0C07-227F7655F492}"/>
              </a:ext>
            </a:extLst>
          </p:cNvPr>
          <p:cNvSpPr>
            <a:spLocks noGrp="1"/>
          </p:cNvSpPr>
          <p:nvPr>
            <p:ph type="title"/>
          </p:nvPr>
        </p:nvSpPr>
        <p:spPr>
          <a:xfrm>
            <a:off x="479425" y="395588"/>
            <a:ext cx="11233150" cy="382733"/>
          </a:xfrm>
        </p:spPr>
        <p:txBody>
          <a:bodyPr/>
          <a:lstStyle/>
          <a:p>
            <a:r>
              <a:rPr lang="en-US" dirty="0"/>
              <a:t>German HVDC-Network “</a:t>
            </a:r>
            <a:r>
              <a:rPr lang="en-US" dirty="0" err="1"/>
              <a:t>Südlink</a:t>
            </a:r>
            <a:r>
              <a:rPr lang="en-US" dirty="0"/>
              <a:t>”</a:t>
            </a:r>
            <a:endParaRPr lang="de-DE" dirty="0"/>
          </a:p>
        </p:txBody>
      </p:sp>
      <p:sp>
        <p:nvSpPr>
          <p:cNvPr id="3" name="Datumsplatzhalter 2">
            <a:extLst>
              <a:ext uri="{FF2B5EF4-FFF2-40B4-BE49-F238E27FC236}">
                <a16:creationId xmlns:a16="http://schemas.microsoft.com/office/drawing/2014/main" id="{6B67C914-1D27-9759-C0DB-C83296720E8C}"/>
              </a:ext>
            </a:extLst>
          </p:cNvPr>
          <p:cNvSpPr>
            <a:spLocks noGrp="1"/>
          </p:cNvSpPr>
          <p:nvPr>
            <p:ph type="dt" sz="half" idx="10"/>
          </p:nvPr>
        </p:nvSpPr>
        <p:spPr/>
        <p:txBody>
          <a:bodyPr/>
          <a:lstStyle/>
          <a:p>
            <a:fld id="{65A82B2D-840F-4167-AD44-C02BC9C87CCB}" type="datetime1">
              <a:rPr lang="de-DE" noProof="0" smtClean="0"/>
              <a:t>13.05.2026</a:t>
            </a:fld>
            <a:endParaRPr lang="de-DE" noProof="0" dirty="0"/>
          </a:p>
        </p:txBody>
      </p:sp>
      <p:sp>
        <p:nvSpPr>
          <p:cNvPr id="4" name="Fußzeilenplatzhalter 3">
            <a:extLst>
              <a:ext uri="{FF2B5EF4-FFF2-40B4-BE49-F238E27FC236}">
                <a16:creationId xmlns:a16="http://schemas.microsoft.com/office/drawing/2014/main" id="{6162113F-851B-C097-CBA6-68F392C46568}"/>
              </a:ext>
            </a:extLst>
          </p:cNvPr>
          <p:cNvSpPr>
            <a:spLocks noGrp="1"/>
          </p:cNvSpPr>
          <p:nvPr>
            <p:ph type="ftr" sz="quarter" idx="11"/>
          </p:nvPr>
        </p:nvSpPr>
        <p:spPr/>
        <p:txBody>
          <a:bodyPr/>
          <a:lstStyle/>
          <a:p>
            <a:r>
              <a:rPr lang="de-DE" noProof="0"/>
              <a:t>© Fraunhofer IISB</a:t>
            </a:r>
            <a:endParaRPr lang="de-DE" noProof="0" dirty="0"/>
          </a:p>
        </p:txBody>
      </p:sp>
      <p:sp>
        <p:nvSpPr>
          <p:cNvPr id="5" name="Foliennummernplatzhalter 4">
            <a:extLst>
              <a:ext uri="{FF2B5EF4-FFF2-40B4-BE49-F238E27FC236}">
                <a16:creationId xmlns:a16="http://schemas.microsoft.com/office/drawing/2014/main" id="{A4ED0428-7737-7BAF-01F0-576F8317465B}"/>
              </a:ext>
            </a:extLst>
          </p:cNvPr>
          <p:cNvSpPr>
            <a:spLocks noGrp="1"/>
          </p:cNvSpPr>
          <p:nvPr>
            <p:ph type="sldNum" sz="quarter" idx="12"/>
          </p:nvPr>
        </p:nvSpPr>
        <p:spPr/>
        <p:txBody>
          <a:bodyPr/>
          <a:lstStyle/>
          <a:p>
            <a:r>
              <a:rPr lang="de-DE" noProof="0"/>
              <a:t>Seite</a:t>
            </a:r>
            <a:r>
              <a:rPr lang="en-US"/>
              <a:t> </a:t>
            </a:r>
            <a:fld id="{401BA3E4-5E55-4F99-AF09-CC6D6B2539E2}" type="slidenum">
              <a:rPr lang="en-US" smtClean="0"/>
              <a:pPr/>
              <a:t>25</a:t>
            </a:fld>
            <a:endParaRPr lang="en-US" dirty="0"/>
          </a:p>
        </p:txBody>
      </p:sp>
      <p:sp>
        <p:nvSpPr>
          <p:cNvPr id="6" name="Textplatzhalter 5">
            <a:extLst>
              <a:ext uri="{FF2B5EF4-FFF2-40B4-BE49-F238E27FC236}">
                <a16:creationId xmlns:a16="http://schemas.microsoft.com/office/drawing/2014/main" id="{AE71ECAA-8B45-4E3C-D7D7-7057F95D47F7}"/>
              </a:ext>
            </a:extLst>
          </p:cNvPr>
          <p:cNvSpPr>
            <a:spLocks noGrp="1"/>
          </p:cNvSpPr>
          <p:nvPr>
            <p:ph type="body" sz="quarter" idx="13"/>
          </p:nvPr>
        </p:nvSpPr>
        <p:spPr/>
        <p:txBody>
          <a:bodyPr/>
          <a:lstStyle/>
          <a:p>
            <a:r>
              <a:rPr lang="de-DE" dirty="0"/>
              <a:t>MMC Converter</a:t>
            </a:r>
          </a:p>
        </p:txBody>
      </p:sp>
      <p:sp>
        <p:nvSpPr>
          <p:cNvPr id="7" name="Textplatzhalter 6">
            <a:extLst>
              <a:ext uri="{FF2B5EF4-FFF2-40B4-BE49-F238E27FC236}">
                <a16:creationId xmlns:a16="http://schemas.microsoft.com/office/drawing/2014/main" id="{5F83B6A1-B5D7-21A0-1713-D0AA0901C5E8}"/>
              </a:ext>
            </a:extLst>
          </p:cNvPr>
          <p:cNvSpPr>
            <a:spLocks noGrp="1"/>
          </p:cNvSpPr>
          <p:nvPr>
            <p:ph type="body" sz="quarter" idx="14"/>
          </p:nvPr>
        </p:nvSpPr>
        <p:spPr>
          <a:xfrm>
            <a:off x="478199" y="1703388"/>
            <a:ext cx="4855800" cy="3478068"/>
          </a:xfrm>
        </p:spPr>
        <p:txBody>
          <a:bodyPr/>
          <a:lstStyle/>
          <a:p>
            <a:r>
              <a:rPr lang="en-US" dirty="0"/>
              <a:t>1 Copper Conductor</a:t>
            </a:r>
            <a:br>
              <a:rPr lang="en-US" dirty="0"/>
            </a:br>
            <a:r>
              <a:rPr lang="en-US" dirty="0"/>
              <a:t>2 Semi-Conductive Material for a smooth E-Field</a:t>
            </a:r>
            <a:br>
              <a:rPr lang="en-US" dirty="0"/>
            </a:br>
            <a:r>
              <a:rPr lang="en-US" dirty="0"/>
              <a:t>3 Insulation (likely Polyethylene)</a:t>
            </a:r>
            <a:br>
              <a:rPr lang="en-US" dirty="0"/>
            </a:br>
            <a:r>
              <a:rPr lang="en-US" dirty="0"/>
              <a:t>4 Semi-Conductive Material</a:t>
            </a:r>
            <a:br>
              <a:rPr lang="en-US" dirty="0"/>
            </a:br>
            <a:r>
              <a:rPr lang="en-US" dirty="0"/>
              <a:t>5 Fiber-Optic Cables</a:t>
            </a:r>
            <a:br>
              <a:rPr lang="en-US" dirty="0"/>
            </a:br>
            <a:r>
              <a:rPr lang="en-US" dirty="0"/>
              <a:t>6 Aluminum Shield</a:t>
            </a:r>
            <a:br>
              <a:rPr lang="en-US" dirty="0"/>
            </a:br>
            <a:r>
              <a:rPr lang="en-US" dirty="0"/>
              <a:t>7 Second isolation layer</a:t>
            </a:r>
            <a:br>
              <a:rPr lang="en-US" dirty="0"/>
            </a:br>
            <a:r>
              <a:rPr lang="en-US" dirty="0"/>
              <a:t>8 Outside Isolation against environmental influences, moisture, and mechanical damage</a:t>
            </a:r>
          </a:p>
          <a:p>
            <a:br>
              <a:rPr lang="en-US" dirty="0"/>
            </a:br>
            <a:r>
              <a:rPr lang="en-US" dirty="0"/>
              <a:t>Estimation: 250 kV over a distance of 25 mm </a:t>
            </a:r>
            <a:br>
              <a:rPr lang="en-US" dirty="0"/>
            </a:br>
            <a:r>
              <a:rPr lang="en-US" dirty="0"/>
              <a:t>-&gt; 10 kV/mm</a:t>
            </a:r>
            <a:endParaRPr lang="de-DE" dirty="0"/>
          </a:p>
        </p:txBody>
      </p:sp>
      <p:sp>
        <p:nvSpPr>
          <p:cNvPr id="8" name="Textfeld 7">
            <a:extLst>
              <a:ext uri="{FF2B5EF4-FFF2-40B4-BE49-F238E27FC236}">
                <a16:creationId xmlns:a16="http://schemas.microsoft.com/office/drawing/2014/main" id="{EA5775CD-1B67-4ACA-A294-37F76A35BD32}"/>
              </a:ext>
            </a:extLst>
          </p:cNvPr>
          <p:cNvSpPr txBox="1"/>
          <p:nvPr/>
        </p:nvSpPr>
        <p:spPr>
          <a:xfrm>
            <a:off x="124396" y="5587236"/>
            <a:ext cx="5466507" cy="446276"/>
          </a:xfrm>
          <a:prstGeom prst="rect">
            <a:avLst/>
          </a:prstGeom>
          <a:noFill/>
        </p:spPr>
        <p:txBody>
          <a:bodyPr wrap="square" lIns="0" tIns="0" rIns="0" bIns="0" rtlCol="0">
            <a:spAutoFit/>
          </a:bodyPr>
          <a:lstStyle/>
          <a:p>
            <a:pPr algn="l">
              <a:spcAft>
                <a:spcPts val="600"/>
              </a:spcAft>
              <a:buClr>
                <a:schemeClr val="accent1"/>
              </a:buClr>
            </a:pPr>
            <a:r>
              <a:rPr lang="de-DE" sz="800" dirty="0">
                <a:hlinkClick r:id="rId2"/>
              </a:rPr>
              <a:t>https://www.haz.de/lokales/umland/neustadt/suedlink-in-neustadt-grosse-transporter-liefern-kabel-fuer-stromtrasse-DWAQPQIG5PCYHQMKWUJHXWEQY4.html</a:t>
            </a:r>
            <a:r>
              <a:rPr lang="de-DE" sz="800" dirty="0"/>
              <a:t> </a:t>
            </a:r>
          </a:p>
          <a:p>
            <a:pPr algn="l">
              <a:spcAft>
                <a:spcPts val="1200"/>
              </a:spcAft>
              <a:buClr>
                <a:schemeClr val="accent1"/>
              </a:buClr>
            </a:pPr>
            <a:r>
              <a:rPr lang="de-DE" sz="800" dirty="0">
                <a:hlinkClick r:id="rId3"/>
              </a:rPr>
              <a:t>https://suedlink.com/s-h</a:t>
            </a:r>
            <a:r>
              <a:rPr lang="de-DE" sz="800" dirty="0"/>
              <a:t> </a:t>
            </a:r>
          </a:p>
        </p:txBody>
      </p:sp>
      <p:pic>
        <p:nvPicPr>
          <p:cNvPr id="3074" name="Picture 2">
            <a:extLst>
              <a:ext uri="{FF2B5EF4-FFF2-40B4-BE49-F238E27FC236}">
                <a16:creationId xmlns:a16="http://schemas.microsoft.com/office/drawing/2014/main" id="{2CE8ED68-824B-DB16-72DA-A2B5236A86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5292" y="1384455"/>
            <a:ext cx="8096250" cy="33909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VSC Nemo Link">
            <a:extLst>
              <a:ext uri="{FF2B5EF4-FFF2-40B4-BE49-F238E27FC236}">
                <a16:creationId xmlns:a16="http://schemas.microsoft.com/office/drawing/2014/main" id="{055E70AD-4F25-BB29-3848-3E1D4FA799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350" y="1895851"/>
            <a:ext cx="3837093" cy="38370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3694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2969FAB3-F139-4D43-A7C4-4D804D9FD135}"/>
              </a:ext>
            </a:extLst>
          </p:cNvPr>
          <p:cNvSpPr>
            <a:spLocks noGrp="1"/>
          </p:cNvSpPr>
          <p:nvPr>
            <p:ph type="body" sz="quarter" idx="11"/>
          </p:nvPr>
        </p:nvSpPr>
        <p:spPr bwMode="gray">
          <a:xfrm>
            <a:off x="479425" y="2880000"/>
            <a:ext cx="11233149" cy="2905667"/>
          </a:xfrm>
        </p:spPr>
        <p:txBody>
          <a:bodyPr/>
          <a:lstStyle/>
          <a:p>
            <a:r>
              <a:rPr lang="en-US" dirty="0"/>
              <a:t>Thank you for your attention!</a:t>
            </a:r>
          </a:p>
          <a:p>
            <a:r>
              <a:rPr lang="ja-JP" altLang="de-DE" sz="6000" dirty="0"/>
              <a:t>ご清聴ありがとうございました</a:t>
            </a:r>
            <a:endParaRPr lang="en-US" sz="6000" dirty="0"/>
          </a:p>
          <a:p>
            <a:pPr lvl="1"/>
            <a:r>
              <a:rPr lang="en-US" dirty="0"/>
              <a:t>—</a:t>
            </a:r>
          </a:p>
        </p:txBody>
      </p:sp>
    </p:spTree>
    <p:extLst>
      <p:ext uri="{BB962C8B-B14F-4D97-AF65-F5344CB8AC3E}">
        <p14:creationId xmlns:p14="http://schemas.microsoft.com/office/powerpoint/2010/main" val="13768982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D386BF06-4FE5-4ECB-9E48-683B65D8E9F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7" name="Objekt 6" hidden="1">
                        <a:extLst>
                          <a:ext uri="{FF2B5EF4-FFF2-40B4-BE49-F238E27FC236}">
                            <a16:creationId xmlns:a16="http://schemas.microsoft.com/office/drawing/2014/main" id="{D386BF06-4FE5-4ECB-9E48-683B65D8E9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platzhalter 5">
            <a:extLst>
              <a:ext uri="{FF2B5EF4-FFF2-40B4-BE49-F238E27FC236}">
                <a16:creationId xmlns:a16="http://schemas.microsoft.com/office/drawing/2014/main" id="{837DBD4C-23EA-4997-B274-B0674ADF01A3}"/>
              </a:ext>
            </a:extLst>
          </p:cNvPr>
          <p:cNvSpPr>
            <a:spLocks noGrp="1"/>
          </p:cNvSpPr>
          <p:nvPr>
            <p:ph type="body" sz="quarter" idx="11"/>
          </p:nvPr>
        </p:nvSpPr>
        <p:spPr bwMode="gray">
          <a:xfrm>
            <a:off x="479426" y="1700213"/>
            <a:ext cx="3137354" cy="3721403"/>
          </a:xfrm>
        </p:spPr>
        <p:txBody>
          <a:bodyPr/>
          <a:lstStyle/>
          <a:p>
            <a:r>
              <a:rPr lang="de-DE" dirty="0"/>
              <a:t>Contact</a:t>
            </a:r>
          </a:p>
          <a:p>
            <a:pPr lvl="1"/>
            <a:r>
              <a:rPr lang="de-DE" dirty="0"/>
              <a:t>—</a:t>
            </a:r>
          </a:p>
          <a:p>
            <a:pPr lvl="2"/>
            <a:r>
              <a:rPr lang="de-DE" dirty="0"/>
              <a:t>Adrian Keil, </a:t>
            </a:r>
            <a:r>
              <a:rPr lang="de-DE" dirty="0" err="1"/>
              <a:t>M.Sc</a:t>
            </a:r>
            <a:r>
              <a:rPr lang="de-DE" dirty="0"/>
              <a:t>.</a:t>
            </a:r>
          </a:p>
          <a:p>
            <a:pPr lvl="2"/>
            <a:r>
              <a:rPr lang="de-DE" dirty="0"/>
              <a:t>Intelligent Energy Systems</a:t>
            </a:r>
          </a:p>
          <a:p>
            <a:pPr lvl="2"/>
            <a:r>
              <a:rPr lang="de-DE" dirty="0"/>
              <a:t>Tel. +49 9131 761-527 </a:t>
            </a:r>
            <a:r>
              <a:rPr lang="de-DE" dirty="0">
                <a:hlinkClick r:id="rId5">
                  <a:extLst>
                    <a:ext uri="{A12FA001-AC4F-418D-AE19-62706E023703}">
                      <ahyp:hlinkClr xmlns:ahyp="http://schemas.microsoft.com/office/drawing/2018/hyperlinkcolor" val="tx"/>
                    </a:ext>
                  </a:extLst>
                </a:hlinkClick>
              </a:rPr>
              <a:t>adrian.keil@iisb.fraunhofer.de</a:t>
            </a:r>
            <a:endParaRPr lang="de-DE" dirty="0"/>
          </a:p>
          <a:p>
            <a:pPr lvl="2"/>
            <a:endParaRPr lang="de-DE" dirty="0"/>
          </a:p>
          <a:p>
            <a:pPr lvl="3"/>
            <a:r>
              <a:rPr lang="de-DE" dirty="0"/>
              <a:t>Fraunhofer IISB</a:t>
            </a:r>
          </a:p>
          <a:p>
            <a:pPr lvl="3"/>
            <a:r>
              <a:rPr lang="de-DE" dirty="0" err="1"/>
              <a:t>Schottkystraße</a:t>
            </a:r>
            <a:r>
              <a:rPr lang="de-DE" dirty="0"/>
              <a:t> 10</a:t>
            </a:r>
          </a:p>
          <a:p>
            <a:pPr lvl="3"/>
            <a:r>
              <a:rPr lang="de-DE" dirty="0"/>
              <a:t>91058 Erlangen</a:t>
            </a:r>
          </a:p>
          <a:p>
            <a:pPr lvl="3"/>
            <a:r>
              <a:rPr lang="de-DE" dirty="0"/>
              <a:t>Germany</a:t>
            </a:r>
          </a:p>
          <a:p>
            <a:pPr lvl="3"/>
            <a:r>
              <a:rPr lang="de-DE" dirty="0"/>
              <a:t>www.iisb.fraunhofer.de</a:t>
            </a:r>
          </a:p>
        </p:txBody>
      </p:sp>
      <p:sp>
        <p:nvSpPr>
          <p:cNvPr id="2" name="Textplatzhalter 5">
            <a:extLst>
              <a:ext uri="{FF2B5EF4-FFF2-40B4-BE49-F238E27FC236}">
                <a16:creationId xmlns:a16="http://schemas.microsoft.com/office/drawing/2014/main" id="{DD133D50-9040-A4B7-BF2E-02FEDB58EFD1}"/>
              </a:ext>
            </a:extLst>
          </p:cNvPr>
          <p:cNvSpPr txBox="1">
            <a:spLocks/>
          </p:cNvSpPr>
          <p:nvPr/>
        </p:nvSpPr>
        <p:spPr bwMode="gray">
          <a:xfrm>
            <a:off x="4289426" y="1700213"/>
            <a:ext cx="3137354" cy="3721403"/>
          </a:xfrm>
          <a:prstGeom prst="rect">
            <a:avLst/>
          </a:prstGeom>
          <a:noFill/>
        </p:spPr>
        <p:txBody>
          <a:bodyPr vert="horz" lIns="0" tIns="0" rIns="0" bIns="0" rtlCol="0" anchor="t">
            <a:spAutoFit/>
          </a:bodyPr>
          <a:lstStyle>
            <a:lvl1pPr marL="0" indent="0" algn="l" defTabSz="914400" rtl="0" eaLnBrk="1" latinLnBrk="0" hangingPunct="1">
              <a:lnSpc>
                <a:spcPct val="110000"/>
              </a:lnSpc>
              <a:spcBef>
                <a:spcPts val="0"/>
              </a:spcBef>
              <a:spcAft>
                <a:spcPts val="0"/>
              </a:spcAft>
              <a:buFont typeface="Arial" panose="020B0604020202020204" pitchFamily="34" charset="0"/>
              <a:buNone/>
              <a:defRPr sz="3200" b="0" kern="1200">
                <a:solidFill>
                  <a:schemeClr val="bg1"/>
                </a:solidFill>
                <a:latin typeface="+mn-lt"/>
                <a:ea typeface="+mn-ea"/>
                <a:cs typeface="+mn-cs"/>
              </a:defRPr>
            </a:lvl1pPr>
            <a:lvl2pPr marL="0" indent="0" algn="l" defTabSz="914400" rtl="0" eaLnBrk="1" latinLnBrk="0" hangingPunct="1">
              <a:lnSpc>
                <a:spcPts val="3500"/>
              </a:lnSpc>
              <a:spcBef>
                <a:spcPts val="0"/>
              </a:spcBef>
              <a:spcAft>
                <a:spcPts val="1600"/>
              </a:spcAft>
              <a:buFont typeface="Arial" panose="020B0604020202020204" pitchFamily="34" charset="0"/>
              <a:buNone/>
              <a:defRPr sz="4160" b="0" kern="1200">
                <a:solidFill>
                  <a:schemeClr val="bg1"/>
                </a:solidFill>
                <a:latin typeface="Frutiger LT Com 75 Black" panose="020B0A03040504030204" pitchFamily="34" charset="0"/>
                <a:ea typeface="+mn-ea"/>
                <a:cs typeface="+mn-cs"/>
              </a:defRPr>
            </a:lvl2pPr>
            <a:lvl3pPr marL="0" indent="0" algn="l" defTabSz="914400" rtl="0" eaLnBrk="1" latinLnBrk="0" hangingPunct="1">
              <a:lnSpc>
                <a:spcPct val="110000"/>
              </a:lnSpc>
              <a:spcBef>
                <a:spcPts val="0"/>
              </a:spcBef>
              <a:spcAft>
                <a:spcPts val="0"/>
              </a:spcAft>
              <a:buFont typeface="Arial" panose="020B0604020202020204" pitchFamily="34" charset="0"/>
              <a:buNone/>
              <a:defRPr sz="1600" b="0" kern="1200">
                <a:solidFill>
                  <a:schemeClr val="bg1"/>
                </a:solidFill>
                <a:latin typeface="+mj-lt"/>
                <a:ea typeface="+mn-ea"/>
                <a:cs typeface="+mn-cs"/>
              </a:defRPr>
            </a:lvl3pPr>
            <a:lvl4pPr marL="0" indent="0" algn="l" defTabSz="914400" rtl="0" eaLnBrk="1" latinLnBrk="0" hangingPunct="1">
              <a:lnSpc>
                <a:spcPct val="110000"/>
              </a:lnSpc>
              <a:spcBef>
                <a:spcPts val="0"/>
              </a:spcBef>
              <a:spcAft>
                <a:spcPts val="0"/>
              </a:spcAft>
              <a:buClr>
                <a:schemeClr val="accent1"/>
              </a:buClr>
              <a:buFont typeface="Wingdings" panose="05000000000000000000" pitchFamily="2" charset="2"/>
              <a:buNone/>
              <a:defRPr sz="1400" kern="1200">
                <a:solidFill>
                  <a:schemeClr val="bg1"/>
                </a:solidFill>
                <a:latin typeface="+mn-lt"/>
                <a:ea typeface="+mn-ea"/>
                <a:cs typeface="+mn-cs"/>
              </a:defRPr>
            </a:lvl4pPr>
            <a:lvl5pPr marL="360000" indent="-180000" algn="l" defTabSz="914400" rtl="0" eaLnBrk="1" latinLnBrk="0" hangingPunct="1">
              <a:lnSpc>
                <a:spcPct val="110000"/>
              </a:lnSpc>
              <a:spcBef>
                <a:spcPts val="0"/>
              </a:spcBef>
              <a:spcAft>
                <a:spcPts val="0"/>
              </a:spcAft>
              <a:buClr>
                <a:schemeClr val="bg2"/>
              </a:buClr>
              <a:buFont typeface="Wingdings" panose="05000000000000000000" pitchFamily="2" charset="2"/>
              <a:buChar char="§"/>
              <a:defRPr sz="1400" kern="1200">
                <a:solidFill>
                  <a:schemeClr val="tx1"/>
                </a:solidFill>
                <a:latin typeface="+mn-lt"/>
                <a:ea typeface="+mn-ea"/>
                <a:cs typeface="+mn-cs"/>
              </a:defRPr>
            </a:lvl5pPr>
            <a:lvl6pPr marL="540000" indent="-180000" algn="l" defTabSz="914400" rtl="0" eaLnBrk="1" latinLnBrk="0" hangingPunct="1">
              <a:lnSpc>
                <a:spcPct val="110000"/>
              </a:lnSpc>
              <a:spcBef>
                <a:spcPts val="0"/>
              </a:spcBef>
              <a:buClr>
                <a:schemeClr val="bg2"/>
              </a:buClr>
              <a:buFont typeface="Wingdings" panose="05000000000000000000" pitchFamily="2" charset="2"/>
              <a:buChar char="§"/>
              <a:defRPr sz="1400" kern="1200">
                <a:solidFill>
                  <a:schemeClr val="tx1"/>
                </a:solidFill>
                <a:latin typeface="+mn-lt"/>
                <a:ea typeface="+mn-ea"/>
                <a:cs typeface="+mn-cs"/>
              </a:defRPr>
            </a:lvl6pPr>
            <a:lvl7pPr marL="216000" indent="-216000" algn="l" defTabSz="914400" rtl="0" eaLnBrk="1" latinLnBrk="0" hangingPunct="1">
              <a:lnSpc>
                <a:spcPct val="110000"/>
              </a:lnSpc>
              <a:spcBef>
                <a:spcPts val="0"/>
              </a:spcBef>
              <a:buClr>
                <a:schemeClr val="accent1"/>
              </a:buClr>
              <a:buFont typeface="+mj-lt"/>
              <a:buAutoNum type="arabicPeriod"/>
              <a:defRPr sz="1400" kern="1200">
                <a:solidFill>
                  <a:schemeClr val="tx1"/>
                </a:solidFill>
                <a:latin typeface="+mn-lt"/>
                <a:ea typeface="+mn-ea"/>
                <a:cs typeface="+mn-cs"/>
              </a:defRPr>
            </a:lvl7pPr>
            <a:lvl8pPr marL="432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8pPr>
            <a:lvl9pPr marL="648000" indent="-216000" algn="l" defTabSz="914400" rtl="0" eaLnBrk="1" latinLnBrk="0" hangingPunct="1">
              <a:lnSpc>
                <a:spcPct val="110000"/>
              </a:lnSpc>
              <a:spcBef>
                <a:spcPts val="0"/>
              </a:spcBef>
              <a:buClr>
                <a:schemeClr val="bg2"/>
              </a:buClr>
              <a:buFont typeface="+mj-lt"/>
              <a:buAutoNum type="arabicPeriod"/>
              <a:defRPr sz="1400" kern="1200">
                <a:solidFill>
                  <a:schemeClr val="tx1"/>
                </a:solidFill>
                <a:latin typeface="+mn-lt"/>
                <a:ea typeface="+mn-ea"/>
                <a:cs typeface="+mn-cs"/>
              </a:defRPr>
            </a:lvl9pPr>
          </a:lstStyle>
          <a:p>
            <a:endParaRPr lang="de-DE" dirty="0"/>
          </a:p>
          <a:p>
            <a:pPr lvl="1"/>
            <a:endParaRPr lang="de-DE" dirty="0"/>
          </a:p>
          <a:p>
            <a:pPr lvl="2"/>
            <a:r>
              <a:rPr lang="de-DE" dirty="0"/>
              <a:t>Moritz Bosch, </a:t>
            </a:r>
            <a:r>
              <a:rPr lang="de-DE" dirty="0" err="1"/>
              <a:t>M.Sc</a:t>
            </a:r>
            <a:r>
              <a:rPr lang="de-DE" dirty="0"/>
              <a:t>.</a:t>
            </a:r>
          </a:p>
          <a:p>
            <a:pPr lvl="2"/>
            <a:r>
              <a:rPr lang="de-DE" dirty="0"/>
              <a:t>Intelligent Energy Systems</a:t>
            </a:r>
          </a:p>
          <a:p>
            <a:pPr lvl="2"/>
            <a:r>
              <a:rPr lang="de-DE" dirty="0"/>
              <a:t>Tel. +49 9131 761-458 </a:t>
            </a:r>
            <a:r>
              <a:rPr lang="de-DE" dirty="0">
                <a:hlinkClick r:id="rId6">
                  <a:extLst>
                    <a:ext uri="{A12FA001-AC4F-418D-AE19-62706E023703}">
                      <ahyp:hlinkClr xmlns:ahyp="http://schemas.microsoft.com/office/drawing/2018/hyperlinkcolor" val="tx"/>
                    </a:ext>
                  </a:extLst>
                </a:hlinkClick>
              </a:rPr>
              <a:t>moritz.bosch@iisb.fraunhofer.de</a:t>
            </a:r>
            <a:endParaRPr lang="de-DE" dirty="0"/>
          </a:p>
          <a:p>
            <a:pPr lvl="2"/>
            <a:endParaRPr lang="de-DE" dirty="0"/>
          </a:p>
          <a:p>
            <a:pPr lvl="3"/>
            <a:r>
              <a:rPr lang="de-DE" dirty="0"/>
              <a:t>Fraunhofer IISB</a:t>
            </a:r>
          </a:p>
          <a:p>
            <a:pPr lvl="3"/>
            <a:r>
              <a:rPr lang="de-DE" dirty="0" err="1"/>
              <a:t>Schottkystraße</a:t>
            </a:r>
            <a:r>
              <a:rPr lang="de-DE" dirty="0"/>
              <a:t> 10</a:t>
            </a:r>
          </a:p>
          <a:p>
            <a:pPr lvl="3"/>
            <a:r>
              <a:rPr lang="de-DE" dirty="0"/>
              <a:t>91058 Erlangen</a:t>
            </a:r>
          </a:p>
          <a:p>
            <a:pPr lvl="3"/>
            <a:r>
              <a:rPr lang="de-DE" dirty="0"/>
              <a:t>Germany</a:t>
            </a:r>
          </a:p>
          <a:p>
            <a:pPr lvl="3"/>
            <a:r>
              <a:rPr lang="de-DE" dirty="0"/>
              <a:t>www.iisb.fraunhofer.de</a:t>
            </a:r>
          </a:p>
        </p:txBody>
      </p:sp>
    </p:spTree>
    <p:extLst>
      <p:ext uri="{BB962C8B-B14F-4D97-AF65-F5344CB8AC3E}">
        <p14:creationId xmlns:p14="http://schemas.microsoft.com/office/powerpoint/2010/main" val="14931527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Fraunhofer_Master_16-9">
  <a:themeElements>
    <a:clrScheme name="Fraunhofer_Color">
      <a:dk1>
        <a:sysClr val="windowText" lastClr="000000"/>
      </a:dk1>
      <a:lt1>
        <a:sysClr val="window" lastClr="FFFFFF"/>
      </a:lt1>
      <a:dk2>
        <a:srgbClr val="F58220"/>
      </a:dk2>
      <a:lt2>
        <a:srgbClr val="A6BBC8"/>
      </a:lt2>
      <a:accent1>
        <a:srgbClr val="179C7D"/>
      </a:accent1>
      <a:accent2>
        <a:srgbClr val="005B7F"/>
      </a:accent2>
      <a:accent3>
        <a:srgbClr val="A6BBC8"/>
      </a:accent3>
      <a:accent4>
        <a:srgbClr val="008598"/>
      </a:accent4>
      <a:accent5>
        <a:srgbClr val="39C1CD"/>
      </a:accent5>
      <a:accent6>
        <a:srgbClr val="B2D235"/>
      </a:accent6>
      <a:hlink>
        <a:srgbClr val="179C7D"/>
      </a:hlink>
      <a:folHlink>
        <a:srgbClr val="005B7F"/>
      </a:folHlink>
    </a:clrScheme>
    <a:fontScheme name="Fraunhofer_Fonts">
      <a:majorFont>
        <a:latin typeface="Frutiger LT Com 65 Bold"/>
        <a:ea typeface=""/>
        <a:cs typeface=""/>
      </a:majorFont>
      <a:minorFont>
        <a:latin typeface="Frutiger LT Com 45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CDEE5"/>
        </a:solidFill>
        <a:ln w="9525">
          <a:noFill/>
        </a:ln>
      </a:spPr>
      <a:bodyPr lIns="108000" tIns="108000" rIns="108000" bIns="108000" rtlCol="0" anchor="ctr"/>
      <a:lstStyle>
        <a:defPPr marL="180000" indent="-180000" algn="l">
          <a:lnSpc>
            <a:spcPts val="1960"/>
          </a:lnSpc>
          <a:buClr>
            <a:schemeClr val="accent1"/>
          </a:buClr>
          <a:buFont typeface="Wingdings" panose="05000000000000000000" pitchFamily="2" charset="2"/>
          <a:buChar char="§"/>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2"/>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marL="180000" indent="-180000" algn="l">
          <a:lnSpc>
            <a:spcPts val="1960"/>
          </a:lnSpc>
          <a:buClr>
            <a:schemeClr val="accent1"/>
          </a:buClr>
          <a:buFont typeface="Wingdings" panose="05000000000000000000" pitchFamily="2" charset="2"/>
          <a:buChar char="§"/>
          <a:defRPr sz="1400" dirty="0" smtClean="0"/>
        </a:defPPr>
      </a:lstStyle>
    </a:txDef>
  </a:objectDefaults>
  <a:extraClrSchemeLst/>
  <a:custClrLst>
    <a:custClr>
      <a:srgbClr val="179C7D"/>
    </a:custClr>
    <a:custClr>
      <a:srgbClr val="005B7F"/>
    </a:custClr>
    <a:custClr>
      <a:srgbClr val="A6BBC8"/>
    </a:custClr>
    <a:custClr>
      <a:srgbClr val="F58220"/>
    </a:custClr>
    <a:custClr>
      <a:srgbClr val="FFFFFF"/>
    </a:custClr>
    <a:custClr>
      <a:srgbClr val="337C99"/>
    </a:custClr>
    <a:custClr>
      <a:srgbClr val="669DB2"/>
    </a:custClr>
    <a:custClr>
      <a:srgbClr val="99BDCC"/>
    </a:custClr>
    <a:custClr>
      <a:srgbClr val="CCDEE5"/>
    </a:custClr>
    <a:custClr>
      <a:srgbClr val="E5EEF2"/>
    </a:custClr>
    <a:custClr>
      <a:srgbClr val="1C3F52"/>
    </a:custClr>
    <a:custClr>
      <a:srgbClr val="D3C7AE"/>
    </a:custClr>
    <a:custClr>
      <a:srgbClr val="008598"/>
    </a:custClr>
    <a:custClr>
      <a:srgbClr val="39C1CD"/>
    </a:custClr>
    <a:custClr>
      <a:srgbClr val="B2D235"/>
    </a:custClr>
    <a:custClr>
      <a:srgbClr val="FDB913"/>
    </a:custClr>
    <a:custClr>
      <a:srgbClr val="BB0056"/>
    </a:custClr>
    <a:custClr>
      <a:srgbClr val="7C154D"/>
    </a:custClr>
    <a:custClr>
      <a:srgbClr val="FFFFFF"/>
    </a:custClr>
    <a:custClr>
      <a:srgbClr val="FFFFFF"/>
    </a:custClr>
  </a:custClrLst>
  <a:extLst>
    <a:ext uri="{05A4C25C-085E-4340-85A3-A5531E510DB2}">
      <thm15:themeFamily xmlns:thm15="http://schemas.microsoft.com/office/thememl/2012/main" name="Präsentation7" id="{14180148-20CF-4DA7-A721-921E466A1C22}" vid="{F8CF5006-811B-4D57-A7EB-E6DAF4B53F7A}"/>
    </a:ext>
  </a:extLst>
</a:theme>
</file>

<file path=ppt/theme/theme2.xml><?xml version="1.0" encoding="utf-8"?>
<a:theme xmlns:a="http://schemas.openxmlformats.org/drawingml/2006/main" name="Office">
  <a:themeElements>
    <a:clrScheme name="Fraunhofer_Color">
      <a:dk1>
        <a:sysClr val="windowText" lastClr="000000"/>
      </a:dk1>
      <a:lt1>
        <a:sysClr val="window" lastClr="FFFFFF"/>
      </a:lt1>
      <a:dk2>
        <a:srgbClr val="F58220"/>
      </a:dk2>
      <a:lt2>
        <a:srgbClr val="A6BBC8"/>
      </a:lt2>
      <a:accent1>
        <a:srgbClr val="179C7D"/>
      </a:accent1>
      <a:accent2>
        <a:srgbClr val="005B7F"/>
      </a:accent2>
      <a:accent3>
        <a:srgbClr val="A6BBC8"/>
      </a:accent3>
      <a:accent4>
        <a:srgbClr val="008598"/>
      </a:accent4>
      <a:accent5>
        <a:srgbClr val="39C1CD"/>
      </a:accent5>
      <a:accent6>
        <a:srgbClr val="B2D235"/>
      </a:accent6>
      <a:hlink>
        <a:srgbClr val="179C7D"/>
      </a:hlink>
      <a:folHlink>
        <a:srgbClr val="005B7F"/>
      </a:folHlink>
    </a:clrScheme>
    <a:fontScheme name="Fraunhofer_Fonts">
      <a:majorFont>
        <a:latin typeface="Frutiger LT Com 65 Bold"/>
        <a:ea typeface=""/>
        <a:cs typeface=""/>
      </a:majorFont>
      <a:minorFont>
        <a:latin typeface="Frutiger LT Com 45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Fraunhofer_Color">
      <a:dk1>
        <a:sysClr val="windowText" lastClr="000000"/>
      </a:dk1>
      <a:lt1>
        <a:sysClr val="window" lastClr="FFFFFF"/>
      </a:lt1>
      <a:dk2>
        <a:srgbClr val="F58220"/>
      </a:dk2>
      <a:lt2>
        <a:srgbClr val="A6BBC8"/>
      </a:lt2>
      <a:accent1>
        <a:srgbClr val="179C7D"/>
      </a:accent1>
      <a:accent2>
        <a:srgbClr val="005B7F"/>
      </a:accent2>
      <a:accent3>
        <a:srgbClr val="A6BBC8"/>
      </a:accent3>
      <a:accent4>
        <a:srgbClr val="008598"/>
      </a:accent4>
      <a:accent5>
        <a:srgbClr val="39C1CD"/>
      </a:accent5>
      <a:accent6>
        <a:srgbClr val="B2D235"/>
      </a:accent6>
      <a:hlink>
        <a:srgbClr val="179C7D"/>
      </a:hlink>
      <a:folHlink>
        <a:srgbClr val="005B7F"/>
      </a:folHlink>
    </a:clrScheme>
    <a:fontScheme name="Fraunhofer_Fonts">
      <a:majorFont>
        <a:latin typeface="Frutiger LT Com 65 Bold"/>
        <a:ea typeface=""/>
        <a:cs typeface=""/>
      </a:majorFont>
      <a:minorFont>
        <a:latin typeface="Frutiger LT Com 45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PP_190122_Fraunhofer_Master_16-9</Template>
  <TotalTime>0</TotalTime>
  <Words>2798</Words>
  <Application>Microsoft Office PowerPoint</Application>
  <PresentationFormat>Breitbild</PresentationFormat>
  <Paragraphs>495</Paragraphs>
  <Slides>27</Slides>
  <Notes>8</Notes>
  <HiddenSlides>4</HiddenSlides>
  <MMClips>0</MMClips>
  <ScaleCrop>false</ScaleCrop>
  <HeadingPairs>
    <vt:vector size="8" baseType="variant">
      <vt:variant>
        <vt:lpstr>Verwendete Schriftarten</vt:lpstr>
      </vt:variant>
      <vt:variant>
        <vt:i4>9</vt:i4>
      </vt:variant>
      <vt:variant>
        <vt:lpstr>Design</vt:lpstr>
      </vt:variant>
      <vt:variant>
        <vt:i4>1</vt:i4>
      </vt:variant>
      <vt:variant>
        <vt:lpstr>Eingebettete OLE-Server</vt:lpstr>
      </vt:variant>
      <vt:variant>
        <vt:i4>1</vt:i4>
      </vt:variant>
      <vt:variant>
        <vt:lpstr>Folientitel</vt:lpstr>
      </vt:variant>
      <vt:variant>
        <vt:i4>27</vt:i4>
      </vt:variant>
    </vt:vector>
  </HeadingPairs>
  <TitlesOfParts>
    <vt:vector size="38" baseType="lpstr">
      <vt:lpstr>Arial</vt:lpstr>
      <vt:lpstr>Cambria Math</vt:lpstr>
      <vt:lpstr>Frutiger 45 Light</vt:lpstr>
      <vt:lpstr>Frutiger LT Com 45 Light</vt:lpstr>
      <vt:lpstr>Frutiger LT Com 55 Roman</vt:lpstr>
      <vt:lpstr>Frutiger LT Com 65 Bold</vt:lpstr>
      <vt:lpstr>Frutiger LT Com 75 Black</vt:lpstr>
      <vt:lpstr>Times New Roman</vt:lpstr>
      <vt:lpstr>Wingdings</vt:lpstr>
      <vt:lpstr>Fraunhofer_Master_16-9</vt:lpstr>
      <vt:lpstr>think-cell Folie</vt:lpstr>
      <vt:lpstr>PowerPoint-Präsentation</vt:lpstr>
      <vt:lpstr>PowerPoint-Präsentation</vt:lpstr>
      <vt:lpstr>Fraunhofer-Gesellschaft [zur Förderung der angewandten Forschung e.V.]</vt:lpstr>
      <vt:lpstr>Fraunhofer-Gesellschaft</vt:lpstr>
      <vt:lpstr>The Major Non-University Research Organizations</vt:lpstr>
      <vt:lpstr>Fraunhofer and Universities</vt:lpstr>
      <vt:lpstr>Fraunhofer-Gesellschaft</vt:lpstr>
      <vt:lpstr>Fraunhofer-Gesellschaft</vt:lpstr>
      <vt:lpstr>Fraunhofer Research</vt:lpstr>
      <vt:lpstr>Fraunhofer Institute for Integrated Systems and Device Technology IISB</vt:lpstr>
      <vt:lpstr>Fraunhofer Institute for Integrated Systems and Device Technology IISB</vt:lpstr>
      <vt:lpstr>PowerPoint-Präsentation</vt:lpstr>
      <vt:lpstr>History</vt:lpstr>
      <vt:lpstr>DC for Future</vt:lpstr>
      <vt:lpstr>Advantages of LVDC Grids</vt:lpstr>
      <vt:lpstr>DC Grids for Decentral Energy Systems </vt:lpstr>
      <vt:lpstr>DC Grids for Decentral Energy Systems </vt:lpstr>
      <vt:lpstr>PowerPoint-Präsentation</vt:lpstr>
      <vt:lpstr>PowerPoint-Präsentation</vt:lpstr>
      <vt:lpstr>PowerPoint-Präsentation</vt:lpstr>
      <vt:lpstr>PowerPoint-Präsentation</vt:lpstr>
      <vt:lpstr>Weitere Themen </vt:lpstr>
      <vt:lpstr>German HVDC-Network “Südlink”</vt:lpstr>
      <vt:lpstr>German HVDC-Network “Südlink”</vt:lpstr>
      <vt:lpstr>German HVDC-Network “Südlink”</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Fischer, Bernd</dc:creator>
  <cp:lastModifiedBy>Keil, Adrian</cp:lastModifiedBy>
  <cp:revision>255</cp:revision>
  <dcterms:created xsi:type="dcterms:W3CDTF">2022-04-06T12:26:30Z</dcterms:created>
  <dcterms:modified xsi:type="dcterms:W3CDTF">2026-05-13T14:55:08Z</dcterms:modified>
</cp:coreProperties>
</file>