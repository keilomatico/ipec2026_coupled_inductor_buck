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3" r:id="rId5"/>
    <p:sldId id="259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64" r:id="rId18"/>
    <p:sldId id="260" r:id="rId19"/>
    <p:sldId id="262" r:id="rId20"/>
    <p:sldId id="276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F6B"/>
    <a:srgbClr val="B4016D"/>
    <a:srgbClr val="018186"/>
    <a:srgbClr val="F7F2F6"/>
    <a:srgbClr val="3B2D5B"/>
    <a:srgbClr val="FFFFFF"/>
    <a:srgbClr val="463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B16E5-A66D-4B3C-A438-B3FD6C313AAF}" v="157" dt="2026-04-15T18:03:42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2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osuke Ota" userId="ca473f5a-80a5-414f-8425-fd37d197ae63" providerId="ADAL" clId="{4AFA1E52-264A-4A1C-999F-31B049C3043A}"/>
    <pc:docChg chg="undo redo custSel addSld delSld modSld modMainMaster">
      <pc:chgData name="Ryosuke Ota" userId="ca473f5a-80a5-414f-8425-fd37d197ae63" providerId="ADAL" clId="{4AFA1E52-264A-4A1C-999F-31B049C3043A}" dt="2026-04-15T18:12:45.576" v="1038"/>
      <pc:docMkLst>
        <pc:docMk/>
      </pc:docMkLst>
      <pc:sldChg chg="addSp delSp modSp new del mod">
        <pc:chgData name="Ryosuke Ota" userId="ca473f5a-80a5-414f-8425-fd37d197ae63" providerId="ADAL" clId="{4AFA1E52-264A-4A1C-999F-31B049C3043A}" dt="2026-04-15T17:46:44.965" v="776" actId="47"/>
        <pc:sldMkLst>
          <pc:docMk/>
          <pc:sldMk cId="4113476399" sldId="256"/>
        </pc:sldMkLst>
        <pc:spChg chg="mod">
          <ac:chgData name="Ryosuke Ota" userId="ca473f5a-80a5-414f-8425-fd37d197ae63" providerId="ADAL" clId="{4AFA1E52-264A-4A1C-999F-31B049C3043A}" dt="2026-04-15T16:59:23.853" v="168" actId="20577"/>
          <ac:spMkLst>
            <pc:docMk/>
            <pc:sldMk cId="4113476399" sldId="256"/>
            <ac:spMk id="2" creationId="{963FF44F-7C7D-1213-2183-FA2A3D9CD98E}"/>
          </ac:spMkLst>
        </pc:spChg>
        <pc:spChg chg="del mod">
          <ac:chgData name="Ryosuke Ota" userId="ca473f5a-80a5-414f-8425-fd37d197ae63" providerId="ADAL" clId="{4AFA1E52-264A-4A1C-999F-31B049C3043A}" dt="2026-04-15T16:41:10.658" v="114" actId="478"/>
          <ac:spMkLst>
            <pc:docMk/>
            <pc:sldMk cId="4113476399" sldId="256"/>
            <ac:spMk id="4" creationId="{4F52D31E-A2F3-40F8-F175-091A46BA3E61}"/>
          </ac:spMkLst>
        </pc:spChg>
        <pc:picChg chg="add del mod">
          <ac:chgData name="Ryosuke Ota" userId="ca473f5a-80a5-414f-8425-fd37d197ae63" providerId="ADAL" clId="{4AFA1E52-264A-4A1C-999F-31B049C3043A}" dt="2026-04-15T16:04:18.127" v="5" actId="21"/>
          <ac:picMkLst>
            <pc:docMk/>
            <pc:sldMk cId="4113476399" sldId="256"/>
            <ac:picMk id="1026" creationId="{D716D792-0497-E1A3-9CE7-33F65AB3A0CF}"/>
          </ac:picMkLst>
        </pc:picChg>
        <pc:picChg chg="add del">
          <ac:chgData name="Ryosuke Ota" userId="ca473f5a-80a5-414f-8425-fd37d197ae63" providerId="ADAL" clId="{4AFA1E52-264A-4A1C-999F-31B049C3043A}" dt="2026-04-15T16:04:18.127" v="5" actId="21"/>
          <ac:picMkLst>
            <pc:docMk/>
            <pc:sldMk cId="4113476399" sldId="256"/>
            <ac:picMk id="1028" creationId="{4C33241A-3BB8-4020-8EE6-C973D1164795}"/>
          </ac:picMkLst>
        </pc:picChg>
      </pc:sldChg>
      <pc:sldChg chg="addSp delSp modSp new del mod">
        <pc:chgData name="Ryosuke Ota" userId="ca473f5a-80a5-414f-8425-fd37d197ae63" providerId="ADAL" clId="{4AFA1E52-264A-4A1C-999F-31B049C3043A}" dt="2026-04-15T16:36:24.215" v="89" actId="47"/>
        <pc:sldMkLst>
          <pc:docMk/>
          <pc:sldMk cId="3202204632" sldId="257"/>
        </pc:sldMkLst>
        <pc:spChg chg="add del mod">
          <ac:chgData name="Ryosuke Ota" userId="ca473f5a-80a5-414f-8425-fd37d197ae63" providerId="ADAL" clId="{4AFA1E52-264A-4A1C-999F-31B049C3043A}" dt="2026-04-15T16:36:20.372" v="87" actId="21"/>
          <ac:spMkLst>
            <pc:docMk/>
            <pc:sldMk cId="3202204632" sldId="257"/>
            <ac:spMk id="4" creationId="{A5D45906-BA03-AF9D-B59A-FBABAFCD239F}"/>
          </ac:spMkLst>
        </pc:spChg>
        <pc:grpChg chg="add del mod">
          <ac:chgData name="Ryosuke Ota" userId="ca473f5a-80a5-414f-8425-fd37d197ae63" providerId="ADAL" clId="{4AFA1E52-264A-4A1C-999F-31B049C3043A}" dt="2026-04-15T16:33:26.899" v="69" actId="21"/>
          <ac:grpSpMkLst>
            <pc:docMk/>
            <pc:sldMk cId="3202204632" sldId="257"/>
            <ac:grpSpMk id="2" creationId="{63715155-0329-14B4-3ACF-E8E21CC5D55F}"/>
          </ac:grpSpMkLst>
        </pc:grpChg>
        <pc:picChg chg="add mod">
          <ac:chgData name="Ryosuke Ota" userId="ca473f5a-80a5-414f-8425-fd37d197ae63" providerId="ADAL" clId="{4AFA1E52-264A-4A1C-999F-31B049C3043A}" dt="2026-04-15T16:04:48.927" v="12" actId="1076"/>
          <ac:picMkLst>
            <pc:docMk/>
            <pc:sldMk cId="3202204632" sldId="257"/>
            <ac:picMk id="1026" creationId="{D716D792-0497-E1A3-9CE7-33F65AB3A0CF}"/>
          </ac:picMkLst>
        </pc:picChg>
        <pc:picChg chg="add mod">
          <ac:chgData name="Ryosuke Ota" userId="ca473f5a-80a5-414f-8425-fd37d197ae63" providerId="ADAL" clId="{4AFA1E52-264A-4A1C-999F-31B049C3043A}" dt="2026-04-15T16:04:48.927" v="12" actId="1076"/>
          <ac:picMkLst>
            <pc:docMk/>
            <pc:sldMk cId="3202204632" sldId="257"/>
            <ac:picMk id="1028" creationId="{4C33241A-3BB8-4020-8EE6-C973D1164795}"/>
          </ac:picMkLst>
        </pc:picChg>
      </pc:sldChg>
      <pc:sldChg chg="addSp delSp modSp add del mod">
        <pc:chgData name="Ryosuke Ota" userId="ca473f5a-80a5-414f-8425-fd37d197ae63" providerId="ADAL" clId="{4AFA1E52-264A-4A1C-999F-31B049C3043A}" dt="2026-04-15T18:03:12.486" v="1029" actId="47"/>
        <pc:sldMkLst>
          <pc:docMk/>
          <pc:sldMk cId="865523084" sldId="258"/>
        </pc:sldMkLst>
        <pc:spChg chg="add del mod">
          <ac:chgData name="Ryosuke Ota" userId="ca473f5a-80a5-414f-8425-fd37d197ae63" providerId="ADAL" clId="{4AFA1E52-264A-4A1C-999F-31B049C3043A}" dt="2026-04-15T17:36:41.839" v="635" actId="21"/>
          <ac:spMkLst>
            <pc:docMk/>
            <pc:sldMk cId="865523084" sldId="258"/>
            <ac:spMk id="4" creationId="{A5D45906-BA03-AF9D-B59A-FBABAFCD239F}"/>
          </ac:spMkLst>
        </pc:spChg>
        <pc:grpChg chg="del">
          <ac:chgData name="Ryosuke Ota" userId="ca473f5a-80a5-414f-8425-fd37d197ae63" providerId="ADAL" clId="{4AFA1E52-264A-4A1C-999F-31B049C3043A}" dt="2026-04-15T16:36:29.734" v="90" actId="478"/>
          <ac:grpSpMkLst>
            <pc:docMk/>
            <pc:sldMk cId="865523084" sldId="258"/>
            <ac:grpSpMk id="2" creationId="{C8CB11D1-2417-A21C-7AF2-D4558092F8C5}"/>
          </ac:grpSpMkLst>
        </pc:grpChg>
      </pc:sldChg>
      <pc:sldChg chg="new del">
        <pc:chgData name="Ryosuke Ota" userId="ca473f5a-80a5-414f-8425-fd37d197ae63" providerId="ADAL" clId="{4AFA1E52-264A-4A1C-999F-31B049C3043A}" dt="2026-04-15T16:16:42.231" v="15" actId="680"/>
        <pc:sldMkLst>
          <pc:docMk/>
          <pc:sldMk cId="1127366473" sldId="259"/>
        </pc:sldMkLst>
      </pc:sldChg>
      <pc:sldChg chg="addSp modSp new mod">
        <pc:chgData name="Ryosuke Ota" userId="ca473f5a-80a5-414f-8425-fd37d197ae63" providerId="ADAL" clId="{4AFA1E52-264A-4A1C-999F-31B049C3043A}" dt="2026-04-15T17:42:39.382" v="695" actId="20577"/>
        <pc:sldMkLst>
          <pc:docMk/>
          <pc:sldMk cId="1863497642" sldId="259"/>
        </pc:sldMkLst>
        <pc:spChg chg="mod">
          <ac:chgData name="Ryosuke Ota" userId="ca473f5a-80a5-414f-8425-fd37d197ae63" providerId="ADAL" clId="{4AFA1E52-264A-4A1C-999F-31B049C3043A}" dt="2026-04-15T16:35:53.645" v="82" actId="27636"/>
          <ac:spMkLst>
            <pc:docMk/>
            <pc:sldMk cId="1863497642" sldId="259"/>
            <ac:spMk id="2" creationId="{A8188738-99FF-49AE-9921-BEF19278B16E}"/>
          </ac:spMkLst>
        </pc:spChg>
        <pc:spChg chg="add mod">
          <ac:chgData name="Ryosuke Ota" userId="ca473f5a-80a5-414f-8425-fd37d197ae63" providerId="ADAL" clId="{4AFA1E52-264A-4A1C-999F-31B049C3043A}" dt="2026-04-15T17:42:39.382" v="695" actId="20577"/>
          <ac:spMkLst>
            <pc:docMk/>
            <pc:sldMk cId="1863497642" sldId="259"/>
            <ac:spMk id="3" creationId="{ED9D267C-725C-4828-827D-38D3FDEFD571}"/>
          </ac:spMkLst>
        </pc:spChg>
        <pc:spChg chg="mod">
          <ac:chgData name="Ryosuke Ota" userId="ca473f5a-80a5-414f-8425-fd37d197ae63" providerId="ADAL" clId="{4AFA1E52-264A-4A1C-999F-31B049C3043A}" dt="2026-04-15T16:42:35.382" v="127" actId="20577"/>
          <ac:spMkLst>
            <pc:docMk/>
            <pc:sldMk cId="1863497642" sldId="259"/>
            <ac:spMk id="4" creationId="{77059F6A-42B1-59E0-F6A9-7DF58F940D84}"/>
          </ac:spMkLst>
        </pc:spChg>
      </pc:sldChg>
      <pc:sldChg chg="addSp delSp modSp add mod">
        <pc:chgData name="Ryosuke Ota" userId="ca473f5a-80a5-414f-8425-fd37d197ae63" providerId="ADAL" clId="{4AFA1E52-264A-4A1C-999F-31B049C3043A}" dt="2026-04-15T17:43:24.656" v="726" actId="20577"/>
        <pc:sldMkLst>
          <pc:docMk/>
          <pc:sldMk cId="2554407253" sldId="260"/>
        </pc:sldMkLst>
        <pc:spChg chg="mod">
          <ac:chgData name="Ryosuke Ota" userId="ca473f5a-80a5-414f-8425-fd37d197ae63" providerId="ADAL" clId="{4AFA1E52-264A-4A1C-999F-31B049C3043A}" dt="2026-04-15T16:38:50.842" v="100" actId="14100"/>
          <ac:spMkLst>
            <pc:docMk/>
            <pc:sldMk cId="2554407253" sldId="260"/>
            <ac:spMk id="2" creationId="{3E72BB60-C32D-493A-56D6-FC5749E38B67}"/>
          </ac:spMkLst>
        </pc:spChg>
        <pc:spChg chg="del">
          <ac:chgData name="Ryosuke Ota" userId="ca473f5a-80a5-414f-8425-fd37d197ae63" providerId="ADAL" clId="{4AFA1E52-264A-4A1C-999F-31B049C3043A}" dt="2026-04-15T16:31:00.120" v="50" actId="478"/>
          <ac:spMkLst>
            <pc:docMk/>
            <pc:sldMk cId="2554407253" sldId="260"/>
            <ac:spMk id="3" creationId="{4CB18383-5CAA-1B45-F2F1-FE847E07FCF0}"/>
          </ac:spMkLst>
        </pc:spChg>
        <pc:spChg chg="add mod">
          <ac:chgData name="Ryosuke Ota" userId="ca473f5a-80a5-414f-8425-fd37d197ae63" providerId="ADAL" clId="{4AFA1E52-264A-4A1C-999F-31B049C3043A}" dt="2026-04-15T17:43:24.656" v="726" actId="20577"/>
          <ac:spMkLst>
            <pc:docMk/>
            <pc:sldMk cId="2554407253" sldId="260"/>
            <ac:spMk id="4" creationId="{8E9A5911-A5DF-2FF5-F23A-05E1EE319EC0}"/>
          </ac:spMkLst>
        </pc:spChg>
      </pc:sldChg>
      <pc:sldChg chg="addSp delSp modSp new mod">
        <pc:chgData name="Ryosuke Ota" userId="ca473f5a-80a5-414f-8425-fd37d197ae63" providerId="ADAL" clId="{4AFA1E52-264A-4A1C-999F-31B049C3043A}" dt="2026-04-15T17:45:59.298" v="772" actId="20577"/>
        <pc:sldMkLst>
          <pc:docMk/>
          <pc:sldMk cId="804645170" sldId="261"/>
        </pc:sldMkLst>
        <pc:spChg chg="mod">
          <ac:chgData name="Ryosuke Ota" userId="ca473f5a-80a5-414f-8425-fd37d197ae63" providerId="ADAL" clId="{4AFA1E52-264A-4A1C-999F-31B049C3043A}" dt="2026-04-15T16:35:53.650" v="84" actId="27636"/>
          <ac:spMkLst>
            <pc:docMk/>
            <pc:sldMk cId="804645170" sldId="261"/>
            <ac:spMk id="2" creationId="{8CA2FF5D-66F8-C01A-49E7-EFC4D0B3761A}"/>
          </ac:spMkLst>
        </pc:spChg>
        <pc:spChg chg="add del">
          <ac:chgData name="Ryosuke Ota" userId="ca473f5a-80a5-414f-8425-fd37d197ae63" providerId="ADAL" clId="{4AFA1E52-264A-4A1C-999F-31B049C3043A}" dt="2026-04-15T16:31:24.163" v="54" actId="22"/>
          <ac:spMkLst>
            <pc:docMk/>
            <pc:sldMk cId="804645170" sldId="261"/>
            <ac:spMk id="4" creationId="{F086EB79-7339-9841-ABFF-08830F8703D5}"/>
          </ac:spMkLst>
        </pc:spChg>
        <pc:spChg chg="add mod">
          <ac:chgData name="Ryosuke Ota" userId="ca473f5a-80a5-414f-8425-fd37d197ae63" providerId="ADAL" clId="{4AFA1E52-264A-4A1C-999F-31B049C3043A}" dt="2026-04-15T17:45:59.298" v="772" actId="20577"/>
          <ac:spMkLst>
            <pc:docMk/>
            <pc:sldMk cId="804645170" sldId="261"/>
            <ac:spMk id="5" creationId="{D9519DF6-56FC-2F39-9A02-702F8FE49FC6}"/>
          </ac:spMkLst>
        </pc:spChg>
      </pc:sldChg>
      <pc:sldChg chg="addSp modSp new mod">
        <pc:chgData name="Ryosuke Ota" userId="ca473f5a-80a5-414f-8425-fd37d197ae63" providerId="ADAL" clId="{4AFA1E52-264A-4A1C-999F-31B049C3043A}" dt="2026-04-15T17:46:24.974" v="775" actId="14100"/>
        <pc:sldMkLst>
          <pc:docMk/>
          <pc:sldMk cId="1695602132" sldId="262"/>
        </pc:sldMkLst>
        <pc:spChg chg="mod">
          <ac:chgData name="Ryosuke Ota" userId="ca473f5a-80a5-414f-8425-fd37d197ae63" providerId="ADAL" clId="{4AFA1E52-264A-4A1C-999F-31B049C3043A}" dt="2026-04-15T16:35:53.652" v="85" actId="27636"/>
          <ac:spMkLst>
            <pc:docMk/>
            <pc:sldMk cId="1695602132" sldId="262"/>
            <ac:spMk id="2" creationId="{34354F1D-5ECA-A234-1020-2ABCDAB9BC21}"/>
          </ac:spMkLst>
        </pc:spChg>
        <pc:spChg chg="add mod">
          <ac:chgData name="Ryosuke Ota" userId="ca473f5a-80a5-414f-8425-fd37d197ae63" providerId="ADAL" clId="{4AFA1E52-264A-4A1C-999F-31B049C3043A}" dt="2026-04-15T17:46:24.974" v="775" actId="14100"/>
          <ac:spMkLst>
            <pc:docMk/>
            <pc:sldMk cId="1695602132" sldId="262"/>
            <ac:spMk id="3" creationId="{29B9199A-7967-7B38-3964-773353E70919}"/>
          </ac:spMkLst>
        </pc:spChg>
      </pc:sldChg>
      <pc:sldChg chg="addSp delSp modSp new add del mod">
        <pc:chgData name="Ryosuke Ota" userId="ca473f5a-80a5-414f-8425-fd37d197ae63" providerId="ADAL" clId="{4AFA1E52-264A-4A1C-999F-31B049C3043A}" dt="2026-04-15T18:10:50.775" v="1037" actId="207"/>
        <pc:sldMkLst>
          <pc:docMk/>
          <pc:sldMk cId="2650175371" sldId="263"/>
        </pc:sldMkLst>
        <pc:spChg chg="mod">
          <ac:chgData name="Ryosuke Ota" userId="ca473f5a-80a5-414f-8425-fd37d197ae63" providerId="ADAL" clId="{4AFA1E52-264A-4A1C-999F-31B049C3043A}" dt="2026-04-15T17:49:44.236" v="866" actId="14838"/>
          <ac:spMkLst>
            <pc:docMk/>
            <pc:sldMk cId="2650175371" sldId="263"/>
            <ac:spMk id="2" creationId="{E6B81CC1-E2CC-40AB-2683-2E5A7CFD459C}"/>
          </ac:spMkLst>
        </pc:spChg>
        <pc:spChg chg="mod">
          <ac:chgData name="Ryosuke Ota" userId="ca473f5a-80a5-414f-8425-fd37d197ae63" providerId="ADAL" clId="{4AFA1E52-264A-4A1C-999F-31B049C3043A}" dt="2026-04-15T17:50:34.027" v="909" actId="14838"/>
          <ac:spMkLst>
            <pc:docMk/>
            <pc:sldMk cId="2650175371" sldId="263"/>
            <ac:spMk id="3" creationId="{9E3E8FF0-A431-66D6-37E4-F14E8A70B774}"/>
          </ac:spMkLst>
        </pc:spChg>
        <pc:spChg chg="add mod">
          <ac:chgData name="Ryosuke Ota" userId="ca473f5a-80a5-414f-8425-fd37d197ae63" providerId="ADAL" clId="{4AFA1E52-264A-4A1C-999F-31B049C3043A}" dt="2026-04-15T18:10:50.775" v="1037" actId="207"/>
          <ac:spMkLst>
            <pc:docMk/>
            <pc:sldMk cId="2650175371" sldId="263"/>
            <ac:spMk id="4" creationId="{A612CFF1-7E08-87F1-934E-0707360616DE}"/>
          </ac:spMkLst>
        </pc:spChg>
        <pc:spChg chg="add del mod">
          <ac:chgData name="Ryosuke Ota" userId="ca473f5a-80a5-414f-8425-fd37d197ae63" providerId="ADAL" clId="{4AFA1E52-264A-4A1C-999F-31B049C3043A}" dt="2026-04-15T17:27:52.566" v="539" actId="478"/>
          <ac:spMkLst>
            <pc:docMk/>
            <pc:sldMk cId="2650175371" sldId="263"/>
            <ac:spMk id="5" creationId="{E2197B14-233F-ED2D-A284-CD31E206195F}"/>
          </ac:spMkLst>
        </pc:spChg>
        <pc:spChg chg="add mod">
          <ac:chgData name="Ryosuke Ota" userId="ca473f5a-80a5-414f-8425-fd37d197ae63" providerId="ADAL" clId="{4AFA1E52-264A-4A1C-999F-31B049C3043A}" dt="2026-04-15T17:40:43.553" v="687" actId="1076"/>
          <ac:spMkLst>
            <pc:docMk/>
            <pc:sldMk cId="2650175371" sldId="263"/>
            <ac:spMk id="6" creationId="{7ECEB72F-2F23-FE32-BFFC-67CD050D4A8A}"/>
          </ac:spMkLst>
        </pc:spChg>
        <pc:spChg chg="add mod">
          <ac:chgData name="Ryosuke Ota" userId="ca473f5a-80a5-414f-8425-fd37d197ae63" providerId="ADAL" clId="{4AFA1E52-264A-4A1C-999F-31B049C3043A}" dt="2026-04-15T17:44:13.822" v="738" actId="20577"/>
          <ac:spMkLst>
            <pc:docMk/>
            <pc:sldMk cId="2650175371" sldId="263"/>
            <ac:spMk id="7" creationId="{A5D45906-BA03-AF9D-B59A-FBABAFCD239F}"/>
          </ac:spMkLst>
        </pc:spChg>
      </pc:sldChg>
      <pc:sldChg chg="new del">
        <pc:chgData name="Ryosuke Ota" userId="ca473f5a-80a5-414f-8425-fd37d197ae63" providerId="ADAL" clId="{4AFA1E52-264A-4A1C-999F-31B049C3043A}" dt="2026-04-15T16:45:44.155" v="138" actId="47"/>
        <pc:sldMkLst>
          <pc:docMk/>
          <pc:sldMk cId="2881293525" sldId="263"/>
        </pc:sldMkLst>
      </pc:sldChg>
      <pc:sldChg chg="addSp delSp modSp new mod">
        <pc:chgData name="Ryosuke Ota" userId="ca473f5a-80a5-414f-8425-fd37d197ae63" providerId="ADAL" clId="{4AFA1E52-264A-4A1C-999F-31B049C3043A}" dt="2026-04-15T18:12:45.576" v="1038"/>
        <pc:sldMkLst>
          <pc:docMk/>
          <pc:sldMk cId="2186840889" sldId="264"/>
        </pc:sldMkLst>
        <pc:spChg chg="add mod">
          <ac:chgData name="Ryosuke Ota" userId="ca473f5a-80a5-414f-8425-fd37d197ae63" providerId="ADAL" clId="{4AFA1E52-264A-4A1C-999F-31B049C3043A}" dt="2026-04-15T18:12:45.576" v="1038"/>
          <ac:spMkLst>
            <pc:docMk/>
            <pc:sldMk cId="2186840889" sldId="264"/>
            <ac:spMk id="2" creationId="{48CACBD1-53E5-5540-6B0A-635BB6B0A0FF}"/>
          </ac:spMkLst>
        </pc:spChg>
        <pc:spChg chg="add del mod">
          <ac:chgData name="Ryosuke Ota" userId="ca473f5a-80a5-414f-8425-fd37d197ae63" providerId="ADAL" clId="{4AFA1E52-264A-4A1C-999F-31B049C3043A}" dt="2026-04-15T18:02:51.772" v="1025" actId="478"/>
          <ac:spMkLst>
            <pc:docMk/>
            <pc:sldMk cId="2186840889" sldId="264"/>
            <ac:spMk id="2" creationId="{DC27A66E-05A1-42D8-ED53-88115C14D236}"/>
          </ac:spMkLst>
        </pc:spChg>
        <pc:spChg chg="add mod">
          <ac:chgData name="Ryosuke Ota" userId="ca473f5a-80a5-414f-8425-fd37d197ae63" providerId="ADAL" clId="{4AFA1E52-264A-4A1C-999F-31B049C3043A}" dt="2026-04-15T18:02:58.500" v="1028" actId="14100"/>
          <ac:spMkLst>
            <pc:docMk/>
            <pc:sldMk cId="2186840889" sldId="264"/>
            <ac:spMk id="3" creationId="{277A40F4-CF34-123B-201B-0D94299A14A1}"/>
          </ac:spMkLst>
        </pc:spChg>
        <pc:spChg chg="add mod">
          <ac:chgData name="Ryosuke Ota" userId="ca473f5a-80a5-414f-8425-fd37d197ae63" providerId="ADAL" clId="{4AFA1E52-264A-4A1C-999F-31B049C3043A}" dt="2026-04-15T18:01:46.236" v="1019" actId="1076"/>
          <ac:spMkLst>
            <pc:docMk/>
            <pc:sldMk cId="2186840889" sldId="264"/>
            <ac:spMk id="4" creationId="{336A4124-215A-1CDC-F158-6DB6A64706D9}"/>
          </ac:spMkLst>
        </pc:spChg>
        <pc:spChg chg="add mod">
          <ac:chgData name="Ryosuke Ota" userId="ca473f5a-80a5-414f-8425-fd37d197ae63" providerId="ADAL" clId="{4AFA1E52-264A-4A1C-999F-31B049C3043A}" dt="2026-04-15T18:02:31.927" v="1024" actId="1076"/>
          <ac:spMkLst>
            <pc:docMk/>
            <pc:sldMk cId="2186840889" sldId="264"/>
            <ac:spMk id="5" creationId="{96776E92-6E03-7474-9A03-49CC08DE5CE9}"/>
          </ac:spMkLst>
        </pc:spChg>
      </pc:sldChg>
      <pc:sldMasterChg chg="addSp delSp modSp mod modSldLayout">
        <pc:chgData name="Ryosuke Ota" userId="ca473f5a-80a5-414f-8425-fd37d197ae63" providerId="ADAL" clId="{4AFA1E52-264A-4A1C-999F-31B049C3043A}" dt="2026-04-15T18:03:42.103" v="1030"/>
        <pc:sldMasterMkLst>
          <pc:docMk/>
          <pc:sldMasterMk cId="809575103" sldId="2147483648"/>
        </pc:sldMasterMkLst>
        <pc:spChg chg="mod">
          <ac:chgData name="Ryosuke Ota" userId="ca473f5a-80a5-414f-8425-fd37d197ae63" providerId="ADAL" clId="{4AFA1E52-264A-4A1C-999F-31B049C3043A}" dt="2026-04-15T16:17:45.673" v="18" actId="2711"/>
          <ac:spMkLst>
            <pc:docMk/>
            <pc:sldMasterMk cId="809575103" sldId="2147483648"/>
            <ac:spMk id="2" creationId="{233C76C2-AD50-A0FA-2EFC-47EEE59ACBF9}"/>
          </ac:spMkLst>
        </pc:spChg>
        <pc:spChg chg="add del">
          <ac:chgData name="Ryosuke Ota" userId="ca473f5a-80a5-414f-8425-fd37d197ae63" providerId="ADAL" clId="{4AFA1E52-264A-4A1C-999F-31B049C3043A}" dt="2026-04-15T17:00:46.655" v="178" actId="478"/>
          <ac:spMkLst>
            <pc:docMk/>
            <pc:sldMasterMk cId="809575103" sldId="2147483648"/>
            <ac:spMk id="6" creationId="{1946F263-EFA6-4C4D-EB21-F71DA204422B}"/>
          </ac:spMkLst>
        </pc:spChg>
        <pc:spChg chg="add mod">
          <ac:chgData name="Ryosuke Ota" userId="ca473f5a-80a5-414f-8425-fd37d197ae63" providerId="ADAL" clId="{4AFA1E52-264A-4A1C-999F-31B049C3043A}" dt="2026-04-15T17:00:08.483" v="172"/>
          <ac:spMkLst>
            <pc:docMk/>
            <pc:sldMasterMk cId="809575103" sldId="2147483648"/>
            <ac:spMk id="7" creationId="{C0136958-B999-8D9F-620E-4FE76E6DD32C}"/>
          </ac:spMkLst>
        </pc:spChg>
        <pc:spChg chg="add mod">
          <ac:chgData name="Ryosuke Ota" userId="ca473f5a-80a5-414f-8425-fd37d197ae63" providerId="ADAL" clId="{4AFA1E52-264A-4A1C-999F-31B049C3043A}" dt="2026-04-15T17:00:47.964" v="180"/>
          <ac:spMkLst>
            <pc:docMk/>
            <pc:sldMasterMk cId="809575103" sldId="2147483648"/>
            <ac:spMk id="8" creationId="{868EE7AD-07CE-D904-2C55-A9C03C816456}"/>
          </ac:spMkLst>
        </pc:spChg>
        <pc:sldLayoutChg chg="addSp delSp modSp mod">
          <pc:chgData name="Ryosuke Ota" userId="ca473f5a-80a5-414f-8425-fd37d197ae63" providerId="ADAL" clId="{4AFA1E52-264A-4A1C-999F-31B049C3043A}" dt="2026-04-15T17:53:31.935" v="916" actId="1076"/>
          <pc:sldLayoutMkLst>
            <pc:docMk/>
            <pc:sldMasterMk cId="809575103" sldId="2147483648"/>
            <pc:sldLayoutMk cId="2687528050" sldId="2147483651"/>
          </pc:sldLayoutMkLst>
          <pc:spChg chg="mod">
            <ac:chgData name="Ryosuke Ota" userId="ca473f5a-80a5-414f-8425-fd37d197ae63" providerId="ADAL" clId="{4AFA1E52-264A-4A1C-999F-31B049C3043A}" dt="2026-04-15T17:34:45.178" v="624" actId="207"/>
            <ac:spMkLst>
              <pc:docMk/>
              <pc:sldMasterMk cId="809575103" sldId="2147483648"/>
              <pc:sldLayoutMk cId="2687528050" sldId="2147483651"/>
              <ac:spMk id="2" creationId="{CED23E45-2378-6FE2-2400-8474A8B3309E}"/>
            </ac:spMkLst>
          </pc:spChg>
          <pc:spChg chg="mod">
            <ac:chgData name="Ryosuke Ota" userId="ca473f5a-80a5-414f-8425-fd37d197ae63" providerId="ADAL" clId="{4AFA1E52-264A-4A1C-999F-31B049C3043A}" dt="2026-04-15T17:32:42.461" v="614" actId="1076"/>
            <ac:spMkLst>
              <pc:docMk/>
              <pc:sldMasterMk cId="809575103" sldId="2147483648"/>
              <pc:sldLayoutMk cId="2687528050" sldId="2147483651"/>
              <ac:spMk id="3" creationId="{6C3CC5A1-852F-4BB3-5A7B-F81A1487C664}"/>
            </ac:spMkLst>
          </pc:spChg>
          <pc:spChg chg="del">
            <ac:chgData name="Ryosuke Ota" userId="ca473f5a-80a5-414f-8425-fd37d197ae63" providerId="ADAL" clId="{4AFA1E52-264A-4A1C-999F-31B049C3043A}" dt="2026-04-15T17:01:32.779" v="182" actId="478"/>
            <ac:spMkLst>
              <pc:docMk/>
              <pc:sldMasterMk cId="809575103" sldId="2147483648"/>
              <pc:sldLayoutMk cId="2687528050" sldId="2147483651"/>
              <ac:spMk id="4" creationId="{D5031422-CCAE-FBB8-D9F0-6E70A509B29B}"/>
            </ac:spMkLst>
          </pc:spChg>
          <pc:spChg chg="del">
            <ac:chgData name="Ryosuke Ota" userId="ca473f5a-80a5-414f-8425-fd37d197ae63" providerId="ADAL" clId="{4AFA1E52-264A-4A1C-999F-31B049C3043A}" dt="2026-04-15T17:01:35.959" v="183" actId="478"/>
            <ac:spMkLst>
              <pc:docMk/>
              <pc:sldMasterMk cId="809575103" sldId="2147483648"/>
              <pc:sldLayoutMk cId="2687528050" sldId="2147483651"/>
              <ac:spMk id="5" creationId="{AFBC9BE7-39B9-072B-DCFF-DD63215B7814}"/>
            </ac:spMkLst>
          </pc:spChg>
          <pc:spChg chg="del">
            <ac:chgData name="Ryosuke Ota" userId="ca473f5a-80a5-414f-8425-fd37d197ae63" providerId="ADAL" clId="{4AFA1E52-264A-4A1C-999F-31B049C3043A}" dt="2026-04-15T17:01:23.915" v="181" actId="478"/>
            <ac:spMkLst>
              <pc:docMk/>
              <pc:sldMasterMk cId="809575103" sldId="2147483648"/>
              <pc:sldLayoutMk cId="2687528050" sldId="2147483651"/>
              <ac:spMk id="6" creationId="{4FDA2E89-D0CD-DA54-BE56-63360D11C4BF}"/>
            </ac:spMkLst>
          </pc:spChg>
          <pc:grpChg chg="add del mod">
            <ac:chgData name="Ryosuke Ota" userId="ca473f5a-80a5-414f-8425-fd37d197ae63" providerId="ADAL" clId="{4AFA1E52-264A-4A1C-999F-31B049C3043A}" dt="2026-04-15T17:10:49.687" v="275" actId="165"/>
            <ac:grpSpMkLst>
              <pc:docMk/>
              <pc:sldMasterMk cId="809575103" sldId="2147483648"/>
              <pc:sldLayoutMk cId="2687528050" sldId="2147483651"/>
              <ac:grpSpMk id="9" creationId="{0B281821-CE2F-4927-38E7-17B9E36453F1}"/>
            </ac:grpSpMkLst>
          </pc:grpChg>
          <pc:picChg chg="add del mod ord">
            <ac:chgData name="Ryosuke Ota" userId="ca473f5a-80a5-414f-8425-fd37d197ae63" providerId="ADAL" clId="{4AFA1E52-264A-4A1C-999F-31B049C3043A}" dt="2026-04-15T17:15:41.312" v="349" actId="478"/>
            <ac:picMkLst>
              <pc:docMk/>
              <pc:sldMasterMk cId="809575103" sldId="2147483648"/>
              <pc:sldLayoutMk cId="2687528050" sldId="2147483651"/>
              <ac:picMk id="8" creationId="{12ADB203-2619-A2C6-2794-171687DA30C7}"/>
            </ac:picMkLst>
          </pc:picChg>
          <pc:picChg chg="add del mod topLvl">
            <ac:chgData name="Ryosuke Ota" userId="ca473f5a-80a5-414f-8425-fd37d197ae63" providerId="ADAL" clId="{4AFA1E52-264A-4A1C-999F-31B049C3043A}" dt="2026-04-15T17:15:40.825" v="347" actId="478"/>
            <ac:picMkLst>
              <pc:docMk/>
              <pc:sldMasterMk cId="809575103" sldId="2147483648"/>
              <pc:sldLayoutMk cId="2687528050" sldId="2147483651"/>
              <ac:picMk id="10" creationId="{A41FD5DC-03A9-3D15-EECE-60EF9EAF2F21}"/>
            </ac:picMkLst>
          </pc:picChg>
          <pc:picChg chg="add del mod topLvl">
            <ac:chgData name="Ryosuke Ota" userId="ca473f5a-80a5-414f-8425-fd37d197ae63" providerId="ADAL" clId="{4AFA1E52-264A-4A1C-999F-31B049C3043A}" dt="2026-04-15T17:15:37.097" v="345" actId="21"/>
            <ac:picMkLst>
              <pc:docMk/>
              <pc:sldMasterMk cId="809575103" sldId="2147483648"/>
              <pc:sldLayoutMk cId="2687528050" sldId="2147483651"/>
              <ac:picMk id="11" creationId="{409F4699-E313-504A-B0F0-642FE63CA42A}"/>
            </ac:picMkLst>
          </pc:picChg>
          <pc:picChg chg="add mod ord">
            <ac:chgData name="Ryosuke Ota" userId="ca473f5a-80a5-414f-8425-fd37d197ae63" providerId="ADAL" clId="{4AFA1E52-264A-4A1C-999F-31B049C3043A}" dt="2026-04-15T17:53:31.935" v="916" actId="1076"/>
            <ac:picMkLst>
              <pc:docMk/>
              <pc:sldMasterMk cId="809575103" sldId="2147483648"/>
              <pc:sldLayoutMk cId="2687528050" sldId="2147483651"/>
              <ac:picMk id="13" creationId="{1F80A74F-9E56-A4B8-616D-4E634FDDFAC4}"/>
            </ac:picMkLst>
          </pc:picChg>
          <pc:picChg chg="add mod">
            <ac:chgData name="Ryosuke Ota" userId="ca473f5a-80a5-414f-8425-fd37d197ae63" providerId="ADAL" clId="{4AFA1E52-264A-4A1C-999F-31B049C3043A}" dt="2026-04-15T17:36:02.120" v="634" actId="1076"/>
            <ac:picMkLst>
              <pc:docMk/>
              <pc:sldMasterMk cId="809575103" sldId="2147483648"/>
              <pc:sldLayoutMk cId="2687528050" sldId="2147483651"/>
              <ac:picMk id="17" creationId="{409F4699-E313-504A-B0F0-642FE63CA42A}"/>
            </ac:picMkLst>
          </pc:picChg>
        </pc:sldLayoutChg>
        <pc:sldLayoutChg chg="addSp delSp modSp mod">
          <pc:chgData name="Ryosuke Ota" userId="ca473f5a-80a5-414f-8425-fd37d197ae63" providerId="ADAL" clId="{4AFA1E52-264A-4A1C-999F-31B049C3043A}" dt="2026-04-15T17:35:10.192" v="625" actId="21"/>
          <pc:sldLayoutMkLst>
            <pc:docMk/>
            <pc:sldMasterMk cId="809575103" sldId="2147483648"/>
            <pc:sldLayoutMk cId="1693664898" sldId="2147483654"/>
          </pc:sldLayoutMkLst>
          <pc:spChg chg="mod">
            <ac:chgData name="Ryosuke Ota" userId="ca473f5a-80a5-414f-8425-fd37d197ae63" providerId="ADAL" clId="{4AFA1E52-264A-4A1C-999F-31B049C3043A}" dt="2026-04-15T16:35:56.011" v="86" actId="1076"/>
            <ac:spMkLst>
              <pc:docMk/>
              <pc:sldMasterMk cId="809575103" sldId="2147483648"/>
              <pc:sldLayoutMk cId="1693664898" sldId="2147483654"/>
              <ac:spMk id="2" creationId="{1D272F94-A6F9-CD9E-CA74-E61DABE81467}"/>
            </ac:spMkLst>
          </pc:spChg>
          <pc:spChg chg="del">
            <ac:chgData name="Ryosuke Ota" userId="ca473f5a-80a5-414f-8425-fd37d197ae63" providerId="ADAL" clId="{4AFA1E52-264A-4A1C-999F-31B049C3043A}" dt="2026-04-15T16:20:30.671" v="25" actId="478"/>
            <ac:spMkLst>
              <pc:docMk/>
              <pc:sldMasterMk cId="809575103" sldId="2147483648"/>
              <pc:sldLayoutMk cId="1693664898" sldId="2147483654"/>
              <ac:spMk id="3" creationId="{0DE2CA45-1CC9-C438-D27D-DA0F192E694C}"/>
            </ac:spMkLst>
          </pc:spChg>
          <pc:spChg chg="add del mod">
            <ac:chgData name="Ryosuke Ota" userId="ca473f5a-80a5-414f-8425-fd37d197ae63" providerId="ADAL" clId="{4AFA1E52-264A-4A1C-999F-31B049C3043A}" dt="2026-04-15T16:39:18.243" v="104"/>
            <ac:spMkLst>
              <pc:docMk/>
              <pc:sldMasterMk cId="809575103" sldId="2147483648"/>
              <pc:sldLayoutMk cId="1693664898" sldId="2147483654"/>
              <ac:spMk id="4" creationId="{7596C3EB-AF6C-84F3-F537-CCEF25CF8FF2}"/>
            </ac:spMkLst>
          </pc:spChg>
          <pc:spChg chg="add del mod">
            <ac:chgData name="Ryosuke Ota" userId="ca473f5a-80a5-414f-8425-fd37d197ae63" providerId="ADAL" clId="{4AFA1E52-264A-4A1C-999F-31B049C3043A}" dt="2026-04-15T17:00:46.147" v="177" actId="1076"/>
            <ac:spMkLst>
              <pc:docMk/>
              <pc:sldMasterMk cId="809575103" sldId="2147483648"/>
              <pc:sldLayoutMk cId="1693664898" sldId="2147483654"/>
              <ac:spMk id="5" creationId="{3702EB09-6C90-B546-0D3C-6E3AD649863F}"/>
            </ac:spMkLst>
          </pc:spChg>
          <pc:spChg chg="add mod">
            <ac:chgData name="Ryosuke Ota" userId="ca473f5a-80a5-414f-8425-fd37d197ae63" providerId="ADAL" clId="{4AFA1E52-264A-4A1C-999F-31B049C3043A}" dt="2026-04-15T16:22:39.805" v="38" actId="1076"/>
            <ac:spMkLst>
              <pc:docMk/>
              <pc:sldMasterMk cId="809575103" sldId="2147483648"/>
              <pc:sldLayoutMk cId="1693664898" sldId="2147483654"/>
              <ac:spMk id="6" creationId="{0736EAB7-F0F3-A1E5-D364-003597213D2E}"/>
            </ac:spMkLst>
          </pc:spChg>
          <pc:spChg chg="add del mod">
            <ac:chgData name="Ryosuke Ota" userId="ca473f5a-80a5-414f-8425-fd37d197ae63" providerId="ADAL" clId="{4AFA1E52-264A-4A1C-999F-31B049C3043A}" dt="2026-04-15T16:39:18.243" v="104"/>
            <ac:spMkLst>
              <pc:docMk/>
              <pc:sldMasterMk cId="809575103" sldId="2147483648"/>
              <pc:sldLayoutMk cId="1693664898" sldId="2147483654"/>
              <ac:spMk id="13" creationId="{E178EB11-0BA9-95E3-0FA7-F008DB182C50}"/>
            </ac:spMkLst>
          </pc:spChg>
          <pc:spChg chg="add mod">
            <ac:chgData name="Ryosuke Ota" userId="ca473f5a-80a5-414f-8425-fd37d197ae63" providerId="ADAL" clId="{4AFA1E52-264A-4A1C-999F-31B049C3043A}" dt="2026-04-15T16:39:14.674" v="103"/>
            <ac:spMkLst>
              <pc:docMk/>
              <pc:sldMasterMk cId="809575103" sldId="2147483648"/>
              <pc:sldLayoutMk cId="1693664898" sldId="2147483654"/>
              <ac:spMk id="14" creationId="{885ACFBE-8EB0-92C1-33C8-3F05B47699AF}"/>
            </ac:spMkLst>
          </pc:spChg>
          <pc:spChg chg="add mod">
            <ac:chgData name="Ryosuke Ota" userId="ca473f5a-80a5-414f-8425-fd37d197ae63" providerId="ADAL" clId="{4AFA1E52-264A-4A1C-999F-31B049C3043A}" dt="2026-04-15T16:39:14.674" v="103"/>
            <ac:spMkLst>
              <pc:docMk/>
              <pc:sldMasterMk cId="809575103" sldId="2147483648"/>
              <pc:sldLayoutMk cId="1693664898" sldId="2147483654"/>
              <ac:spMk id="15" creationId="{678ADE03-F2CB-155A-94B0-FD9320716515}"/>
            </ac:spMkLst>
          </pc:spChg>
          <pc:spChg chg="add mod">
            <ac:chgData name="Ryosuke Ota" userId="ca473f5a-80a5-414f-8425-fd37d197ae63" providerId="ADAL" clId="{4AFA1E52-264A-4A1C-999F-31B049C3043A}" dt="2026-04-15T16:39:14.674" v="103"/>
            <ac:spMkLst>
              <pc:docMk/>
              <pc:sldMasterMk cId="809575103" sldId="2147483648"/>
              <pc:sldLayoutMk cId="1693664898" sldId="2147483654"/>
              <ac:spMk id="16" creationId="{CB372A26-E9A3-A14C-B0C3-2CE03C0682C1}"/>
            </ac:spMkLst>
          </pc:spChg>
          <pc:grpChg chg="add del mod">
            <ac:chgData name="Ryosuke Ota" userId="ca473f5a-80a5-414f-8425-fd37d197ae63" providerId="ADAL" clId="{4AFA1E52-264A-4A1C-999F-31B049C3043A}" dt="2026-04-15T16:35:39.386" v="78" actId="478"/>
            <ac:grpSpMkLst>
              <pc:docMk/>
              <pc:sldMasterMk cId="809575103" sldId="2147483648"/>
              <pc:sldLayoutMk cId="1693664898" sldId="2147483654"/>
              <ac:grpSpMk id="7" creationId="{D4CE4A96-48E8-D353-7B11-824AE23DA74D}"/>
            </ac:grpSpMkLst>
          </pc:grpChg>
          <pc:grpChg chg="add mod">
            <ac:chgData name="Ryosuke Ota" userId="ca473f5a-80a5-414f-8425-fd37d197ae63" providerId="ADAL" clId="{4AFA1E52-264A-4A1C-999F-31B049C3043A}" dt="2026-04-15T16:35:41.838" v="79"/>
            <ac:grpSpMkLst>
              <pc:docMk/>
              <pc:sldMasterMk cId="809575103" sldId="2147483648"/>
              <pc:sldLayoutMk cId="1693664898" sldId="2147483654"/>
              <ac:grpSpMk id="10" creationId="{7F8E1787-A20F-75C9-334E-11ADB4C19EE7}"/>
            </ac:grpSpMkLst>
          </pc:grpChg>
          <pc:picChg chg="mod">
            <ac:chgData name="Ryosuke Ota" userId="ca473f5a-80a5-414f-8425-fd37d197ae63" providerId="ADAL" clId="{4AFA1E52-264A-4A1C-999F-31B049C3043A}" dt="2026-04-15T16:34:14.617" v="71" actId="1037"/>
            <ac:picMkLst>
              <pc:docMk/>
              <pc:sldMasterMk cId="809575103" sldId="2147483648"/>
              <pc:sldLayoutMk cId="1693664898" sldId="2147483654"/>
              <ac:picMk id="8" creationId="{B58EC44D-5D29-601E-660B-6E036FECF9AB}"/>
            </ac:picMkLst>
          </pc:picChg>
          <pc:picChg chg="mod">
            <ac:chgData name="Ryosuke Ota" userId="ca473f5a-80a5-414f-8425-fd37d197ae63" providerId="ADAL" clId="{4AFA1E52-264A-4A1C-999F-31B049C3043A}" dt="2026-04-15T16:34:14.617" v="71" actId="1037"/>
            <ac:picMkLst>
              <pc:docMk/>
              <pc:sldMasterMk cId="809575103" sldId="2147483648"/>
              <pc:sldLayoutMk cId="1693664898" sldId="2147483654"/>
              <ac:picMk id="9" creationId="{4CB73CAC-AFC2-8CE9-9018-3CB9F13DDDA2}"/>
            </ac:picMkLst>
          </pc:picChg>
          <pc:picChg chg="mod">
            <ac:chgData name="Ryosuke Ota" userId="ca473f5a-80a5-414f-8425-fd37d197ae63" providerId="ADAL" clId="{4AFA1E52-264A-4A1C-999F-31B049C3043A}" dt="2026-04-15T16:35:41.838" v="79"/>
            <ac:picMkLst>
              <pc:docMk/>
              <pc:sldMasterMk cId="809575103" sldId="2147483648"/>
              <pc:sldLayoutMk cId="1693664898" sldId="2147483654"/>
              <ac:picMk id="11" creationId="{3976AB4E-FAF3-581D-6BBC-1CA0E7F209DA}"/>
            </ac:picMkLst>
          </pc:picChg>
          <pc:picChg chg="mod">
            <ac:chgData name="Ryosuke Ota" userId="ca473f5a-80a5-414f-8425-fd37d197ae63" providerId="ADAL" clId="{4AFA1E52-264A-4A1C-999F-31B049C3043A}" dt="2026-04-15T16:35:41.838" v="79"/>
            <ac:picMkLst>
              <pc:docMk/>
              <pc:sldMasterMk cId="809575103" sldId="2147483648"/>
              <pc:sldLayoutMk cId="1693664898" sldId="2147483654"/>
              <ac:picMk id="12" creationId="{77FDD4ED-FA1C-7B98-A499-D3D42DA7FD56}"/>
            </ac:picMkLst>
          </pc:picChg>
          <pc:picChg chg="add del mod">
            <ac:chgData name="Ryosuke Ota" userId="ca473f5a-80a5-414f-8425-fd37d197ae63" providerId="ADAL" clId="{4AFA1E52-264A-4A1C-999F-31B049C3043A}" dt="2026-04-15T17:35:10.192" v="625" actId="21"/>
            <ac:picMkLst>
              <pc:docMk/>
              <pc:sldMasterMk cId="809575103" sldId="2147483648"/>
              <pc:sldLayoutMk cId="1693664898" sldId="2147483654"/>
              <ac:picMk id="17" creationId="{409F4699-E313-504A-B0F0-642FE63CA42A}"/>
            </ac:picMkLst>
          </pc:picChg>
        </pc:sldLayoutChg>
        <pc:sldLayoutChg chg="addSp delSp modSp mod">
          <pc:chgData name="Ryosuke Ota" userId="ca473f5a-80a5-414f-8425-fd37d197ae63" providerId="ADAL" clId="{4AFA1E52-264A-4A1C-999F-31B049C3043A}" dt="2026-04-15T16:45:20.862" v="136"/>
          <pc:sldLayoutMkLst>
            <pc:docMk/>
            <pc:sldMasterMk cId="809575103" sldId="2147483648"/>
            <pc:sldLayoutMk cId="1003375818" sldId="2147483655"/>
          </pc:sldLayoutMkLst>
          <pc:spChg chg="del">
            <ac:chgData name="Ryosuke Ota" userId="ca473f5a-80a5-414f-8425-fd37d197ae63" providerId="ADAL" clId="{4AFA1E52-264A-4A1C-999F-31B049C3043A}" dt="2026-04-15T16:34:42.347" v="74" actId="478"/>
            <ac:spMkLst>
              <pc:docMk/>
              <pc:sldMasterMk cId="809575103" sldId="2147483648"/>
              <pc:sldLayoutMk cId="1003375818" sldId="2147483655"/>
              <ac:spMk id="2" creationId="{D8AC6A55-1CAA-4C7E-A04B-C4A030A866A1}"/>
            </ac:spMkLst>
          </pc:spChg>
          <pc:spChg chg="del">
            <ac:chgData name="Ryosuke Ota" userId="ca473f5a-80a5-414f-8425-fd37d197ae63" providerId="ADAL" clId="{4AFA1E52-264A-4A1C-999F-31B049C3043A}" dt="2026-04-15T16:34:42.347" v="74" actId="478"/>
            <ac:spMkLst>
              <pc:docMk/>
              <pc:sldMasterMk cId="809575103" sldId="2147483648"/>
              <pc:sldLayoutMk cId="1003375818" sldId="2147483655"/>
              <ac:spMk id="3" creationId="{4AB78255-EF8A-57B1-6D8C-C73128069D21}"/>
            </ac:spMkLst>
          </pc:spChg>
          <pc:spChg chg="del">
            <ac:chgData name="Ryosuke Ota" userId="ca473f5a-80a5-414f-8425-fd37d197ae63" providerId="ADAL" clId="{4AFA1E52-264A-4A1C-999F-31B049C3043A}" dt="2026-04-15T16:34:42.347" v="74" actId="478"/>
            <ac:spMkLst>
              <pc:docMk/>
              <pc:sldMasterMk cId="809575103" sldId="2147483648"/>
              <pc:sldLayoutMk cId="1003375818" sldId="2147483655"/>
              <ac:spMk id="4" creationId="{F64812ED-40EF-2969-1FDA-8CBBC3C88BFE}"/>
            </ac:spMkLst>
          </pc:spChg>
          <pc:spChg chg="add mod">
            <ac:chgData name="Ryosuke Ota" userId="ca473f5a-80a5-414f-8425-fd37d197ae63" providerId="ADAL" clId="{4AFA1E52-264A-4A1C-999F-31B049C3043A}" dt="2026-04-15T16:34:47.771" v="75"/>
            <ac:spMkLst>
              <pc:docMk/>
              <pc:sldMasterMk cId="809575103" sldId="2147483648"/>
              <pc:sldLayoutMk cId="1003375818" sldId="2147483655"/>
              <ac:spMk id="5" creationId="{76A552CC-4524-FD03-D22B-4BBDB4464C83}"/>
            </ac:spMkLst>
          </pc:spChg>
          <pc:spChg chg="add del mod">
            <ac:chgData name="Ryosuke Ota" userId="ca473f5a-80a5-414f-8425-fd37d197ae63" providerId="ADAL" clId="{4AFA1E52-264A-4A1C-999F-31B049C3043A}" dt="2026-04-15T16:41:55.350" v="121" actId="478"/>
            <ac:spMkLst>
              <pc:docMk/>
              <pc:sldMasterMk cId="809575103" sldId="2147483648"/>
              <pc:sldLayoutMk cId="1003375818" sldId="2147483655"/>
              <ac:spMk id="6" creationId="{2541E63B-DB48-AB86-9AD9-0BEF91EFFB6C}"/>
            </ac:spMkLst>
          </pc:spChg>
          <pc:spChg chg="add del mod">
            <ac:chgData name="Ryosuke Ota" userId="ca473f5a-80a5-414f-8425-fd37d197ae63" providerId="ADAL" clId="{4AFA1E52-264A-4A1C-999F-31B049C3043A}" dt="2026-04-15T16:43:02.413" v="129" actId="478"/>
            <ac:spMkLst>
              <pc:docMk/>
              <pc:sldMasterMk cId="809575103" sldId="2147483648"/>
              <pc:sldLayoutMk cId="1003375818" sldId="2147483655"/>
              <ac:spMk id="10" creationId="{693922B3-57C8-830C-27CE-D967412CCA23}"/>
            </ac:spMkLst>
          </pc:spChg>
          <pc:spChg chg="add del mod">
            <ac:chgData name="Ryosuke Ota" userId="ca473f5a-80a5-414f-8425-fd37d197ae63" providerId="ADAL" clId="{4AFA1E52-264A-4A1C-999F-31B049C3043A}" dt="2026-04-15T16:45:16.030" v="135" actId="478"/>
            <ac:spMkLst>
              <pc:docMk/>
              <pc:sldMasterMk cId="809575103" sldId="2147483648"/>
              <pc:sldLayoutMk cId="1003375818" sldId="2147483655"/>
              <ac:spMk id="11" creationId="{1CB44A1F-A6F0-C74A-6D4C-09400984418B}"/>
            </ac:spMkLst>
          </pc:spChg>
          <pc:spChg chg="add mod">
            <ac:chgData name="Ryosuke Ota" userId="ca473f5a-80a5-414f-8425-fd37d197ae63" providerId="ADAL" clId="{4AFA1E52-264A-4A1C-999F-31B049C3043A}" dt="2026-04-15T16:45:20.862" v="136"/>
            <ac:spMkLst>
              <pc:docMk/>
              <pc:sldMasterMk cId="809575103" sldId="2147483648"/>
              <pc:sldLayoutMk cId="1003375818" sldId="2147483655"/>
              <ac:spMk id="12" creationId="{16D44B76-7022-76C3-9F85-3CAC33EE5B7D}"/>
            </ac:spMkLst>
          </pc:spChg>
          <pc:grpChg chg="add mod">
            <ac:chgData name="Ryosuke Ota" userId="ca473f5a-80a5-414f-8425-fd37d197ae63" providerId="ADAL" clId="{4AFA1E52-264A-4A1C-999F-31B049C3043A}" dt="2026-04-15T16:35:25.532" v="77" actId="14100"/>
            <ac:grpSpMkLst>
              <pc:docMk/>
              <pc:sldMasterMk cId="809575103" sldId="2147483648"/>
              <pc:sldLayoutMk cId="1003375818" sldId="2147483655"/>
              <ac:grpSpMk id="7" creationId="{F93CBCB6-1176-EDB7-7EBC-A19CFB9F9C0F}"/>
            </ac:grpSpMkLst>
          </pc:grpChg>
          <pc:picChg chg="mod">
            <ac:chgData name="Ryosuke Ota" userId="ca473f5a-80a5-414f-8425-fd37d197ae63" providerId="ADAL" clId="{4AFA1E52-264A-4A1C-999F-31B049C3043A}" dt="2026-04-15T16:35:25.532" v="77" actId="14100"/>
            <ac:picMkLst>
              <pc:docMk/>
              <pc:sldMasterMk cId="809575103" sldId="2147483648"/>
              <pc:sldLayoutMk cId="1003375818" sldId="2147483655"/>
              <ac:picMk id="8" creationId="{A873830A-42EF-D536-E7B0-90DC158A51B7}"/>
            </ac:picMkLst>
          </pc:picChg>
          <pc:picChg chg="mod">
            <ac:chgData name="Ryosuke Ota" userId="ca473f5a-80a5-414f-8425-fd37d197ae63" providerId="ADAL" clId="{4AFA1E52-264A-4A1C-999F-31B049C3043A}" dt="2026-04-15T16:35:25.532" v="77" actId="14100"/>
            <ac:picMkLst>
              <pc:docMk/>
              <pc:sldMasterMk cId="809575103" sldId="2147483648"/>
              <pc:sldLayoutMk cId="1003375818" sldId="2147483655"/>
              <ac:picMk id="9" creationId="{B90FBAB4-E2CC-81F8-F2D8-0AC0E8DEF8EF}"/>
            </ac:picMkLst>
          </pc:picChg>
        </pc:sldLayoutChg>
        <pc:sldLayoutChg chg="addSp delSp modSp mod">
          <pc:chgData name="Ryosuke Ota" userId="ca473f5a-80a5-414f-8425-fd37d197ae63" providerId="ADAL" clId="{4AFA1E52-264A-4A1C-999F-31B049C3043A}" dt="2026-04-15T18:03:42.103" v="1030"/>
          <pc:sldLayoutMkLst>
            <pc:docMk/>
            <pc:sldMasterMk cId="809575103" sldId="2147483648"/>
            <pc:sldLayoutMk cId="3011026183" sldId="2147483660"/>
          </pc:sldLayoutMkLst>
          <pc:spChg chg="del">
            <ac:chgData name="Ryosuke Ota" userId="ca473f5a-80a5-414f-8425-fd37d197ae63" providerId="ADAL" clId="{4AFA1E52-264A-4A1C-999F-31B049C3043A}" dt="2026-04-15T17:58:04.783" v="922" actId="478"/>
            <ac:spMkLst>
              <pc:docMk/>
              <pc:sldMasterMk cId="809575103" sldId="2147483648"/>
              <pc:sldLayoutMk cId="3011026183" sldId="2147483660"/>
              <ac:spMk id="5" creationId="{76A552CC-4524-FD03-D22B-4BBDB4464C83}"/>
            </ac:spMkLst>
          </pc:spChg>
          <pc:spChg chg="del">
            <ac:chgData name="Ryosuke Ota" userId="ca473f5a-80a5-414f-8425-fd37d197ae63" providerId="ADAL" clId="{4AFA1E52-264A-4A1C-999F-31B049C3043A}" dt="2026-04-15T17:58:03.539" v="921" actId="478"/>
            <ac:spMkLst>
              <pc:docMk/>
              <pc:sldMasterMk cId="809575103" sldId="2147483648"/>
              <pc:sldLayoutMk cId="3011026183" sldId="2147483660"/>
              <ac:spMk id="12" creationId="{16D44B76-7022-76C3-9F85-3CAC33EE5B7D}"/>
            </ac:spMkLst>
          </pc:spChg>
          <pc:grpChg chg="del">
            <ac:chgData name="Ryosuke Ota" userId="ca473f5a-80a5-414f-8425-fd37d197ae63" providerId="ADAL" clId="{4AFA1E52-264A-4A1C-999F-31B049C3043A}" dt="2026-04-15T17:57:55.596" v="920" actId="478"/>
            <ac:grpSpMkLst>
              <pc:docMk/>
              <pc:sldMasterMk cId="809575103" sldId="2147483648"/>
              <pc:sldLayoutMk cId="3011026183" sldId="2147483660"/>
              <ac:grpSpMk id="7" creationId="{F93CBCB6-1176-EDB7-7EBC-A19CFB9F9C0F}"/>
            </ac:grpSpMkLst>
          </pc:grpChg>
          <pc:picChg chg="add del mod">
            <ac:chgData name="Ryosuke Ota" userId="ca473f5a-80a5-414f-8425-fd37d197ae63" providerId="ADAL" clId="{4AFA1E52-264A-4A1C-999F-31B049C3043A}" dt="2026-04-15T17:57:53.615" v="919" actId="478"/>
            <ac:picMkLst>
              <pc:docMk/>
              <pc:sldMasterMk cId="809575103" sldId="2147483648"/>
              <pc:sldLayoutMk cId="3011026183" sldId="2147483660"/>
              <ac:picMk id="3" creationId="{89D4C6A1-7820-4CF2-F255-8F682ADEF80C}"/>
            </ac:picMkLst>
          </pc:picChg>
          <pc:picChg chg="add mod">
            <ac:chgData name="Ryosuke Ota" userId="ca473f5a-80a5-414f-8425-fd37d197ae63" providerId="ADAL" clId="{4AFA1E52-264A-4A1C-999F-31B049C3043A}" dt="2026-04-15T17:58:10.418" v="923"/>
            <ac:picMkLst>
              <pc:docMk/>
              <pc:sldMasterMk cId="809575103" sldId="2147483648"/>
              <pc:sldLayoutMk cId="3011026183" sldId="2147483660"/>
              <ac:picMk id="4" creationId="{30D703C1-DCF0-0357-9BFE-03EA34D21829}"/>
            </ac:picMkLst>
          </pc:picChg>
          <pc:picChg chg="add mod">
            <ac:chgData name="Ryosuke Ota" userId="ca473f5a-80a5-414f-8425-fd37d197ae63" providerId="ADAL" clId="{4AFA1E52-264A-4A1C-999F-31B049C3043A}" dt="2026-04-15T18:03:42.103" v="1030"/>
            <ac:picMkLst>
              <pc:docMk/>
              <pc:sldMasterMk cId="809575103" sldId="2147483648"/>
              <pc:sldLayoutMk cId="3011026183" sldId="2147483660"/>
              <ac:picMk id="6" creationId="{696DE1A0-BD04-EF14-5D5F-1F5D36B6B486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DA7B674-829D-5E3E-5E55-4F6028BD8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553147-6106-9DF7-A89C-C4F37D719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22D0C-4305-4EB4-8F9D-A1F5B6D5669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80326B-A555-930F-C6C3-1B638CC5F9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E93BD-17F0-B070-9C6D-2C95F2D640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C13BD-A283-4F24-82B0-FF93D28254CB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162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20564-871F-42D7-B1EB-0FE4A3453F0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0D072-8C9A-46ED-8AC9-2F73DDBD7B4B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15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27792-A167-4DE2-B7AD-7C792791E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AA6B0B-534A-A28B-DE32-2BAFCDDF6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B77C4B-AC43-06F3-06E8-48A44546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40D4-8790-49FE-AB51-B1B165B3394C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2DD546-1E0F-3DE5-2028-39048EAA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E1015-4E76-D26F-B0DC-2CEFF732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32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3708C-9B14-A520-9B09-3D609667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906370-1DCA-A858-6E97-F7823FA90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D48459-506C-D406-BFB0-B672260C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FD3B-2CA3-4451-B874-08C10EA81DC5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1138E7-C60C-E241-02B4-28E0CB5B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DA1E59-CC0F-FAED-16D6-41A12D68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30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1F80A74F-9E56-A4B8-616D-4E634FDDFA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3"/>
            <a:ext cx="12191999" cy="686164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ED23E45-2378-6FE2-2400-8474A8B33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345" y="2282124"/>
            <a:ext cx="6392289" cy="1968285"/>
          </a:xfrm>
        </p:spPr>
        <p:txBody>
          <a:bodyPr anchor="t"/>
          <a:lstStyle>
            <a:lvl1pPr>
              <a:defRPr sz="4800" b="1">
                <a:solidFill>
                  <a:srgbClr val="2B2F6B"/>
                </a:solidFill>
              </a:defRPr>
            </a:lvl1pPr>
          </a:lstStyle>
          <a:p>
            <a:r>
              <a:rPr kumimoji="1" lang="en-US" altLang="ja-JP" dirty="0"/>
              <a:t>Title of Your Presentation Goes Here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3CC5A1-852F-4BB3-5A7B-F81A1487C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345" y="4568125"/>
            <a:ext cx="5102055" cy="1071482"/>
          </a:xfrm>
        </p:spPr>
        <p:txBody>
          <a:bodyPr/>
          <a:lstStyle>
            <a:lvl1pPr marL="0" indent="0">
              <a:buNone/>
              <a:defRPr sz="2400">
                <a:solidFill>
                  <a:srgbClr val="2B2F6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7" name="Picture 4" descr="10th Anniversary Logo">
            <a:extLst>
              <a:ext uri="{FF2B5EF4-FFF2-40B4-BE49-F238E27FC236}">
                <a16:creationId xmlns:a16="http://schemas.microsoft.com/office/drawing/2014/main" id="{409F4699-E313-504A-B0F0-642FE63CA42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" t="1300" r="7931" b="1416"/>
          <a:stretch>
            <a:fillRect/>
          </a:stretch>
        </p:blipFill>
        <p:spPr bwMode="auto">
          <a:xfrm>
            <a:off x="5900978" y="693549"/>
            <a:ext cx="1091951" cy="12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52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1A8E68-445C-676E-0788-A67A6F62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143205-8E5B-1CE1-7A18-6674EB534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3FAE48-7D42-6EF8-D671-2D256EB14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BA9D83-5C73-5BFF-74CA-620300B4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5FBE-901A-499E-AFE3-5CF920C37FE6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5CFE00-19B6-4ED3-D97F-17D55740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CB1C0C-57D1-9BFA-B2BA-1EF27F09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5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DADB2-32DE-70E3-8155-1BA398E4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827DDA-1FAA-B404-B042-7CF51E06B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998850-6977-76BB-13CE-B11F37CFF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55C92B-F484-AA52-DCC5-4B61F5DE6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A998F2-3FF0-EA88-1CCD-339041831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BFB577-EF5D-D905-DB37-9F3E3508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0E74-D8CA-46B9-B81B-D1A64625D11C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9E50D6F-C137-69D1-9EE7-74521689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2F00BF-9C91-6567-A66C-0617BD76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8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272F94-A6F9-CD9E-CA74-E61DABE8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0515600" cy="600560"/>
          </a:xfrm>
        </p:spPr>
        <p:txBody>
          <a:bodyPr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96C3EB-AF6C-84F3-F537-CCEF25CF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2542" y="6281648"/>
            <a:ext cx="4114800" cy="365125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02EB09-6C90-B546-0D3C-6E3AD64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245" y="63538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B4016D"/>
                </a:solidFill>
                <a:latin typeface="+mj-lt"/>
              </a:defRPr>
            </a:lvl1pPr>
          </a:lstStyle>
          <a:p>
            <a:fld id="{47DBA9C9-B8E3-4631-BB24-23AC53088C8C}" type="slidenum">
              <a:rPr lang="ja-JP" altLang="en-US" smtClean="0"/>
              <a:pPr/>
              <a:t>‹Nr.›</a:t>
            </a:fld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36EAB7-F0F3-A1E5-D364-003597213D2E}"/>
              </a:ext>
            </a:extLst>
          </p:cNvPr>
          <p:cNvSpPr/>
          <p:nvPr userDrawn="1"/>
        </p:nvSpPr>
        <p:spPr>
          <a:xfrm>
            <a:off x="0" y="435180"/>
            <a:ext cx="313841" cy="447908"/>
          </a:xfrm>
          <a:prstGeom prst="rect">
            <a:avLst/>
          </a:prstGeom>
          <a:solidFill>
            <a:srgbClr val="B401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F8E1787-A20F-75C9-334E-11ADB4C19EE7}"/>
              </a:ext>
            </a:extLst>
          </p:cNvPr>
          <p:cNvGrpSpPr/>
          <p:nvPr userDrawn="1"/>
        </p:nvGrpSpPr>
        <p:grpSpPr>
          <a:xfrm>
            <a:off x="202242" y="6281648"/>
            <a:ext cx="1925553" cy="365125"/>
            <a:chOff x="1013012" y="3181194"/>
            <a:chExt cx="9544050" cy="1809750"/>
          </a:xfrm>
        </p:grpSpPr>
        <p:pic>
          <p:nvPicPr>
            <p:cNvPr id="11" name="Picture 2" descr="IPEC 2026 Logo">
              <a:extLst>
                <a:ext uri="{FF2B5EF4-FFF2-40B4-BE49-F238E27FC236}">
                  <a16:creationId xmlns:a16="http://schemas.microsoft.com/office/drawing/2014/main" id="{3976AB4E-FAF3-581D-6BBC-1CA0E7F20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12" y="3181194"/>
              <a:ext cx="7829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10th Anniversary Logo">
              <a:extLst>
                <a:ext uri="{FF2B5EF4-FFF2-40B4-BE49-F238E27FC236}">
                  <a16:creationId xmlns:a16="http://schemas.microsoft.com/office/drawing/2014/main" id="{77FDD4ED-FA1C-7B98-A499-D3D42DA7FD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2562" y="3181194"/>
              <a:ext cx="171450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9366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76A552CC-4524-FD03-D22B-4BBDB446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2542" y="6281648"/>
            <a:ext cx="4114800" cy="365125"/>
          </a:xfrm>
        </p:spPr>
        <p:txBody>
          <a:bodyPr/>
          <a:lstStyle/>
          <a:p>
            <a:endParaRPr kumimoji="1" lang="ja-JP" altLang="en-US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93CBCB6-1176-EDB7-7EBC-A19CFB9F9C0F}"/>
              </a:ext>
            </a:extLst>
          </p:cNvPr>
          <p:cNvGrpSpPr/>
          <p:nvPr userDrawn="1"/>
        </p:nvGrpSpPr>
        <p:grpSpPr>
          <a:xfrm>
            <a:off x="202242" y="6281648"/>
            <a:ext cx="1925553" cy="365125"/>
            <a:chOff x="1013012" y="3181194"/>
            <a:chExt cx="9544050" cy="1809750"/>
          </a:xfrm>
        </p:grpSpPr>
        <p:pic>
          <p:nvPicPr>
            <p:cNvPr id="8" name="Picture 2" descr="IPEC 2026 Logo">
              <a:extLst>
                <a:ext uri="{FF2B5EF4-FFF2-40B4-BE49-F238E27FC236}">
                  <a16:creationId xmlns:a16="http://schemas.microsoft.com/office/drawing/2014/main" id="{A873830A-42EF-D536-E7B0-90DC158A5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12" y="3181194"/>
              <a:ext cx="7829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10th Anniversary Logo">
              <a:extLst>
                <a:ext uri="{FF2B5EF4-FFF2-40B4-BE49-F238E27FC236}">
                  <a16:creationId xmlns:a16="http://schemas.microsoft.com/office/drawing/2014/main" id="{B90FBAB4-E2CC-81F8-F2D8-0AC0E8DEF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2562" y="3181194"/>
              <a:ext cx="171450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スライド番号プレースホルダー 4">
            <a:extLst>
              <a:ext uri="{FF2B5EF4-FFF2-40B4-BE49-F238E27FC236}">
                <a16:creationId xmlns:a16="http://schemas.microsoft.com/office/drawing/2014/main" id="{16D44B76-7022-76C3-9F85-3CAC33EE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245" y="63538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B4016D"/>
                </a:solidFill>
                <a:latin typeface="+mj-lt"/>
              </a:defRPr>
            </a:lvl1pPr>
          </a:lstStyle>
          <a:p>
            <a:fld id="{47DBA9C9-B8E3-4631-BB24-23AC53088C8C}" type="slidenum">
              <a:rPr lang="ja-JP" altLang="en-US" smtClean="0"/>
              <a:pPr/>
              <a:t>‹Nr.›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0337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0D703C1-DCF0-0357-9BFE-03EA34D21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3"/>
            <a:ext cx="12191999" cy="6861645"/>
          </a:xfrm>
          <a:prstGeom prst="rect">
            <a:avLst/>
          </a:prstGeom>
        </p:spPr>
      </p:pic>
      <p:pic>
        <p:nvPicPr>
          <p:cNvPr id="6" name="Picture 4" descr="10th Anniversary Logo">
            <a:extLst>
              <a:ext uri="{FF2B5EF4-FFF2-40B4-BE49-F238E27FC236}">
                <a16:creationId xmlns:a16="http://schemas.microsoft.com/office/drawing/2014/main" id="{696DE1A0-BD04-EF14-5D5F-1F5D36B6B48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" t="1300" r="7931" b="1416"/>
          <a:stretch>
            <a:fillRect/>
          </a:stretch>
        </p:blipFill>
        <p:spPr bwMode="auto">
          <a:xfrm>
            <a:off x="5900978" y="693549"/>
            <a:ext cx="1091951" cy="127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02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44D71-586C-2DF1-35F0-2174521B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FBA859-F249-0F24-34C1-D736AD1E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F7CCC5-7B97-827F-E2D2-79BD7E393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C39EEF-C003-5833-00DD-E594E1E2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090-343E-4158-8560-5D967B66E1BF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1A9774-72BB-77F7-5184-4630B6BA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5BB99-1432-140B-2B99-71808DAB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77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973C6E-FACF-5488-E2CD-FCA15241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45E426-CE63-E014-84F0-68B46C8CF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C1E21C-5426-E40F-8C82-1DC0B4AA1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382A48-A56C-FAFE-251D-146A278B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2956-8D4A-4085-889E-1DC3A25FA39C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5D8270-C2EA-9E75-7463-C352BA58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225A4B-3FD2-6D24-66A7-58796110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97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AF1A47-0B28-27D8-F7AD-F6BBC0B7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B618CC-AA0D-F7DA-4D09-ED409289B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902ECF-E508-08BD-C1AE-E1C564A8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7DDF-EC68-4161-8460-CC3CA6C2848A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ADF3EC-591B-7C30-FFFF-E8824C0F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1A7748-74E7-A752-F202-5D5E883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207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6EB940-439A-F227-D7FC-C9602E9C5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800848-0BAD-78CF-58A9-7085170B7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0CA83E-65B9-6694-B114-536D76D3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224-8EFB-4775-AACF-E33B86388128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4DB897-68D7-B07E-49A3-CB5ECA29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644238-E347-1749-CCA2-5A9AFE77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04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33C76C2-AD50-A0FA-2EFC-47EEE59A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C257B-CE9E-61E7-4C58-4EC0812F0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B29047-4BF4-F046-BEC8-665895935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E794A-3187-4F22-A74A-DF11C0E4637C}" type="datetime1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DE712C-8BC9-1BBA-E129-7126AF124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46F263-EFA6-4C4D-EB21-F71DA2044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BA9C9-B8E3-4631-BB24-23AC53088C8C}" type="slidenum">
              <a:rPr kumimoji="1" lang="ja-JP" altLang="en-US" smtClean="0"/>
              <a:t>‹Nr.›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57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81CC1-E2CC-40AB-2683-2E5A7CFD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44" y="2639632"/>
            <a:ext cx="10904141" cy="158366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effectLst>
                  <a:glow rad="279400">
                    <a:srgbClr val="F7F2F6">
                      <a:alpha val="90000"/>
                    </a:srgbClr>
                  </a:glow>
                </a:effectLst>
              </a:rPr>
              <a:t>Compact Single-Turn Coupled Inductor for MHz-Range Buck Converters with Zero-Voltage Switching</a:t>
            </a:r>
            <a:endParaRPr kumimoji="1" lang="ja-JP" altLang="en-US" dirty="0">
              <a:effectLst>
                <a:glow rad="279400">
                  <a:srgbClr val="F7F2F6">
                    <a:alpha val="90000"/>
                  </a:srgbClr>
                </a:glow>
              </a:effectLst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3E8FF0-A431-66D6-37E4-F14E8A70B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345" y="4684749"/>
            <a:ext cx="7638426" cy="7575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ja-JP" b="1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Adrian Keil</a:t>
            </a:r>
            <a:r>
              <a:rPr kumimoji="1"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</a:t>
            </a:r>
            <a:r>
              <a:rPr kumimoji="1" lang="en-US" altLang="ja-JP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, Gean Maia de Sousa</a:t>
            </a:r>
            <a:r>
              <a:rPr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</a:t>
            </a:r>
            <a:r>
              <a:rPr kumimoji="1" lang="en-US" altLang="ja-JP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, Vincent Lorentz³, Thomas Heckel</a:t>
            </a:r>
            <a:r>
              <a:rPr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</a:t>
            </a:r>
            <a:r>
              <a:rPr lang="en-US" altLang="ja-JP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, Marcelo Lobo Heldwein</a:t>
            </a:r>
            <a:r>
              <a:rPr lang="en-US" altLang="ja-JP" baseline="30000" dirty="0"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</a:t>
            </a:r>
            <a:endParaRPr kumimoji="1" lang="en-US" altLang="ja-JP" baseline="30000" dirty="0">
              <a:effectLst>
                <a:glow rad="152400">
                  <a:srgbClr val="F7F2F6">
                    <a:alpha val="90000"/>
                  </a:srgbClr>
                </a:glow>
              </a:effectLst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CEB72F-2F23-FE32-BFFC-67CD050D4A8A}"/>
              </a:ext>
            </a:extLst>
          </p:cNvPr>
          <p:cNvSpPr txBox="1"/>
          <p:nvPr/>
        </p:nvSpPr>
        <p:spPr>
          <a:xfrm>
            <a:off x="384344" y="5563322"/>
            <a:ext cx="1104565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Fraunhofer Institute for Integrated Systems and Device Technology IISB,</a:t>
            </a:r>
            <a:b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</a:br>
            <a:r>
              <a:rPr lang="en-US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 </a:t>
            </a:r>
            <a:r>
              <a:rPr lang="en-US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High-Power Converter Systems, Technical University of Munich</a:t>
            </a:r>
            <a:endParaRPr lang="en-US" altLang="ja-JP" dirty="0">
              <a:solidFill>
                <a:srgbClr val="2B2F6B"/>
              </a:solidFill>
              <a:effectLst>
                <a:glow rad="152400">
                  <a:srgbClr val="F7F2F6">
                    <a:alpha val="90000"/>
                  </a:srgbClr>
                </a:glow>
              </a:effectLst>
            </a:endParaRPr>
          </a:p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3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Electronics for Electrical Energy Storage, University of Bayreuth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D45906-BA03-AF9D-B59A-FBABAFCD239F}"/>
              </a:ext>
            </a:extLst>
          </p:cNvPr>
          <p:cNvSpPr txBox="1">
            <a:spLocks/>
          </p:cNvSpPr>
          <p:nvPr/>
        </p:nvSpPr>
        <p:spPr>
          <a:xfrm>
            <a:off x="384344" y="2156809"/>
            <a:ext cx="327325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18186"/>
                </a:solidFill>
              </a:rPr>
              <a:t>June 2, 2026 - O6-5-03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12CFF1-7E08-87F1-934E-0707360616DE}"/>
              </a:ext>
            </a:extLst>
          </p:cNvPr>
          <p:cNvSpPr txBox="1"/>
          <p:nvPr/>
        </p:nvSpPr>
        <p:spPr>
          <a:xfrm>
            <a:off x="1489520" y="243668"/>
            <a:ext cx="3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May 31 - June 4, 2026</a:t>
            </a:r>
          </a:p>
        </p:txBody>
      </p:sp>
    </p:spTree>
    <p:extLst>
      <p:ext uri="{BB962C8B-B14F-4D97-AF65-F5344CB8AC3E}">
        <p14:creationId xmlns:p14="http://schemas.microsoft.com/office/powerpoint/2010/main" val="265017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88738-99FF-49AE-9921-BEF19278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Table of Contents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D267C-725C-4828-827D-38D3FDEFD571}"/>
              </a:ext>
            </a:extLst>
          </p:cNvPr>
          <p:cNvSpPr txBox="1">
            <a:spLocks/>
          </p:cNvSpPr>
          <p:nvPr/>
        </p:nvSpPr>
        <p:spPr>
          <a:xfrm>
            <a:off x="609600" y="1092039"/>
            <a:ext cx="10972800" cy="524256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Introduction to the Coupled Inductor Buck Converter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Working Principle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Modelling using the Transformer Model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Effects of Coupling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Inductor Design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Potential geometries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Influence of coupling on the flux distribution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Air-Gap and Winding Optimization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Design Comparison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Experimental Prototype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Conclusion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059F6A-42B1-59E0-F6A9-7DF58F94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75F6EFC-0736-35DA-6889-484876D017C9}"/>
              </a:ext>
            </a:extLst>
          </p:cNvPr>
          <p:cNvGrpSpPr/>
          <p:nvPr/>
        </p:nvGrpSpPr>
        <p:grpSpPr>
          <a:xfrm>
            <a:off x="7125741" y="3402110"/>
            <a:ext cx="4771803" cy="2951738"/>
            <a:chOff x="6119998" y="2991971"/>
            <a:chExt cx="4771803" cy="295173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5560A5E6-3C4C-798F-97A0-A9799896F6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62" t="22372" r="28803" b="27380"/>
            <a:stretch>
              <a:fillRect/>
            </a:stretch>
          </p:blipFill>
          <p:spPr bwMode="auto">
            <a:xfrm rot="5400000">
              <a:off x="5729863" y="3382106"/>
              <a:ext cx="2951738" cy="217146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D1BBC233-0765-B43A-DAA1-09ABF7F4ED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98" t="24652" r="29669" b="16899"/>
            <a:stretch>
              <a:fillRect/>
            </a:stretch>
          </p:blipFill>
          <p:spPr bwMode="auto">
            <a:xfrm rot="16200000">
              <a:off x="8143936" y="3191700"/>
              <a:ext cx="2947594" cy="254813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ABD25E95-05F9-F318-5512-539A3C9E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759" y="1604830"/>
            <a:ext cx="4246972" cy="167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97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8DC6-9C02-58FE-CA82-341A3A90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C1226-43A0-770C-CFC0-7294C56B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Working Principle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743D4B-1D2D-3F79-07FE-2DB100E9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3BD32583-934C-79A7-1D7E-09D0DCA2BAA2}"/>
              </a:ext>
            </a:extLst>
          </p:cNvPr>
          <p:cNvGrpSpPr/>
          <p:nvPr/>
        </p:nvGrpSpPr>
        <p:grpSpPr>
          <a:xfrm>
            <a:off x="5147677" y="1178523"/>
            <a:ext cx="6796768" cy="5242560"/>
            <a:chOff x="504986" y="2816679"/>
            <a:chExt cx="4455082" cy="3061958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12039F77-86E2-0881-55AB-659A0DCA4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904" y="2816679"/>
              <a:ext cx="2042164" cy="2679197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A85E1EC-5BEB-CDC7-8422-9EBB1C955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986" y="2816679"/>
              <a:ext cx="2209804" cy="2679197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28E3C2A-B70F-43A8-106A-CEE76F4C5709}"/>
                </a:ext>
              </a:extLst>
            </p:cNvPr>
            <p:cNvSpPr txBox="1"/>
            <p:nvPr/>
          </p:nvSpPr>
          <p:spPr>
            <a:xfrm>
              <a:off x="504986" y="5495876"/>
              <a:ext cx="2209804" cy="38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Negative Coupling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6FAAC8B-3BB9-DC26-E31B-42F3860D0682}"/>
                </a:ext>
              </a:extLst>
            </p:cNvPr>
            <p:cNvSpPr txBox="1"/>
            <p:nvPr/>
          </p:nvSpPr>
          <p:spPr>
            <a:xfrm>
              <a:off x="2917904" y="5495875"/>
              <a:ext cx="2042164" cy="38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Positive Coupling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06BF98D-9CBD-9E3D-886A-D8AB87D4D93F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4348080" cy="2940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Same Modulation as </a:t>
            </a:r>
            <a:br>
              <a:rPr lang="en-US" sz="2400" dirty="0"/>
            </a:br>
            <a:r>
              <a:rPr lang="en-US" sz="2400" dirty="0"/>
              <a:t>2ph Buck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Coupling causes change of the slopes when other leg is pulled to v</a:t>
            </a:r>
            <a:r>
              <a:rPr lang="en-US" sz="2400" baseline="-25000" dirty="0"/>
              <a:t>in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Zero-Voltage-Switching </a:t>
            </a:r>
            <a:br>
              <a:rPr lang="en-US" sz="2400" dirty="0"/>
            </a:br>
            <a:r>
              <a:rPr lang="en-US" sz="2400" dirty="0"/>
              <a:t>turn-on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F0C9AFA-9C3A-6EAD-E348-A9F9FF0B6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53D2-3257-E3FF-04ED-855D561B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A7153A-CCFF-C781-E71A-4E875707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Modelling using the Transformer Model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E9EB4A-EFB6-720E-FCB9-F7AC5E0A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F8F66C-FE48-90A5-378A-D6DC3E70B0B4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294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Modelling the coupled inductor as an </a:t>
            </a:r>
            <a:r>
              <a:rPr lang="en-US" sz="2400" i="1" dirty="0"/>
              <a:t>ideal</a:t>
            </a:r>
            <a:r>
              <a:rPr lang="en-US" sz="2400" dirty="0"/>
              <a:t> transformer and two inductors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Voltages across the two inductors become independent!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5C58548-2E27-CF23-4265-E6F68B33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504" y="2446416"/>
            <a:ext cx="2489377" cy="6157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F6091D6-3C5F-5F02-A9EE-21270FCC3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69" b="13105"/>
          <a:stretch>
            <a:fillRect/>
          </a:stretch>
        </p:blipFill>
        <p:spPr>
          <a:xfrm>
            <a:off x="4888733" y="1147791"/>
            <a:ext cx="1775903" cy="12381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C54DAC8-BAB2-18CD-727A-4565CA992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-900" b="13105"/>
          <a:stretch>
            <a:fillRect/>
          </a:stretch>
        </p:blipFill>
        <p:spPr>
          <a:xfrm>
            <a:off x="8403455" y="1111288"/>
            <a:ext cx="2386853" cy="123811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EDA6FE8-6506-7913-DE42-7D4A6AC09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628" y="2446416"/>
            <a:ext cx="4347575" cy="615760"/>
          </a:xfrm>
          <a:prstGeom prst="rect">
            <a:avLst/>
          </a:prstGeom>
        </p:spPr>
      </p:pic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F56F1B44-C828-4F3C-C432-0940CCE375B3}"/>
              </a:ext>
            </a:extLst>
          </p:cNvPr>
          <p:cNvSpPr/>
          <p:nvPr/>
        </p:nvSpPr>
        <p:spPr>
          <a:xfrm rot="5400000">
            <a:off x="7916734" y="-441754"/>
            <a:ext cx="426766" cy="7628656"/>
          </a:xfrm>
          <a:prstGeom prst="rightBrace">
            <a:avLst>
              <a:gd name="adj1" fmla="val 5244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2AFAEBE3-8846-FA91-E024-B2A40134B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EFCBD8B-4397-C9FB-F1B2-8B5694E75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9982" y="3783825"/>
            <a:ext cx="4397507" cy="171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6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5E6A-9F4F-BD8B-E6EF-B1B56C25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B6EDE-44F5-D2BB-2AFD-11B1F499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Effects of Coupling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67BBF7-4BB1-9821-E57E-5B7B4BB8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C27461-F7C8-87D0-FB1C-EB766A230D99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294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Modelling the coupled inductor as an </a:t>
            </a:r>
            <a:r>
              <a:rPr lang="en-US" sz="2400" i="1" dirty="0"/>
              <a:t>ideal</a:t>
            </a:r>
            <a:r>
              <a:rPr lang="en-US" sz="2400" dirty="0"/>
              <a:t> transformer and two inductors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Voltages across the two inductors become independent!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3754028-B67B-D9D9-028E-9F74CCE3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504" y="2446416"/>
            <a:ext cx="2489377" cy="6157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98F2868-DEFE-D302-6771-D1C845D8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69" b="13105"/>
          <a:stretch>
            <a:fillRect/>
          </a:stretch>
        </p:blipFill>
        <p:spPr>
          <a:xfrm>
            <a:off x="4888733" y="1147791"/>
            <a:ext cx="1775903" cy="12381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1529061-2149-B29D-B447-8514D38FC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-900" b="13105"/>
          <a:stretch>
            <a:fillRect/>
          </a:stretch>
        </p:blipFill>
        <p:spPr>
          <a:xfrm>
            <a:off x="8403455" y="1111288"/>
            <a:ext cx="2386853" cy="123811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B2B5CEA-FCA4-E265-F96B-48F143ED0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628" y="2446416"/>
            <a:ext cx="4347575" cy="615760"/>
          </a:xfrm>
          <a:prstGeom prst="rect">
            <a:avLst/>
          </a:prstGeom>
        </p:spPr>
      </p:pic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2B19CCDC-F411-C06A-C9B1-DFB1CDF0419E}"/>
              </a:ext>
            </a:extLst>
          </p:cNvPr>
          <p:cNvSpPr/>
          <p:nvPr/>
        </p:nvSpPr>
        <p:spPr>
          <a:xfrm rot="5400000">
            <a:off x="7916734" y="-441754"/>
            <a:ext cx="426766" cy="7628656"/>
          </a:xfrm>
          <a:prstGeom prst="rightBrace">
            <a:avLst>
              <a:gd name="adj1" fmla="val 5244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85B434A6-A372-0EAA-B8DD-0526F2474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461" y="3757501"/>
            <a:ext cx="2244347" cy="59225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4A12A110-FEE0-BDE6-68AE-3BC4C2C23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455" y="3757501"/>
            <a:ext cx="2040004" cy="59225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F6C1642-1A77-D8D8-0674-82931E978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D52CB96C-41BD-FC3B-E278-D4D53A419337}"/>
              </a:ext>
            </a:extLst>
          </p:cNvPr>
          <p:cNvCxnSpPr>
            <a:cxnSpLocks/>
          </p:cNvCxnSpPr>
          <p:nvPr/>
        </p:nvCxnSpPr>
        <p:spPr>
          <a:xfrm flipV="1">
            <a:off x="6901881" y="4706471"/>
            <a:ext cx="0" cy="1405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9AE5AFD-32DC-2A51-9E58-D6D87A2532FD}"/>
              </a:ext>
            </a:extLst>
          </p:cNvPr>
          <p:cNvCxnSpPr>
            <a:cxnSpLocks/>
          </p:cNvCxnSpPr>
          <p:nvPr/>
        </p:nvCxnSpPr>
        <p:spPr>
          <a:xfrm>
            <a:off x="6901881" y="6111689"/>
            <a:ext cx="2803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2B6E2E6-373F-442D-C70B-E8E2CA48ED06}"/>
              </a:ext>
            </a:extLst>
          </p:cNvPr>
          <p:cNvCxnSpPr>
            <a:cxnSpLocks/>
          </p:cNvCxnSpPr>
          <p:nvPr/>
        </p:nvCxnSpPr>
        <p:spPr>
          <a:xfrm>
            <a:off x="6901881" y="4928347"/>
            <a:ext cx="2564848" cy="118334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7A057AA2-88E3-D9AD-9572-08676D84977B}"/>
              </a:ext>
            </a:extLst>
          </p:cNvPr>
          <p:cNvCxnSpPr>
            <a:cxnSpLocks/>
          </p:cNvCxnSpPr>
          <p:nvPr/>
        </p:nvCxnSpPr>
        <p:spPr>
          <a:xfrm flipV="1">
            <a:off x="6901881" y="4928347"/>
            <a:ext cx="2564848" cy="1183342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17659FA4-7A65-60BE-C557-F3A4A67534DD}"/>
              </a:ext>
            </a:extLst>
          </p:cNvPr>
          <p:cNvSpPr txBox="1"/>
          <p:nvPr/>
        </p:nvSpPr>
        <p:spPr>
          <a:xfrm>
            <a:off x="9645986" y="5927023"/>
            <a:ext cx="48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9F41684-4566-609F-28AB-EAA92F9AFF4E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8191026" y="4928347"/>
            <a:ext cx="0" cy="124385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72132971-2AA3-DB42-7CF0-424BED0C9812}"/>
              </a:ext>
            </a:extLst>
          </p:cNvPr>
          <p:cNvSpPr txBox="1"/>
          <p:nvPr/>
        </p:nvSpPr>
        <p:spPr>
          <a:xfrm>
            <a:off x="8023416" y="6172200"/>
            <a:ext cx="3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0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4FAF63A0-D1D8-05BA-BD8E-D6FE2802628B}"/>
              </a:ext>
            </a:extLst>
          </p:cNvPr>
          <p:cNvSpPr txBox="1"/>
          <p:nvPr/>
        </p:nvSpPr>
        <p:spPr>
          <a:xfrm>
            <a:off x="6692056" y="6167078"/>
            <a:ext cx="44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-1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3C18B1D-82C1-1CBE-8ABF-C513FCA3BBE2}"/>
              </a:ext>
            </a:extLst>
          </p:cNvPr>
          <p:cNvSpPr txBox="1"/>
          <p:nvPr/>
        </p:nvSpPr>
        <p:spPr>
          <a:xfrm>
            <a:off x="9248015" y="6167078"/>
            <a:ext cx="44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9C7EE531-B2C0-3D05-6E58-32AF6D5DA623}"/>
              </a:ext>
            </a:extLst>
          </p:cNvPr>
          <p:cNvSpPr txBox="1"/>
          <p:nvPr/>
        </p:nvSpPr>
        <p:spPr>
          <a:xfrm>
            <a:off x="8633873" y="4740313"/>
            <a:ext cx="7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de-DE" baseline="-25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95553150-3592-9690-BEAE-EBBD2C1AC46D}"/>
              </a:ext>
            </a:extLst>
          </p:cNvPr>
          <p:cNvSpPr txBox="1"/>
          <p:nvPr/>
        </p:nvSpPr>
        <p:spPr>
          <a:xfrm>
            <a:off x="8677145" y="5460735"/>
            <a:ext cx="7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5F2D288-DD31-C4CB-02DF-3AFDB7C77F31}"/>
              </a:ext>
            </a:extLst>
          </p:cNvPr>
          <p:cNvSpPr txBox="1"/>
          <p:nvPr/>
        </p:nvSpPr>
        <p:spPr>
          <a:xfrm>
            <a:off x="6254073" y="4747037"/>
            <a:ext cx="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endParaRPr lang="de-DE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516E1C88-7A33-A7ED-F549-328C674BC377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811148" y="4931703"/>
            <a:ext cx="17925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149FD13-E736-777C-4CEF-963728F371BE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6796039" y="5513645"/>
            <a:ext cx="2677414" cy="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fik 69">
            <a:extLst>
              <a:ext uri="{FF2B5EF4-FFF2-40B4-BE49-F238E27FC236}">
                <a16:creationId xmlns:a16="http://schemas.microsoft.com/office/drawing/2014/main" id="{F7F7A64D-99AE-9DFB-2A2D-A4FFC2B2E8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176"/>
          <a:stretch>
            <a:fillRect/>
          </a:stretch>
        </p:blipFill>
        <p:spPr>
          <a:xfrm>
            <a:off x="6291488" y="5274379"/>
            <a:ext cx="504551" cy="47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7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0924-D3A4-12BF-8408-850D3351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151E5-D72A-E6FD-DBAF-D53F2691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Introduction – Effects of Coupling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69DF7A-EC59-BEBB-7672-743A9488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35282F9-71C4-D096-60ED-DC6A721DC08F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294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Modelling the coupled inductor as an </a:t>
            </a:r>
            <a:r>
              <a:rPr lang="en-US" sz="2400" i="1" dirty="0"/>
              <a:t>ideal</a:t>
            </a:r>
            <a:r>
              <a:rPr lang="en-US" sz="2400" dirty="0"/>
              <a:t> transformer and two inductors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Voltages across the two inductors become independent!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E8879E5-2FA6-67C2-1D0B-A10378268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2" r="-900" b="13105"/>
          <a:stretch>
            <a:fillRect/>
          </a:stretch>
        </p:blipFill>
        <p:spPr>
          <a:xfrm>
            <a:off x="4419384" y="1165493"/>
            <a:ext cx="2765950" cy="143475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CA1A779-9AA4-8438-74DD-5524FB75E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2" y="3896229"/>
            <a:ext cx="4397507" cy="1729204"/>
          </a:xfrm>
          <a:prstGeom prst="rect">
            <a:avLst/>
          </a:prstGeom>
        </p:spPr>
      </p:pic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193CE30-6E7A-308D-DC9A-43CD1012F76A}"/>
              </a:ext>
            </a:extLst>
          </p:cNvPr>
          <p:cNvCxnSpPr>
            <a:cxnSpLocks/>
          </p:cNvCxnSpPr>
          <p:nvPr/>
        </p:nvCxnSpPr>
        <p:spPr>
          <a:xfrm flipV="1">
            <a:off x="8206095" y="1077446"/>
            <a:ext cx="0" cy="1405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E86A517-6308-F86E-7D04-3CB541FEFCD0}"/>
              </a:ext>
            </a:extLst>
          </p:cNvPr>
          <p:cNvCxnSpPr>
            <a:cxnSpLocks/>
          </p:cNvCxnSpPr>
          <p:nvPr/>
        </p:nvCxnSpPr>
        <p:spPr>
          <a:xfrm>
            <a:off x="8206095" y="2482664"/>
            <a:ext cx="2803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C424B39-09DB-094C-E960-976AA11C5FC7}"/>
              </a:ext>
            </a:extLst>
          </p:cNvPr>
          <p:cNvCxnSpPr>
            <a:cxnSpLocks/>
          </p:cNvCxnSpPr>
          <p:nvPr/>
        </p:nvCxnSpPr>
        <p:spPr>
          <a:xfrm>
            <a:off x="8206095" y="1299322"/>
            <a:ext cx="2564848" cy="118334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0677448-3140-9D24-59BC-BED691542783}"/>
              </a:ext>
            </a:extLst>
          </p:cNvPr>
          <p:cNvCxnSpPr>
            <a:cxnSpLocks/>
          </p:cNvCxnSpPr>
          <p:nvPr/>
        </p:nvCxnSpPr>
        <p:spPr>
          <a:xfrm flipV="1">
            <a:off x="8206095" y="1299322"/>
            <a:ext cx="2564848" cy="1183342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8F5CC844-7F51-81CA-5879-F413AAEA253A}"/>
              </a:ext>
            </a:extLst>
          </p:cNvPr>
          <p:cNvSpPr txBox="1"/>
          <p:nvPr/>
        </p:nvSpPr>
        <p:spPr>
          <a:xfrm>
            <a:off x="10950200" y="2297998"/>
            <a:ext cx="48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42A79573-4447-112B-94CB-D4707FECD6C2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9495240" y="1299322"/>
            <a:ext cx="0" cy="124385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DB1026FF-C8EB-5E41-38CA-10CFF1995790}"/>
              </a:ext>
            </a:extLst>
          </p:cNvPr>
          <p:cNvSpPr txBox="1"/>
          <p:nvPr/>
        </p:nvSpPr>
        <p:spPr>
          <a:xfrm>
            <a:off x="9327630" y="2543175"/>
            <a:ext cx="3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0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8457986D-6F2A-192C-F003-F66812DC32D4}"/>
              </a:ext>
            </a:extLst>
          </p:cNvPr>
          <p:cNvSpPr txBox="1"/>
          <p:nvPr/>
        </p:nvSpPr>
        <p:spPr>
          <a:xfrm>
            <a:off x="7996270" y="2538053"/>
            <a:ext cx="44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-1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A15CBCD-CE2E-798A-A971-9652073DA2F8}"/>
              </a:ext>
            </a:extLst>
          </p:cNvPr>
          <p:cNvSpPr txBox="1"/>
          <p:nvPr/>
        </p:nvSpPr>
        <p:spPr>
          <a:xfrm>
            <a:off x="10552229" y="2538053"/>
            <a:ext cx="44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D6179379-55C9-A34C-A8B9-4B5ABF839883}"/>
              </a:ext>
            </a:extLst>
          </p:cNvPr>
          <p:cNvSpPr txBox="1"/>
          <p:nvPr/>
        </p:nvSpPr>
        <p:spPr>
          <a:xfrm>
            <a:off x="9938087" y="1111288"/>
            <a:ext cx="7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de-DE" baseline="-25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AAA52962-A88F-A272-1829-140CC79574A4}"/>
              </a:ext>
            </a:extLst>
          </p:cNvPr>
          <p:cNvSpPr txBox="1"/>
          <p:nvPr/>
        </p:nvSpPr>
        <p:spPr>
          <a:xfrm>
            <a:off x="9981359" y="1831710"/>
            <a:ext cx="7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E209BDD-5FC3-BC2F-6D3C-669229606839}"/>
              </a:ext>
            </a:extLst>
          </p:cNvPr>
          <p:cNvSpPr txBox="1"/>
          <p:nvPr/>
        </p:nvSpPr>
        <p:spPr>
          <a:xfrm>
            <a:off x="7558287" y="1118012"/>
            <a:ext cx="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de-D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endParaRPr lang="de-DE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2A0EAC71-CEBE-AB41-3141-C44BA345B45A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8115362" y="1302678"/>
            <a:ext cx="179258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613C855-82B0-C393-3C9D-5873F11DBB6C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8100253" y="1884620"/>
            <a:ext cx="2677414" cy="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fik 69">
            <a:extLst>
              <a:ext uri="{FF2B5EF4-FFF2-40B4-BE49-F238E27FC236}">
                <a16:creationId xmlns:a16="http://schemas.microsoft.com/office/drawing/2014/main" id="{D58037A0-EB7F-5C89-9B0F-5BF39916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76"/>
          <a:stretch>
            <a:fillRect/>
          </a:stretch>
        </p:blipFill>
        <p:spPr>
          <a:xfrm>
            <a:off x="7595702" y="1645354"/>
            <a:ext cx="504551" cy="4785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307D13C-1B58-B0A5-B293-7AA983AD0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152" y="3253683"/>
            <a:ext cx="6076935" cy="303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5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125A-64B0-E295-6086-ED86204C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88684-9B51-1C45-6637-F21BFCE8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Potential Geometries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7279B7-6198-73B6-B5D9-24D0E164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38F9C61-3518-1EAE-E93E-F0F980EA6052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49466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Investigation of 4 different designs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(a) and (b): Coupled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(c) and (d): Uncoupled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Design Goals: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100" i="1" dirty="0" err="1"/>
              <a:t>L</a:t>
            </a:r>
            <a:r>
              <a:rPr lang="de-DE" sz="2100" baseline="-25000" dirty="0" err="1"/>
              <a:t>self</a:t>
            </a:r>
            <a:r>
              <a:rPr lang="de-DE" sz="2100" dirty="0"/>
              <a:t> </a:t>
            </a:r>
            <a:r>
              <a:rPr lang="de-DE" sz="2000" dirty="0"/>
              <a:t>≈ 70 </a:t>
            </a:r>
            <a:r>
              <a:rPr lang="de-DE" sz="2000" dirty="0" err="1"/>
              <a:t>nH</a:t>
            </a:r>
            <a:endParaRPr lang="de-DE" sz="20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000" dirty="0"/>
              <a:t>-0.2 &lt; k &lt; -0.4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000" dirty="0" err="1"/>
              <a:t>H</a:t>
            </a:r>
            <a:r>
              <a:rPr lang="de-DE" sz="2000" baseline="-25000" dirty="0" err="1"/>
              <a:t>dc</a:t>
            </a:r>
            <a:r>
              <a:rPr lang="de-DE" sz="2000" dirty="0"/>
              <a:t> &lt; 40 A/m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de-DE" sz="2000" dirty="0" err="1"/>
              <a:t>P</a:t>
            </a:r>
            <a:r>
              <a:rPr lang="de-DE" sz="2000" baseline="-25000" dirty="0" err="1"/>
              <a:t>core</a:t>
            </a:r>
            <a:r>
              <a:rPr lang="de-DE" sz="2000" dirty="0"/>
              <a:t> &lt; 500 mW/cm³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61EE1AC0-E47C-E0F1-6F2D-AC1F2F297EFB}"/>
              </a:ext>
            </a:extLst>
          </p:cNvPr>
          <p:cNvGrpSpPr/>
          <p:nvPr/>
        </p:nvGrpSpPr>
        <p:grpSpPr>
          <a:xfrm>
            <a:off x="4517452" y="2370639"/>
            <a:ext cx="7269555" cy="3772082"/>
            <a:chOff x="4448872" y="2859099"/>
            <a:chExt cx="7269555" cy="3772082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E9F4509-4B24-A936-CDC3-BA0AD54EB9CB}"/>
                </a:ext>
              </a:extLst>
            </p:cNvPr>
            <p:cNvSpPr/>
            <p:nvPr/>
          </p:nvSpPr>
          <p:spPr>
            <a:xfrm rot="10800000">
              <a:off x="4448873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BB07527-BDD0-D5AB-968A-B235833EEF9D}"/>
                </a:ext>
              </a:extLst>
            </p:cNvPr>
            <p:cNvSpPr/>
            <p:nvPr/>
          </p:nvSpPr>
          <p:spPr>
            <a:xfrm rot="10800000">
              <a:off x="512597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Rechteck 3">
              <a:extLst>
                <a:ext uri="{FF2B5EF4-FFF2-40B4-BE49-F238E27FC236}">
                  <a16:creationId xmlns:a16="http://schemas.microsoft.com/office/drawing/2014/main" id="{CF85A724-1291-8C0A-F0CA-40455B89EC93}"/>
                </a:ext>
              </a:extLst>
            </p:cNvPr>
            <p:cNvSpPr/>
            <p:nvPr/>
          </p:nvSpPr>
          <p:spPr>
            <a:xfrm rot="5400000">
              <a:off x="4751069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Rechteck 3">
              <a:extLst>
                <a:ext uri="{FF2B5EF4-FFF2-40B4-BE49-F238E27FC236}">
                  <a16:creationId xmlns:a16="http://schemas.microsoft.com/office/drawing/2014/main" id="{4B703386-35C4-9B4F-A6E7-EA33DEDBE3E3}"/>
                </a:ext>
              </a:extLst>
            </p:cNvPr>
            <p:cNvSpPr/>
            <p:nvPr/>
          </p:nvSpPr>
          <p:spPr>
            <a:xfrm rot="5400000">
              <a:off x="5966692" y="1341282"/>
              <a:ext cx="258615" cy="32942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" name="Rechteck 3">
              <a:extLst>
                <a:ext uri="{FF2B5EF4-FFF2-40B4-BE49-F238E27FC236}">
                  <a16:creationId xmlns:a16="http://schemas.microsoft.com/office/drawing/2014/main" id="{87A04D95-8C6B-3585-86A9-B35DEFF277CB}"/>
                </a:ext>
              </a:extLst>
            </p:cNvPr>
            <p:cNvSpPr/>
            <p:nvPr/>
          </p:nvSpPr>
          <p:spPr>
            <a:xfrm rot="10800000" flipH="1">
              <a:off x="596269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hteck 6">
              <a:extLst>
                <a:ext uri="{FF2B5EF4-FFF2-40B4-BE49-F238E27FC236}">
                  <a16:creationId xmlns:a16="http://schemas.microsoft.com/office/drawing/2014/main" id="{04D16F3A-CD8A-2715-C3D0-8628DC06C228}"/>
                </a:ext>
              </a:extLst>
            </p:cNvPr>
            <p:cNvSpPr/>
            <p:nvPr/>
          </p:nvSpPr>
          <p:spPr>
            <a:xfrm rot="10800000" flipH="1">
              <a:off x="5311555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hteck 3">
              <a:extLst>
                <a:ext uri="{FF2B5EF4-FFF2-40B4-BE49-F238E27FC236}">
                  <a16:creationId xmlns:a16="http://schemas.microsoft.com/office/drawing/2014/main" id="{F22E5701-E57A-20A6-2D22-C5F59D1523A5}"/>
                </a:ext>
              </a:extLst>
            </p:cNvPr>
            <p:cNvSpPr/>
            <p:nvPr/>
          </p:nvSpPr>
          <p:spPr>
            <a:xfrm rot="16200000" flipH="1">
              <a:off x="5613750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" name="Rechteck 3">
              <a:extLst>
                <a:ext uri="{FF2B5EF4-FFF2-40B4-BE49-F238E27FC236}">
                  <a16:creationId xmlns:a16="http://schemas.microsoft.com/office/drawing/2014/main" id="{8FF7B89D-7897-1E42-7B83-231ACBADD80F}"/>
                </a:ext>
              </a:extLst>
            </p:cNvPr>
            <p:cNvSpPr/>
            <p:nvPr/>
          </p:nvSpPr>
          <p:spPr>
            <a:xfrm rot="10800000">
              <a:off x="601743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" name="Rechteck 6">
              <a:extLst>
                <a:ext uri="{FF2B5EF4-FFF2-40B4-BE49-F238E27FC236}">
                  <a16:creationId xmlns:a16="http://schemas.microsoft.com/office/drawing/2014/main" id="{A71438A0-3085-60F6-1837-B00F3036B87E}"/>
                </a:ext>
              </a:extLst>
            </p:cNvPr>
            <p:cNvSpPr/>
            <p:nvPr/>
          </p:nvSpPr>
          <p:spPr>
            <a:xfrm rot="10800000">
              <a:off x="6694930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" name="Rechteck 3">
              <a:extLst>
                <a:ext uri="{FF2B5EF4-FFF2-40B4-BE49-F238E27FC236}">
                  <a16:creationId xmlns:a16="http://schemas.microsoft.com/office/drawing/2014/main" id="{A3D538B2-BE02-94DF-856E-F51482F9BC07}"/>
                </a:ext>
              </a:extLst>
            </p:cNvPr>
            <p:cNvSpPr/>
            <p:nvPr/>
          </p:nvSpPr>
          <p:spPr>
            <a:xfrm rot="5400000">
              <a:off x="631963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5" name="Rechteck 3">
              <a:extLst>
                <a:ext uri="{FF2B5EF4-FFF2-40B4-BE49-F238E27FC236}">
                  <a16:creationId xmlns:a16="http://schemas.microsoft.com/office/drawing/2014/main" id="{CEA03A8A-584F-A811-AB3B-E274181935A3}"/>
                </a:ext>
              </a:extLst>
            </p:cNvPr>
            <p:cNvSpPr/>
            <p:nvPr/>
          </p:nvSpPr>
          <p:spPr>
            <a:xfrm rot="10800000" flipH="1">
              <a:off x="7531262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7" name="Rechteck 6">
              <a:extLst>
                <a:ext uri="{FF2B5EF4-FFF2-40B4-BE49-F238E27FC236}">
                  <a16:creationId xmlns:a16="http://schemas.microsoft.com/office/drawing/2014/main" id="{C1E738A5-850F-39F8-AEB3-6CCE0539D12E}"/>
                </a:ext>
              </a:extLst>
            </p:cNvPr>
            <p:cNvSpPr/>
            <p:nvPr/>
          </p:nvSpPr>
          <p:spPr>
            <a:xfrm rot="10800000" flipH="1">
              <a:off x="688051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8" name="Rechteck 3">
              <a:extLst>
                <a:ext uri="{FF2B5EF4-FFF2-40B4-BE49-F238E27FC236}">
                  <a16:creationId xmlns:a16="http://schemas.microsoft.com/office/drawing/2014/main" id="{96364045-C6E2-E20D-0470-61748EFA1899}"/>
                </a:ext>
              </a:extLst>
            </p:cNvPr>
            <p:cNvSpPr/>
            <p:nvPr/>
          </p:nvSpPr>
          <p:spPr>
            <a:xfrm rot="16200000" flipH="1">
              <a:off x="718231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71DEF1C-A194-E62E-BB81-846E7DB5DB6A}"/>
                </a:ext>
              </a:extLst>
            </p:cNvPr>
            <p:cNvSpPr/>
            <p:nvPr/>
          </p:nvSpPr>
          <p:spPr>
            <a:xfrm rot="10800000">
              <a:off x="8084787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90662E1-BCE7-765F-25BD-886499ED922A}"/>
                </a:ext>
              </a:extLst>
            </p:cNvPr>
            <p:cNvSpPr/>
            <p:nvPr/>
          </p:nvSpPr>
          <p:spPr>
            <a:xfrm rot="10800000">
              <a:off x="890582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Rechteck 3">
              <a:extLst>
                <a:ext uri="{FF2B5EF4-FFF2-40B4-BE49-F238E27FC236}">
                  <a16:creationId xmlns:a16="http://schemas.microsoft.com/office/drawing/2014/main" id="{99877DB5-E932-6D70-AD14-695E7565E242}"/>
                </a:ext>
              </a:extLst>
            </p:cNvPr>
            <p:cNvSpPr/>
            <p:nvPr/>
          </p:nvSpPr>
          <p:spPr>
            <a:xfrm rot="5400000">
              <a:off x="8480955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Rechteck 3">
              <a:extLst>
                <a:ext uri="{FF2B5EF4-FFF2-40B4-BE49-F238E27FC236}">
                  <a16:creationId xmlns:a16="http://schemas.microsoft.com/office/drawing/2014/main" id="{EBDDA6C1-7999-9EE8-C84A-6C32C0FE61D3}"/>
                </a:ext>
              </a:extLst>
            </p:cNvPr>
            <p:cNvSpPr/>
            <p:nvPr/>
          </p:nvSpPr>
          <p:spPr>
            <a:xfrm rot="5400000">
              <a:off x="9772051" y="1175013"/>
              <a:ext cx="259111" cy="36336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" name="Rechteck 6">
              <a:extLst>
                <a:ext uri="{FF2B5EF4-FFF2-40B4-BE49-F238E27FC236}">
                  <a16:creationId xmlns:a16="http://schemas.microsoft.com/office/drawing/2014/main" id="{902A353D-8B92-37B5-AAF4-108DAB090976}"/>
                </a:ext>
              </a:extLst>
            </p:cNvPr>
            <p:cNvSpPr/>
            <p:nvPr/>
          </p:nvSpPr>
          <p:spPr>
            <a:xfrm rot="10800000" flipH="1">
              <a:off x="913193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Rechteck 3">
              <a:extLst>
                <a:ext uri="{FF2B5EF4-FFF2-40B4-BE49-F238E27FC236}">
                  <a16:creationId xmlns:a16="http://schemas.microsoft.com/office/drawing/2014/main" id="{5B6D2F36-DBA7-F0FC-4EDD-F51E7DA8D6D7}"/>
                </a:ext>
              </a:extLst>
            </p:cNvPr>
            <p:cNvSpPr/>
            <p:nvPr/>
          </p:nvSpPr>
          <p:spPr>
            <a:xfrm rot="16200000" flipH="1">
              <a:off x="953200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Rechteck 6">
              <a:extLst>
                <a:ext uri="{FF2B5EF4-FFF2-40B4-BE49-F238E27FC236}">
                  <a16:creationId xmlns:a16="http://schemas.microsoft.com/office/drawing/2014/main" id="{D1ABBF3C-F641-8EDE-81D4-47CAEFAA2D49}"/>
                </a:ext>
              </a:extLst>
            </p:cNvPr>
            <p:cNvSpPr/>
            <p:nvPr/>
          </p:nvSpPr>
          <p:spPr>
            <a:xfrm rot="10800000">
              <a:off x="1043696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Rechteck 3">
              <a:extLst>
                <a:ext uri="{FF2B5EF4-FFF2-40B4-BE49-F238E27FC236}">
                  <a16:creationId xmlns:a16="http://schemas.microsoft.com/office/drawing/2014/main" id="{B25D3A16-C93E-CD21-EA59-CB917436DAED}"/>
                </a:ext>
              </a:extLst>
            </p:cNvPr>
            <p:cNvSpPr/>
            <p:nvPr/>
          </p:nvSpPr>
          <p:spPr>
            <a:xfrm rot="5400000">
              <a:off x="10012096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Rechteck 3">
              <a:extLst>
                <a:ext uri="{FF2B5EF4-FFF2-40B4-BE49-F238E27FC236}">
                  <a16:creationId xmlns:a16="http://schemas.microsoft.com/office/drawing/2014/main" id="{8B19C5C3-6A5F-6F9D-5261-67AEBD405470}"/>
                </a:ext>
              </a:extLst>
            </p:cNvPr>
            <p:cNvSpPr/>
            <p:nvPr/>
          </p:nvSpPr>
          <p:spPr>
            <a:xfrm rot="10800000" flipH="1">
              <a:off x="11460302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Rechteck 6">
              <a:extLst>
                <a:ext uri="{FF2B5EF4-FFF2-40B4-BE49-F238E27FC236}">
                  <a16:creationId xmlns:a16="http://schemas.microsoft.com/office/drawing/2014/main" id="{A74FBCC0-77A4-CF9E-85E8-FCEA1213A267}"/>
                </a:ext>
              </a:extLst>
            </p:cNvPr>
            <p:cNvSpPr/>
            <p:nvPr/>
          </p:nvSpPr>
          <p:spPr>
            <a:xfrm rot="10800000" flipH="1">
              <a:off x="1066307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3" name="Rechteck 3">
              <a:extLst>
                <a:ext uri="{FF2B5EF4-FFF2-40B4-BE49-F238E27FC236}">
                  <a16:creationId xmlns:a16="http://schemas.microsoft.com/office/drawing/2014/main" id="{85793E81-F4A6-A58C-12E7-6B0E8BC429A3}"/>
                </a:ext>
              </a:extLst>
            </p:cNvPr>
            <p:cNvSpPr/>
            <p:nvPr/>
          </p:nvSpPr>
          <p:spPr>
            <a:xfrm rot="16200000" flipH="1">
              <a:off x="1106314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50CC9CFB-0FC0-9DAE-F050-D64B76FAD22C}"/>
                </a:ext>
              </a:extLst>
            </p:cNvPr>
            <p:cNvSpPr/>
            <p:nvPr/>
          </p:nvSpPr>
          <p:spPr>
            <a:xfrm rot="10800000">
              <a:off x="808201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5" name="Rechteck 3">
              <a:extLst>
                <a:ext uri="{FF2B5EF4-FFF2-40B4-BE49-F238E27FC236}">
                  <a16:creationId xmlns:a16="http://schemas.microsoft.com/office/drawing/2014/main" id="{0FD94900-AA17-7CAA-5CEA-8F809FBCE62F}"/>
                </a:ext>
              </a:extLst>
            </p:cNvPr>
            <p:cNvSpPr/>
            <p:nvPr/>
          </p:nvSpPr>
          <p:spPr>
            <a:xfrm rot="5400000">
              <a:off x="8142166" y="549479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7" name="Rechteck 3">
              <a:extLst>
                <a:ext uri="{FF2B5EF4-FFF2-40B4-BE49-F238E27FC236}">
                  <a16:creationId xmlns:a16="http://schemas.microsoft.com/office/drawing/2014/main" id="{F58AA5C9-ADBD-FCE4-A4C4-60C03C169515}"/>
                </a:ext>
              </a:extLst>
            </p:cNvPr>
            <p:cNvSpPr/>
            <p:nvPr/>
          </p:nvSpPr>
          <p:spPr>
            <a:xfrm rot="10800000" flipH="1">
              <a:off x="962634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Rechteck 3">
              <a:extLst>
                <a:ext uri="{FF2B5EF4-FFF2-40B4-BE49-F238E27FC236}">
                  <a16:creationId xmlns:a16="http://schemas.microsoft.com/office/drawing/2014/main" id="{A70CBCDB-6D3F-0D54-A5E8-98635AF2E2B1}"/>
                </a:ext>
              </a:extLst>
            </p:cNvPr>
            <p:cNvSpPr/>
            <p:nvPr/>
          </p:nvSpPr>
          <p:spPr>
            <a:xfrm rot="16200000" flipH="1">
              <a:off x="9489029" y="549479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Rechteck 3">
              <a:extLst>
                <a:ext uri="{FF2B5EF4-FFF2-40B4-BE49-F238E27FC236}">
                  <a16:creationId xmlns:a16="http://schemas.microsoft.com/office/drawing/2014/main" id="{50EBBDDF-5272-B71F-9277-D623FB0006B0}"/>
                </a:ext>
              </a:extLst>
            </p:cNvPr>
            <p:cNvSpPr/>
            <p:nvPr/>
          </p:nvSpPr>
          <p:spPr>
            <a:xfrm rot="10800000">
              <a:off x="9947686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BCB360A2-A2EF-418A-DA0D-A303E779E310}"/>
                </a:ext>
              </a:extLst>
            </p:cNvPr>
            <p:cNvSpPr/>
            <p:nvPr/>
          </p:nvSpPr>
          <p:spPr>
            <a:xfrm rot="10800000" flipH="1">
              <a:off x="11492017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127A2BB6-EA11-4CE8-1755-2FF83A963F70}"/>
                </a:ext>
              </a:extLst>
            </p:cNvPr>
            <p:cNvSpPr/>
            <p:nvPr/>
          </p:nvSpPr>
          <p:spPr>
            <a:xfrm rot="10800000">
              <a:off x="4448872" y="5003340"/>
              <a:ext cx="197286" cy="6024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3" name="Rechteck 3">
              <a:extLst>
                <a:ext uri="{FF2B5EF4-FFF2-40B4-BE49-F238E27FC236}">
                  <a16:creationId xmlns:a16="http://schemas.microsoft.com/office/drawing/2014/main" id="{115D13E5-19B8-0F72-41C7-7ECBEF1A864C}"/>
                </a:ext>
              </a:extLst>
            </p:cNvPr>
            <p:cNvSpPr/>
            <p:nvPr/>
          </p:nvSpPr>
          <p:spPr>
            <a:xfrm rot="5400000">
              <a:off x="5121961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4" name="Rechteck 3">
              <a:extLst>
                <a:ext uri="{FF2B5EF4-FFF2-40B4-BE49-F238E27FC236}">
                  <a16:creationId xmlns:a16="http://schemas.microsoft.com/office/drawing/2014/main" id="{BD6CBD8E-AA6C-9A7A-F36D-67F73A1C8631}"/>
                </a:ext>
              </a:extLst>
            </p:cNvPr>
            <p:cNvSpPr/>
            <p:nvPr/>
          </p:nvSpPr>
          <p:spPr>
            <a:xfrm rot="5400000">
              <a:off x="5123041" y="4111409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45" name="Rechteck 3">
              <a:extLst>
                <a:ext uri="{FF2B5EF4-FFF2-40B4-BE49-F238E27FC236}">
                  <a16:creationId xmlns:a16="http://schemas.microsoft.com/office/drawing/2014/main" id="{36C9EB3B-29D5-DD0D-CD66-B91826EF6E5A}"/>
                </a:ext>
              </a:extLst>
            </p:cNvPr>
            <p:cNvSpPr/>
            <p:nvPr/>
          </p:nvSpPr>
          <p:spPr>
            <a:xfrm rot="10800000" flipH="1">
              <a:off x="5858539" y="5003340"/>
              <a:ext cx="197286" cy="64083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6" name="Rechteck 3">
              <a:extLst>
                <a:ext uri="{FF2B5EF4-FFF2-40B4-BE49-F238E27FC236}">
                  <a16:creationId xmlns:a16="http://schemas.microsoft.com/office/drawing/2014/main" id="{F3BB2B42-E92E-8178-2B41-145E183701E0}"/>
                </a:ext>
              </a:extLst>
            </p:cNvPr>
            <p:cNvSpPr/>
            <p:nvPr/>
          </p:nvSpPr>
          <p:spPr>
            <a:xfrm rot="10800000">
              <a:off x="6151862" y="5003340"/>
              <a:ext cx="197286" cy="63229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8" name="Rechteck 3">
              <a:extLst>
                <a:ext uri="{FF2B5EF4-FFF2-40B4-BE49-F238E27FC236}">
                  <a16:creationId xmlns:a16="http://schemas.microsoft.com/office/drawing/2014/main" id="{AE15CDE8-7BB1-F9F8-CE23-ECB6F51E2151}"/>
                </a:ext>
              </a:extLst>
            </p:cNvPr>
            <p:cNvSpPr/>
            <p:nvPr/>
          </p:nvSpPr>
          <p:spPr>
            <a:xfrm rot="10800000" flipH="1">
              <a:off x="7561529" y="5003340"/>
              <a:ext cx="197286" cy="70987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34874151-3A3D-3F38-35BB-FC6390A5241B}"/>
                </a:ext>
              </a:extLst>
            </p:cNvPr>
            <p:cNvSpPr/>
            <p:nvPr/>
          </p:nvSpPr>
          <p:spPr>
            <a:xfrm rot="10800000">
              <a:off x="8786318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12E9FF49-4A22-FEBC-2C56-F414AA6DF370}"/>
                </a:ext>
              </a:extLst>
            </p:cNvPr>
            <p:cNvSpPr/>
            <p:nvPr/>
          </p:nvSpPr>
          <p:spPr>
            <a:xfrm rot="10800000">
              <a:off x="8959130" y="5079450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Rechteck 3">
              <a:extLst>
                <a:ext uri="{FF2B5EF4-FFF2-40B4-BE49-F238E27FC236}">
                  <a16:creationId xmlns:a16="http://schemas.microsoft.com/office/drawing/2014/main" id="{D3CFE0A2-474B-E8DC-A6F2-88DFABCDD132}"/>
                </a:ext>
              </a:extLst>
            </p:cNvPr>
            <p:cNvSpPr/>
            <p:nvPr/>
          </p:nvSpPr>
          <p:spPr>
            <a:xfrm rot="5400000">
              <a:off x="8819241" y="5299779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Rechteck 3">
              <a:extLst>
                <a:ext uri="{FF2B5EF4-FFF2-40B4-BE49-F238E27FC236}">
                  <a16:creationId xmlns:a16="http://schemas.microsoft.com/office/drawing/2014/main" id="{2E6EC130-6162-F5B9-0E93-309CF38F4242}"/>
                </a:ext>
              </a:extLst>
            </p:cNvPr>
            <p:cNvSpPr/>
            <p:nvPr/>
          </p:nvSpPr>
          <p:spPr>
            <a:xfrm rot="5400000">
              <a:off x="8142166" y="4726006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5" name="Rechteck 3">
              <a:extLst>
                <a:ext uri="{FF2B5EF4-FFF2-40B4-BE49-F238E27FC236}">
                  <a16:creationId xmlns:a16="http://schemas.microsoft.com/office/drawing/2014/main" id="{40D669C9-0385-1B72-01A1-767DF34AEF88}"/>
                </a:ext>
              </a:extLst>
            </p:cNvPr>
            <p:cNvSpPr/>
            <p:nvPr/>
          </p:nvSpPr>
          <p:spPr>
            <a:xfrm rot="16200000" flipH="1">
              <a:off x="9489029" y="4726005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2" name="Rechteck 3">
              <a:extLst>
                <a:ext uri="{FF2B5EF4-FFF2-40B4-BE49-F238E27FC236}">
                  <a16:creationId xmlns:a16="http://schemas.microsoft.com/office/drawing/2014/main" id="{6B6DEF7E-4312-FAA9-2A54-381DB0EA794F}"/>
                </a:ext>
              </a:extLst>
            </p:cNvPr>
            <p:cNvSpPr/>
            <p:nvPr/>
          </p:nvSpPr>
          <p:spPr>
            <a:xfrm rot="5400000">
              <a:off x="8819241" y="4530993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Rechteck 3">
              <a:extLst>
                <a:ext uri="{FF2B5EF4-FFF2-40B4-BE49-F238E27FC236}">
                  <a16:creationId xmlns:a16="http://schemas.microsoft.com/office/drawing/2014/main" id="{D761141E-EE44-783B-ACFC-79E72A82090C}"/>
                </a:ext>
              </a:extLst>
            </p:cNvPr>
            <p:cNvSpPr/>
            <p:nvPr/>
          </p:nvSpPr>
          <p:spPr>
            <a:xfrm rot="5400000">
              <a:off x="10007841" y="5494790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4" name="Rechteck 3">
              <a:extLst>
                <a:ext uri="{FF2B5EF4-FFF2-40B4-BE49-F238E27FC236}">
                  <a16:creationId xmlns:a16="http://schemas.microsoft.com/office/drawing/2014/main" id="{C36A7B46-96AF-EE23-87EA-1EFC3D5663FD}"/>
                </a:ext>
              </a:extLst>
            </p:cNvPr>
            <p:cNvSpPr/>
            <p:nvPr/>
          </p:nvSpPr>
          <p:spPr>
            <a:xfrm rot="16200000" flipH="1">
              <a:off x="11354704" y="5494789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1E8B77C3-3231-E96E-6BC0-5FEC6361F896}"/>
                </a:ext>
              </a:extLst>
            </p:cNvPr>
            <p:cNvSpPr/>
            <p:nvPr/>
          </p:nvSpPr>
          <p:spPr>
            <a:xfrm rot="10800000">
              <a:off x="10651993" y="5079446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D07759A9-8C91-71E1-A3C6-3ACAEFD5ECEA}"/>
                </a:ext>
              </a:extLst>
            </p:cNvPr>
            <p:cNvSpPr/>
            <p:nvPr/>
          </p:nvSpPr>
          <p:spPr>
            <a:xfrm rot="10800000">
              <a:off x="10824805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Rechteck 3">
              <a:extLst>
                <a:ext uri="{FF2B5EF4-FFF2-40B4-BE49-F238E27FC236}">
                  <a16:creationId xmlns:a16="http://schemas.microsoft.com/office/drawing/2014/main" id="{43FCBC6A-632D-7E2D-2297-EB5E4CD9FC47}"/>
                </a:ext>
              </a:extLst>
            </p:cNvPr>
            <p:cNvSpPr/>
            <p:nvPr/>
          </p:nvSpPr>
          <p:spPr>
            <a:xfrm rot="5400000">
              <a:off x="10684916" y="5299777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9" name="Rechteck 3">
              <a:extLst>
                <a:ext uri="{FF2B5EF4-FFF2-40B4-BE49-F238E27FC236}">
                  <a16:creationId xmlns:a16="http://schemas.microsoft.com/office/drawing/2014/main" id="{533DE56B-CF57-929F-82FD-5B0A430554BB}"/>
                </a:ext>
              </a:extLst>
            </p:cNvPr>
            <p:cNvSpPr/>
            <p:nvPr/>
          </p:nvSpPr>
          <p:spPr>
            <a:xfrm rot="5400000">
              <a:off x="10007841" y="472600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Rechteck 3">
              <a:extLst>
                <a:ext uri="{FF2B5EF4-FFF2-40B4-BE49-F238E27FC236}">
                  <a16:creationId xmlns:a16="http://schemas.microsoft.com/office/drawing/2014/main" id="{5385991D-F99F-5D88-DBC2-42CC465236EE}"/>
                </a:ext>
              </a:extLst>
            </p:cNvPr>
            <p:cNvSpPr/>
            <p:nvPr/>
          </p:nvSpPr>
          <p:spPr>
            <a:xfrm rot="16200000" flipH="1">
              <a:off x="11354704" y="472600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" name="Rechteck 3">
              <a:extLst>
                <a:ext uri="{FF2B5EF4-FFF2-40B4-BE49-F238E27FC236}">
                  <a16:creationId xmlns:a16="http://schemas.microsoft.com/office/drawing/2014/main" id="{04BB31B7-EDBB-3639-C653-85169B29CDE0}"/>
                </a:ext>
              </a:extLst>
            </p:cNvPr>
            <p:cNvSpPr/>
            <p:nvPr/>
          </p:nvSpPr>
          <p:spPr>
            <a:xfrm rot="5400000">
              <a:off x="10684916" y="4530990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715E209B-F5FB-4A54-AD78-73DB2ED6EAE6}"/>
                </a:ext>
              </a:extLst>
            </p:cNvPr>
            <p:cNvSpPr/>
            <p:nvPr/>
          </p:nvSpPr>
          <p:spPr>
            <a:xfrm rot="10800000">
              <a:off x="5081245" y="5108326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4" name="Rechteck 3">
              <a:extLst>
                <a:ext uri="{FF2B5EF4-FFF2-40B4-BE49-F238E27FC236}">
                  <a16:creationId xmlns:a16="http://schemas.microsoft.com/office/drawing/2014/main" id="{BF460946-67D7-EA98-D882-AC2A411AED28}"/>
                </a:ext>
              </a:extLst>
            </p:cNvPr>
            <p:cNvSpPr/>
            <p:nvPr/>
          </p:nvSpPr>
          <p:spPr>
            <a:xfrm rot="5400000">
              <a:off x="6826386" y="4107142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63D1912E-0971-A03E-AB37-7E3FB87D400F}"/>
                </a:ext>
              </a:extLst>
            </p:cNvPr>
            <p:cNvSpPr/>
            <p:nvPr/>
          </p:nvSpPr>
          <p:spPr>
            <a:xfrm rot="10800000">
              <a:off x="6784591" y="5104059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Rechteck 3">
              <a:extLst>
                <a:ext uri="{FF2B5EF4-FFF2-40B4-BE49-F238E27FC236}">
                  <a16:creationId xmlns:a16="http://schemas.microsoft.com/office/drawing/2014/main" id="{3CFF13F3-DB6F-EE08-8909-4FDBC1AF84C1}"/>
                </a:ext>
              </a:extLst>
            </p:cNvPr>
            <p:cNvSpPr/>
            <p:nvPr/>
          </p:nvSpPr>
          <p:spPr>
            <a:xfrm rot="5400000">
              <a:off x="6826983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7040CB44-7206-09EA-7221-B5399C591B12}"/>
                </a:ext>
              </a:extLst>
            </p:cNvPr>
            <p:cNvSpPr txBox="1"/>
            <p:nvPr/>
          </p:nvSpPr>
          <p:spPr>
            <a:xfrm>
              <a:off x="4448873" y="3938347"/>
              <a:ext cx="32942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/>
                <a:t>(a) Double-PQ </a:t>
              </a:r>
              <a:r>
                <a:rPr lang="de-DE" sz="2000" dirty="0" err="1"/>
                <a:t>with</a:t>
              </a:r>
              <a:r>
                <a:rPr lang="de-DE" sz="2000" dirty="0"/>
                <a:t> Dual Air Gap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8873C624-DECE-F358-4285-26C30DA4887E}"/>
                </a:ext>
              </a:extLst>
            </p:cNvPr>
            <p:cNvSpPr txBox="1"/>
            <p:nvPr/>
          </p:nvSpPr>
          <p:spPr>
            <a:xfrm>
              <a:off x="8082013" y="3928008"/>
              <a:ext cx="36336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(b) </a:t>
              </a:r>
              <a:r>
                <a:rPr lang="de-DE" sz="2000" dirty="0" err="1">
                  <a:cs typeface="Times New Roman" panose="02020603050405020304" pitchFamily="18" charset="0"/>
                </a:rPr>
                <a:t>Four</a:t>
              </a:r>
              <a:r>
                <a:rPr lang="de-DE" sz="2000" dirty="0">
                  <a:cs typeface="Times New Roman" panose="02020603050405020304" pitchFamily="18" charset="0"/>
                </a:rPr>
                <a:t>-Pole </a:t>
              </a:r>
              <a:r>
                <a:rPr lang="de-DE" sz="2000" dirty="0" err="1"/>
                <a:t>with</a:t>
              </a:r>
              <a:r>
                <a:rPr lang="de-DE" sz="2000" dirty="0">
                  <a:cs typeface="Times New Roman" panose="02020603050405020304" pitchFamily="18" charset="0"/>
                </a:rPr>
                <a:t> Dual Air Gap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DEAADB8E-B504-2320-29E5-5C5235C100AD}"/>
                </a:ext>
              </a:extLst>
            </p:cNvPr>
            <p:cNvSpPr txBox="1"/>
            <p:nvPr/>
          </p:nvSpPr>
          <p:spPr>
            <a:xfrm>
              <a:off x="4448873" y="5848238"/>
              <a:ext cx="32942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(c) </a:t>
              </a:r>
              <a:r>
                <a:rPr lang="de-DE" sz="2000" dirty="0" err="1">
                  <a:cs typeface="Times New Roman" panose="02020603050405020304" pitchFamily="18" charset="0"/>
                </a:rPr>
                <a:t>Modified</a:t>
              </a:r>
              <a:r>
                <a:rPr lang="de-DE" sz="2000" dirty="0">
                  <a:cs typeface="Times New Roman" panose="02020603050405020304" pitchFamily="18" charset="0"/>
                </a:rPr>
                <a:t> EE</a:t>
              </a:r>
            </a:p>
          </p:txBody>
        </p: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3DF62770-208E-B795-DDD3-14BAE35CDE57}"/>
                </a:ext>
              </a:extLst>
            </p:cNvPr>
            <p:cNvSpPr txBox="1"/>
            <p:nvPr/>
          </p:nvSpPr>
          <p:spPr>
            <a:xfrm>
              <a:off x="8082013" y="5848238"/>
              <a:ext cx="3626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(d) </a:t>
              </a:r>
              <a:r>
                <a:rPr lang="de-DE" sz="2000" dirty="0" err="1">
                  <a:cs typeface="Times New Roman" panose="02020603050405020304" pitchFamily="18" charset="0"/>
                </a:rPr>
                <a:t>Vertical</a:t>
              </a:r>
              <a:r>
                <a:rPr lang="de-DE" sz="2000" dirty="0">
                  <a:cs typeface="Times New Roman" panose="02020603050405020304" pitchFamily="18" charset="0"/>
                </a:rPr>
                <a:t> Gap</a:t>
              </a: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37CC6F39-0862-9A57-3B31-4D0FD19617BE}"/>
                </a:ext>
              </a:extLst>
            </p:cNvPr>
            <p:cNvSpPr txBox="1"/>
            <p:nvPr/>
          </p:nvSpPr>
          <p:spPr>
            <a:xfrm>
              <a:off x="7222521" y="5923295"/>
              <a:ext cx="18328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solidFill>
                    <a:srgbClr val="00B050">
                      <a:alpha val="69000"/>
                    </a:srgbClr>
                  </a:solidFill>
                  <a:cs typeface="Times New Roman" panose="02020603050405020304" pitchFamily="18" charset="0"/>
                </a:rPr>
                <a:t>Additional Air Gap</a:t>
              </a:r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5DE3EE32-706E-DB00-8CFD-601DFE657E3D}"/>
                </a:ext>
              </a:extLst>
            </p:cNvPr>
            <p:cNvSpPr/>
            <p:nvPr/>
          </p:nvSpPr>
          <p:spPr>
            <a:xfrm>
              <a:off x="7097095" y="6037888"/>
              <a:ext cx="178136" cy="76707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30CA07FB-8EFE-5255-4AEA-9948CCCB1AE7}"/>
                </a:ext>
              </a:extLst>
            </p:cNvPr>
            <p:cNvGrpSpPr/>
            <p:nvPr/>
          </p:nvGrpSpPr>
          <p:grpSpPr>
            <a:xfrm>
              <a:off x="5460983" y="5149749"/>
              <a:ext cx="349166" cy="344071"/>
              <a:chOff x="1559719" y="2843791"/>
              <a:chExt cx="502445" cy="512127"/>
            </a:xfrm>
          </p:grpSpPr>
          <p:cxnSp>
            <p:nvCxnSpPr>
              <p:cNvPr id="84" name="Gerader Verbinder 83">
                <a:extLst>
                  <a:ext uri="{FF2B5EF4-FFF2-40B4-BE49-F238E27FC236}">
                    <a16:creationId xmlns:a16="http://schemas.microsoft.com/office/drawing/2014/main" id="{F8CDE3C3-375C-B6EF-516A-45C401D37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r Verbinder 84">
                <a:extLst>
                  <a:ext uri="{FF2B5EF4-FFF2-40B4-BE49-F238E27FC236}">
                    <a16:creationId xmlns:a16="http://schemas.microsoft.com/office/drawing/2014/main" id="{0294F9FC-057B-8F47-0BF9-C6BD57778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r Verbinder 85">
                <a:extLst>
                  <a:ext uri="{FF2B5EF4-FFF2-40B4-BE49-F238E27FC236}">
                    <a16:creationId xmlns:a16="http://schemas.microsoft.com/office/drawing/2014/main" id="{12B84866-DD46-8572-A2D3-4170A60C62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r Verbinder 86">
                <a:extLst>
                  <a:ext uri="{FF2B5EF4-FFF2-40B4-BE49-F238E27FC236}">
                    <a16:creationId xmlns:a16="http://schemas.microsoft.com/office/drawing/2014/main" id="{EBA0E40D-85FB-ADF1-6512-8CAA21F374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9910A7D3-036B-2629-EB19-FD85432F7B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DBB6A2DD-7A16-A0B0-A28D-25D7F209DE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57327A82-08BB-BB24-41DB-31A9F2B6747D}"/>
                </a:ext>
              </a:extLst>
            </p:cNvPr>
            <p:cNvGrpSpPr/>
            <p:nvPr/>
          </p:nvGrpSpPr>
          <p:grpSpPr>
            <a:xfrm>
              <a:off x="4691495" y="5146080"/>
              <a:ext cx="349166" cy="344071"/>
              <a:chOff x="1559719" y="2843791"/>
              <a:chExt cx="502445" cy="512127"/>
            </a:xfrm>
          </p:grpSpPr>
          <p:cxnSp>
            <p:nvCxnSpPr>
              <p:cNvPr id="91" name="Gerader Verbinder 90">
                <a:extLst>
                  <a:ext uri="{FF2B5EF4-FFF2-40B4-BE49-F238E27FC236}">
                    <a16:creationId xmlns:a16="http://schemas.microsoft.com/office/drawing/2014/main" id="{23A1E140-CB31-E405-0B8A-24C36EB623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Gerader Verbinder 91">
                <a:extLst>
                  <a:ext uri="{FF2B5EF4-FFF2-40B4-BE49-F238E27FC236}">
                    <a16:creationId xmlns:a16="http://schemas.microsoft.com/office/drawing/2014/main" id="{24D36706-257F-6212-9870-C3D438CCD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7F17E260-945F-7FFF-4C1A-0F4B14335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9B95BF88-8CCF-48F6-DB6F-F87F13D0F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2D2ED626-77E6-E76A-F1CE-11BF1A585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760A88FF-A6B8-8002-654A-AC19426DC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031C9F69-DB6B-9027-20AA-815EDBCB6A4C}"/>
                </a:ext>
              </a:extLst>
            </p:cNvPr>
            <p:cNvGrpSpPr/>
            <p:nvPr/>
          </p:nvGrpSpPr>
          <p:grpSpPr>
            <a:xfrm>
              <a:off x="4718574" y="3226862"/>
              <a:ext cx="349166" cy="344071"/>
              <a:chOff x="1559719" y="2843791"/>
              <a:chExt cx="502445" cy="512127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1BD8A9D5-4F56-7B09-2804-E89B73CCAF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6F81FA80-9534-F108-14B3-08337E2FF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296C8BA3-A96D-AF71-2E4C-18DA519ECB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CE94FB20-B13B-7862-CADD-347324697F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DC039557-A439-5EB8-D8C2-A0A9A1191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989815AE-2403-9F88-421E-64DFC54F6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26FB4F29-172D-203A-A12A-03834CEA04EA}"/>
                </a:ext>
              </a:extLst>
            </p:cNvPr>
            <p:cNvGrpSpPr/>
            <p:nvPr/>
          </p:nvGrpSpPr>
          <p:grpSpPr>
            <a:xfrm>
              <a:off x="5552594" y="3229740"/>
              <a:ext cx="349166" cy="344071"/>
              <a:chOff x="1559719" y="2843791"/>
              <a:chExt cx="502445" cy="512127"/>
            </a:xfrm>
          </p:grpSpPr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100380D3-1FD7-9A80-87B5-6BDF9A037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8A4E138E-C084-7541-39AD-C61FB87C3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826485F4-C766-7FF2-EF83-9267C0C8A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891D3137-61EB-7B89-3C43-FEA959D183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711C028D-4312-A318-C2EE-0A242D42F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69526310-4348-2671-21F9-5BF61B045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5EA9A030-DEE0-2F84-53E1-8A7C2C569276}"/>
                </a:ext>
              </a:extLst>
            </p:cNvPr>
            <p:cNvGrpSpPr/>
            <p:nvPr/>
          </p:nvGrpSpPr>
          <p:grpSpPr>
            <a:xfrm>
              <a:off x="8450530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73934BD5-739F-EF8E-7766-7DEE22A9F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E68D749C-8223-B05A-3854-C0AAEEDBB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6DFDEA41-D980-EDCE-8A35-DC6C18D3F0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0EC1C66F-FD30-5CC9-4838-509BE70D5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E9C3E02E-3CB4-909C-6139-3499D7F339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E6F4471D-9E0F-B530-6027-7FE38A6F58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Gruppieren 117">
              <a:extLst>
                <a:ext uri="{FF2B5EF4-FFF2-40B4-BE49-F238E27FC236}">
                  <a16:creationId xmlns:a16="http://schemas.microsoft.com/office/drawing/2014/main" id="{9D2254E5-0540-C1BE-4382-F1B5EAD5C71D}"/>
                </a:ext>
              </a:extLst>
            </p:cNvPr>
            <p:cNvGrpSpPr/>
            <p:nvPr/>
          </p:nvGrpSpPr>
          <p:grpSpPr>
            <a:xfrm>
              <a:off x="9441344" y="3236818"/>
              <a:ext cx="349166" cy="344071"/>
              <a:chOff x="1559719" y="2843791"/>
              <a:chExt cx="502445" cy="512127"/>
            </a:xfrm>
          </p:grpSpPr>
          <p:cxnSp>
            <p:nvCxnSpPr>
              <p:cNvPr id="119" name="Gerader Verbinder 118">
                <a:extLst>
                  <a:ext uri="{FF2B5EF4-FFF2-40B4-BE49-F238E27FC236}">
                    <a16:creationId xmlns:a16="http://schemas.microsoft.com/office/drawing/2014/main" id="{BE345B6F-5CFF-61C9-1747-61993B0FDC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1C10D2B0-295E-BDA3-B300-4363C457F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0CDA99BC-3C93-CE71-50EA-113E3E1FE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38AC38CA-9CA1-BB50-7C51-913E9D47FF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8F121DE6-FDEE-79A7-CD0B-4014E30B8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1D8BC2AB-3CAC-E216-D8F6-EA6A2AA789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uppieren 124">
              <a:extLst>
                <a:ext uri="{FF2B5EF4-FFF2-40B4-BE49-F238E27FC236}">
                  <a16:creationId xmlns:a16="http://schemas.microsoft.com/office/drawing/2014/main" id="{A2931F7D-D72E-BC63-05DF-01F50EF399F6}"/>
                </a:ext>
              </a:extLst>
            </p:cNvPr>
            <p:cNvGrpSpPr/>
            <p:nvPr/>
          </p:nvGrpSpPr>
          <p:grpSpPr>
            <a:xfrm>
              <a:off x="8359024" y="5145085"/>
              <a:ext cx="349166" cy="344071"/>
              <a:chOff x="1559719" y="2843791"/>
              <a:chExt cx="502445" cy="512127"/>
            </a:xfrm>
          </p:grpSpPr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B37CAE7D-7BCC-E8C7-95CA-FA4251ED1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5A31202-4492-984D-214F-3405C375B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05CEA746-D1F5-EF13-4AE3-F7822A69A5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279CEDCC-AC77-C5E0-1F99-7D7C7AF517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1ECCA64F-6AAD-D16C-BF13-E2BF65666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EECDE26D-C4EF-B163-6076-AD6DA4D0A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4E37B230-E433-E955-711C-117BDF789D61}"/>
                </a:ext>
              </a:extLst>
            </p:cNvPr>
            <p:cNvGrpSpPr/>
            <p:nvPr/>
          </p:nvGrpSpPr>
          <p:grpSpPr>
            <a:xfrm>
              <a:off x="9204711" y="5145883"/>
              <a:ext cx="349166" cy="344071"/>
              <a:chOff x="1559719" y="2843791"/>
              <a:chExt cx="502445" cy="512127"/>
            </a:xfrm>
          </p:grpSpPr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F095A5F8-A0DD-FC81-A21B-96965743E1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r Verbinder 133">
                <a:extLst>
                  <a:ext uri="{FF2B5EF4-FFF2-40B4-BE49-F238E27FC236}">
                    <a16:creationId xmlns:a16="http://schemas.microsoft.com/office/drawing/2014/main" id="{5ADAD4D2-D77A-F698-72ED-66ACEE1B6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AAFE1576-D8D9-79C1-0B1F-C54BFE779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E14B1D2D-A0BB-6474-01D4-BA83F71FB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3AE366A8-0D86-EE57-1A15-E66EEA2A0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Gerader Verbinder 137">
                <a:extLst>
                  <a:ext uri="{FF2B5EF4-FFF2-40B4-BE49-F238E27FC236}">
                    <a16:creationId xmlns:a16="http://schemas.microsoft.com/office/drawing/2014/main" id="{FE34A83C-292E-0E72-0BD4-453DA89DCA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uppieren 138">
              <a:extLst>
                <a:ext uri="{FF2B5EF4-FFF2-40B4-BE49-F238E27FC236}">
                  <a16:creationId xmlns:a16="http://schemas.microsoft.com/office/drawing/2014/main" id="{F39B2C3C-133E-6A3C-FDEF-A609585CF06B}"/>
                </a:ext>
              </a:extLst>
            </p:cNvPr>
            <p:cNvGrpSpPr/>
            <p:nvPr/>
          </p:nvGrpSpPr>
          <p:grpSpPr>
            <a:xfrm>
              <a:off x="6289947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40" name="Gerader Verbinder 139">
                <a:extLst>
                  <a:ext uri="{FF2B5EF4-FFF2-40B4-BE49-F238E27FC236}">
                    <a16:creationId xmlns:a16="http://schemas.microsoft.com/office/drawing/2014/main" id="{15F43E05-6461-576D-E1AF-9193C1375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r Verbinder 140">
                <a:extLst>
                  <a:ext uri="{FF2B5EF4-FFF2-40B4-BE49-F238E27FC236}">
                    <a16:creationId xmlns:a16="http://schemas.microsoft.com/office/drawing/2014/main" id="{D22DA5C2-0206-91A0-C670-4B0C44E5D8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8D946497-49DE-ADB8-317A-A0894E88B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Gerader Verbinder 142">
                <a:extLst>
                  <a:ext uri="{FF2B5EF4-FFF2-40B4-BE49-F238E27FC236}">
                    <a16:creationId xmlns:a16="http://schemas.microsoft.com/office/drawing/2014/main" id="{C5FAD029-D53F-502C-F6FA-441C7B894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554E3D8B-9B22-394B-3403-21C526D8F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C8FF345A-80B5-B1A5-2BA8-35C52F16F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uppieren 145">
              <a:extLst>
                <a:ext uri="{FF2B5EF4-FFF2-40B4-BE49-F238E27FC236}">
                  <a16:creationId xmlns:a16="http://schemas.microsoft.com/office/drawing/2014/main" id="{3E050155-B457-47B0-5AE6-6FABE39A326C}"/>
                </a:ext>
              </a:extLst>
            </p:cNvPr>
            <p:cNvGrpSpPr/>
            <p:nvPr/>
          </p:nvGrpSpPr>
          <p:grpSpPr>
            <a:xfrm>
              <a:off x="7124257" y="3238066"/>
              <a:ext cx="349166" cy="344071"/>
              <a:chOff x="1559719" y="2843791"/>
              <a:chExt cx="502445" cy="512127"/>
            </a:xfrm>
          </p:grpSpPr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EEFD345C-7C7C-1202-4813-B7A2526B6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9FFD79C3-421C-BB3E-25BC-6744401EE9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5103CB31-D87A-1A82-03CB-5DE7FDD389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10969F72-1B1B-0151-E13E-CC8A58797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172D36F0-C479-CD0F-97AF-422649EC2F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4720A352-19A0-F559-0C37-45C2DC765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Gruppieren 152">
              <a:extLst>
                <a:ext uri="{FF2B5EF4-FFF2-40B4-BE49-F238E27FC236}">
                  <a16:creationId xmlns:a16="http://schemas.microsoft.com/office/drawing/2014/main" id="{E0236442-DE3F-81E8-C6DC-FE3AD74700B1}"/>
                </a:ext>
              </a:extLst>
            </p:cNvPr>
            <p:cNvGrpSpPr/>
            <p:nvPr/>
          </p:nvGrpSpPr>
          <p:grpSpPr>
            <a:xfrm>
              <a:off x="6392229" y="5151720"/>
              <a:ext cx="349166" cy="344071"/>
              <a:chOff x="1559719" y="2843791"/>
              <a:chExt cx="502445" cy="512127"/>
            </a:xfrm>
          </p:grpSpPr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E8E061FC-52FC-1B41-C6BE-74AE39517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DF446667-003C-1BD6-994C-1FA52BCCE3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D35E5548-8FB9-12C7-6009-85399C514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F2F95387-2A54-1642-9AEB-E18FE396E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7064C105-3F8F-83E5-0046-F660E161F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46C1BDAA-2BFF-D880-5744-EECB3E5FB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183ED030-3ABF-126A-775A-A001FF4C51B6}"/>
                </a:ext>
              </a:extLst>
            </p:cNvPr>
            <p:cNvGrpSpPr/>
            <p:nvPr/>
          </p:nvGrpSpPr>
          <p:grpSpPr>
            <a:xfrm>
              <a:off x="7169167" y="5153847"/>
              <a:ext cx="349166" cy="344071"/>
              <a:chOff x="1559719" y="2843791"/>
              <a:chExt cx="502445" cy="512127"/>
            </a:xfrm>
          </p:grpSpPr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798E2D42-56AA-D12B-6069-D93DD8BC6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4BB12C2E-0955-7A99-9AE3-CD50355F93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5DE0D0FC-DE04-3410-4408-C2A82D478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5BD1EDC9-58EF-47AF-F0FB-337F3B5167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D411D872-D718-4C23-074C-4905AC0079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C560B269-8F58-B88E-A1C6-D2993D5E7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Gruppieren 166">
              <a:extLst>
                <a:ext uri="{FF2B5EF4-FFF2-40B4-BE49-F238E27FC236}">
                  <a16:creationId xmlns:a16="http://schemas.microsoft.com/office/drawing/2014/main" id="{AF165513-25B2-5F7A-1DDF-47D35F1ABEA9}"/>
                </a:ext>
              </a:extLst>
            </p:cNvPr>
            <p:cNvGrpSpPr/>
            <p:nvPr/>
          </p:nvGrpSpPr>
          <p:grpSpPr>
            <a:xfrm>
              <a:off x="9996840" y="3236224"/>
              <a:ext cx="349166" cy="344071"/>
              <a:chOff x="1559719" y="2843791"/>
              <a:chExt cx="502445" cy="512127"/>
            </a:xfrm>
          </p:grpSpPr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88D67C54-F2AD-AE99-E4EC-0B374B17F6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7EAA1BF4-222F-5959-6A2E-38459719C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60C94074-D17A-5959-A2FE-8F4804C64F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A0FC602F-3CB2-E5EB-0798-EA6ED1DFA3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FFCD0B18-40F2-6F15-FDD0-7B8333F22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2EABDF89-5E6E-669A-2768-6742B81ED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Gruppieren 173">
              <a:extLst>
                <a:ext uri="{FF2B5EF4-FFF2-40B4-BE49-F238E27FC236}">
                  <a16:creationId xmlns:a16="http://schemas.microsoft.com/office/drawing/2014/main" id="{C89C9919-97DC-6B95-403B-5A5F9C18E05C}"/>
                </a:ext>
              </a:extLst>
            </p:cNvPr>
            <p:cNvGrpSpPr/>
            <p:nvPr/>
          </p:nvGrpSpPr>
          <p:grpSpPr>
            <a:xfrm>
              <a:off x="10969543" y="3228276"/>
              <a:ext cx="349166" cy="344071"/>
              <a:chOff x="1559719" y="2843791"/>
              <a:chExt cx="502445" cy="512127"/>
            </a:xfrm>
          </p:grpSpPr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03C0633F-0A3B-2981-AC94-7147DB5DF4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89277BF1-E350-A054-535B-E7AEF2A14E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484AD4EA-354A-F8D1-6B97-1E3CDD7899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C39B1803-CC62-099D-0B69-1BC401CEB0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0F183835-649B-170B-8184-330516466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1B17B4ED-BB90-8F54-8931-0E91F0C7D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uppieren 180">
              <a:extLst>
                <a:ext uri="{FF2B5EF4-FFF2-40B4-BE49-F238E27FC236}">
                  <a16:creationId xmlns:a16="http://schemas.microsoft.com/office/drawing/2014/main" id="{3DF9F259-627C-2449-B07D-4BB0A421FA4F}"/>
                </a:ext>
              </a:extLst>
            </p:cNvPr>
            <p:cNvGrpSpPr/>
            <p:nvPr/>
          </p:nvGrpSpPr>
          <p:grpSpPr>
            <a:xfrm>
              <a:off x="10228591" y="5143369"/>
              <a:ext cx="349166" cy="344071"/>
              <a:chOff x="1559719" y="2843791"/>
              <a:chExt cx="502445" cy="512127"/>
            </a:xfrm>
          </p:grpSpPr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00D8C352-218C-54E6-48F2-9F4F778B50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40830B9F-748A-F31A-9418-8179CC31B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E5414145-9D1F-CB6A-8FE9-A9F17D3923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4060237A-FE73-E67E-6831-B186CE3BA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r Verbinder 185">
                <a:extLst>
                  <a:ext uri="{FF2B5EF4-FFF2-40B4-BE49-F238E27FC236}">
                    <a16:creationId xmlns:a16="http://schemas.microsoft.com/office/drawing/2014/main" id="{25A4497D-2620-DA40-5B27-3D95B5B2D9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r Verbinder 186">
                <a:extLst>
                  <a:ext uri="{FF2B5EF4-FFF2-40B4-BE49-F238E27FC236}">
                    <a16:creationId xmlns:a16="http://schemas.microsoft.com/office/drawing/2014/main" id="{55E36660-C03E-419C-7D3C-E176AF7DE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8" name="Gruppieren 187">
              <a:extLst>
                <a:ext uri="{FF2B5EF4-FFF2-40B4-BE49-F238E27FC236}">
                  <a16:creationId xmlns:a16="http://schemas.microsoft.com/office/drawing/2014/main" id="{91501519-1A07-DA0F-23A1-366EE70A6C3F}"/>
                </a:ext>
              </a:extLst>
            </p:cNvPr>
            <p:cNvGrpSpPr/>
            <p:nvPr/>
          </p:nvGrpSpPr>
          <p:grpSpPr>
            <a:xfrm>
              <a:off x="11070385" y="5135815"/>
              <a:ext cx="349166" cy="344071"/>
              <a:chOff x="1559719" y="2843791"/>
              <a:chExt cx="502445" cy="512127"/>
            </a:xfrm>
          </p:grpSpPr>
          <p:cxnSp>
            <p:nvCxnSpPr>
              <p:cNvPr id="189" name="Gerader Verbinder 188">
                <a:extLst>
                  <a:ext uri="{FF2B5EF4-FFF2-40B4-BE49-F238E27FC236}">
                    <a16:creationId xmlns:a16="http://schemas.microsoft.com/office/drawing/2014/main" id="{5C57E762-36A5-1E9E-0C7F-E1E640209D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Gerader Verbinder 189">
                <a:extLst>
                  <a:ext uri="{FF2B5EF4-FFF2-40B4-BE49-F238E27FC236}">
                    <a16:creationId xmlns:a16="http://schemas.microsoft.com/office/drawing/2014/main" id="{2D20F2BA-A07C-C694-2D25-B7299AE402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Gerader Verbinder 190">
                <a:extLst>
                  <a:ext uri="{FF2B5EF4-FFF2-40B4-BE49-F238E27FC236}">
                    <a16:creationId xmlns:a16="http://schemas.microsoft.com/office/drawing/2014/main" id="{5679C1AD-C064-8F2B-4FFE-8B90CBBC2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Gerader Verbinder 191">
                <a:extLst>
                  <a:ext uri="{FF2B5EF4-FFF2-40B4-BE49-F238E27FC236}">
                    <a16:creationId xmlns:a16="http://schemas.microsoft.com/office/drawing/2014/main" id="{CEB9D25D-5272-F6B4-2E08-51F9F0BD58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Gerader Verbinder 192">
                <a:extLst>
                  <a:ext uri="{FF2B5EF4-FFF2-40B4-BE49-F238E27FC236}">
                    <a16:creationId xmlns:a16="http://schemas.microsoft.com/office/drawing/2014/main" id="{BD5BA3D7-BD93-4D74-0217-85EBD15A85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r Verbinder 193">
                <a:extLst>
                  <a:ext uri="{FF2B5EF4-FFF2-40B4-BE49-F238E27FC236}">
                    <a16:creationId xmlns:a16="http://schemas.microsoft.com/office/drawing/2014/main" id="{855BDAD9-F3BD-1124-F954-8AD2AD960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83FF991E-9725-0830-CFE1-BD3EFA8A5CD8}"/>
                </a:ext>
              </a:extLst>
            </p:cNvPr>
            <p:cNvSpPr/>
            <p:nvPr/>
          </p:nvSpPr>
          <p:spPr>
            <a:xfrm>
              <a:off x="5081246" y="3539845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95">
              <a:extLst>
                <a:ext uri="{FF2B5EF4-FFF2-40B4-BE49-F238E27FC236}">
                  <a16:creationId xmlns:a16="http://schemas.microsoft.com/office/drawing/2014/main" id="{A5C5F4CB-2A50-BB35-7507-BBF9198E2BD3}"/>
                </a:ext>
              </a:extLst>
            </p:cNvPr>
            <p:cNvSpPr/>
            <p:nvPr/>
          </p:nvSpPr>
          <p:spPr>
            <a:xfrm>
              <a:off x="6644348" y="3527734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63A35C3C-923E-965B-36FD-AD48EF63B0CD}"/>
                </a:ext>
              </a:extLst>
            </p:cNvPr>
            <p:cNvSpPr/>
            <p:nvPr/>
          </p:nvSpPr>
          <p:spPr>
            <a:xfrm>
              <a:off x="8861817" y="3539070"/>
              <a:ext cx="532578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97">
              <a:extLst>
                <a:ext uri="{FF2B5EF4-FFF2-40B4-BE49-F238E27FC236}">
                  <a16:creationId xmlns:a16="http://schemas.microsoft.com/office/drawing/2014/main" id="{37BA2942-918F-1EF5-A095-D931A1005A21}"/>
                </a:ext>
              </a:extLst>
            </p:cNvPr>
            <p:cNvSpPr/>
            <p:nvPr/>
          </p:nvSpPr>
          <p:spPr>
            <a:xfrm>
              <a:off x="10404278" y="3533253"/>
              <a:ext cx="532578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9C052A0E-3B11-2214-DFCE-BC7C7B064585}"/>
                </a:ext>
              </a:extLst>
            </p:cNvPr>
            <p:cNvSpPr/>
            <p:nvPr/>
          </p:nvSpPr>
          <p:spPr>
            <a:xfrm>
              <a:off x="6722999" y="5453415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0810FCBD-CF63-F47D-2ECF-5983A55664C7}"/>
                </a:ext>
              </a:extLst>
            </p:cNvPr>
            <p:cNvSpPr/>
            <p:nvPr/>
          </p:nvSpPr>
          <p:spPr>
            <a:xfrm>
              <a:off x="5015440" y="5453415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21" name="Inhaltsplatzhalter 8">
            <a:extLst>
              <a:ext uri="{FF2B5EF4-FFF2-40B4-BE49-F238E27FC236}">
                <a16:creationId xmlns:a16="http://schemas.microsoft.com/office/drawing/2014/main" id="{8D29C8D1-FF81-3EDB-3781-F1C4F08BB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486" y="187221"/>
            <a:ext cx="3001692" cy="89274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pic>
        <p:nvPicPr>
          <p:cNvPr id="222" name="Grafik 221">
            <a:extLst>
              <a:ext uri="{FF2B5EF4-FFF2-40B4-BE49-F238E27FC236}">
                <a16:creationId xmlns:a16="http://schemas.microsoft.com/office/drawing/2014/main" id="{D653C9FB-9782-E04F-BE0B-9D0F337A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683" y="1192048"/>
            <a:ext cx="2169955" cy="1122452"/>
          </a:xfrm>
          <a:prstGeom prst="rect">
            <a:avLst/>
          </a:prstGeom>
        </p:spPr>
      </p:pic>
      <p:pic>
        <p:nvPicPr>
          <p:cNvPr id="223" name="Grafik 222">
            <a:extLst>
              <a:ext uri="{FF2B5EF4-FFF2-40B4-BE49-F238E27FC236}">
                <a16:creationId xmlns:a16="http://schemas.microsoft.com/office/drawing/2014/main" id="{F566F407-171B-FB86-CF3D-00E301633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04" y="1129274"/>
            <a:ext cx="2048333" cy="119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26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C25C-47AD-B1EE-2ADC-5CFFFDA0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2373D-1EDC-67F1-C62C-D054DB9F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Flux Distribution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98B942-F807-05A5-0568-A945BB32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84B047A-195A-861D-C6AD-DF0D0B26EBEF}"/>
              </a:ext>
            </a:extLst>
          </p:cNvPr>
          <p:cNvSpPr txBox="1">
            <a:spLocks/>
          </p:cNvSpPr>
          <p:nvPr/>
        </p:nvSpPr>
        <p:spPr>
          <a:xfrm>
            <a:off x="504986" y="1065456"/>
            <a:ext cx="2863736" cy="49770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Different Flux-Path for DC and Fundamental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Pos. Coupling: High DC-Flux but low AC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Neg. Coupling: Low DC-Flux but high AC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graphicFrame>
        <p:nvGraphicFramePr>
          <p:cNvPr id="214" name="Tabelle 213">
            <a:extLst>
              <a:ext uri="{FF2B5EF4-FFF2-40B4-BE49-F238E27FC236}">
                <a16:creationId xmlns:a16="http://schemas.microsoft.com/office/drawing/2014/main" id="{3D361AD7-9463-ED6E-C3D5-9BA7AFEA6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20017"/>
              </p:ext>
            </p:extLst>
          </p:nvPr>
        </p:nvGraphicFramePr>
        <p:xfrm>
          <a:off x="2802514" y="6074731"/>
          <a:ext cx="8350632" cy="56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2674426793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572661540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961166950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768585121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1351681767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656942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684801856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683172096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798623327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1580858874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259720998"/>
                    </a:ext>
                  </a:extLst>
                </a:gridCol>
                <a:gridCol w="695886">
                  <a:extLst>
                    <a:ext uri="{9D8B030D-6E8A-4147-A177-3AD203B41FA5}">
                      <a16:colId xmlns:a16="http://schemas.microsoft.com/office/drawing/2014/main" val="3917417724"/>
                    </a:ext>
                  </a:extLst>
                </a:gridCol>
              </a:tblGrid>
              <a:tr h="163560"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33852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978587"/>
                  </a:ext>
                </a:extLst>
              </a:tr>
            </a:tbl>
          </a:graphicData>
        </a:graphic>
      </p:graphicFrame>
      <p:grpSp>
        <p:nvGrpSpPr>
          <p:cNvPr id="245" name="Gruppieren 244">
            <a:extLst>
              <a:ext uri="{FF2B5EF4-FFF2-40B4-BE49-F238E27FC236}">
                <a16:creationId xmlns:a16="http://schemas.microsoft.com/office/drawing/2014/main" id="{AD4768CE-A2D7-5C62-67D9-7D3442B239CD}"/>
              </a:ext>
            </a:extLst>
          </p:cNvPr>
          <p:cNvGrpSpPr/>
          <p:nvPr/>
        </p:nvGrpSpPr>
        <p:grpSpPr>
          <a:xfrm>
            <a:off x="3490039" y="1107001"/>
            <a:ext cx="8234927" cy="5535197"/>
            <a:chOff x="111270" y="144621"/>
            <a:chExt cx="10686555" cy="6397922"/>
          </a:xfrm>
        </p:grpSpPr>
        <p:sp>
          <p:nvSpPr>
            <p:cNvPr id="230" name="Rechteck 229">
              <a:extLst>
                <a:ext uri="{FF2B5EF4-FFF2-40B4-BE49-F238E27FC236}">
                  <a16:creationId xmlns:a16="http://schemas.microsoft.com/office/drawing/2014/main" id="{89845EA5-3035-2568-043F-BE09BFD1239C}"/>
                </a:ext>
              </a:extLst>
            </p:cNvPr>
            <p:cNvSpPr/>
            <p:nvPr/>
          </p:nvSpPr>
          <p:spPr>
            <a:xfrm>
              <a:off x="111270" y="5544466"/>
              <a:ext cx="9360746" cy="350972"/>
            </a:xfrm>
            <a:prstGeom prst="rect">
              <a:avLst/>
            </a:prstGeom>
            <a:gradFill>
              <a:gsLst>
                <a:gs pos="50000">
                  <a:srgbClr val="FFF201"/>
                </a:gs>
                <a:gs pos="85000">
                  <a:srgbClr val="FF4593"/>
                </a:gs>
                <a:gs pos="70000">
                  <a:srgbClr val="FF9433"/>
                </a:gs>
                <a:gs pos="60000">
                  <a:srgbClr val="FFC210"/>
                </a:gs>
                <a:gs pos="40000">
                  <a:srgbClr val="D9FF06"/>
                </a:gs>
                <a:gs pos="20000">
                  <a:srgbClr val="7BFF4C"/>
                </a:gs>
                <a:gs pos="10000">
                  <a:srgbClr val="45FF93"/>
                </a:gs>
                <a:gs pos="30000">
                  <a:srgbClr val="ABFF1F"/>
                </a:gs>
                <a:gs pos="0">
                  <a:srgbClr val="00FFFF"/>
                </a:gs>
                <a:gs pos="95000">
                  <a:srgbClr val="FF00F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231" name="Textfeld 230">
              <a:extLst>
                <a:ext uri="{FF2B5EF4-FFF2-40B4-BE49-F238E27FC236}">
                  <a16:creationId xmlns:a16="http://schemas.microsoft.com/office/drawing/2014/main" id="{775F84FC-3854-3DDF-EFBF-B85B1E9EDA6F}"/>
                </a:ext>
              </a:extLst>
            </p:cNvPr>
            <p:cNvSpPr txBox="1"/>
            <p:nvPr/>
          </p:nvSpPr>
          <p:spPr>
            <a:xfrm>
              <a:off x="9397477" y="6080071"/>
              <a:ext cx="1316582" cy="462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000" kern="1200" dirty="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B[</a:t>
              </a:r>
              <a:r>
                <a:rPr lang="de-DE" sz="2000" kern="1200" dirty="0" err="1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mT</a:t>
              </a:r>
              <a:r>
                <a:rPr lang="de-DE" sz="2000" kern="1200" dirty="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232" name="Rechteck 231">
              <a:extLst>
                <a:ext uri="{FF2B5EF4-FFF2-40B4-BE49-F238E27FC236}">
                  <a16:creationId xmlns:a16="http://schemas.microsoft.com/office/drawing/2014/main" id="{B9844EB0-1810-B31E-36DE-C3232FA7E6EE}"/>
                </a:ext>
              </a:extLst>
            </p:cNvPr>
            <p:cNvSpPr/>
            <p:nvPr/>
          </p:nvSpPr>
          <p:spPr>
            <a:xfrm>
              <a:off x="9472016" y="5544466"/>
              <a:ext cx="1316582" cy="350972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grpSp>
          <p:nvGrpSpPr>
            <p:cNvPr id="233" name="Gruppieren 232">
              <a:extLst>
                <a:ext uri="{FF2B5EF4-FFF2-40B4-BE49-F238E27FC236}">
                  <a16:creationId xmlns:a16="http://schemas.microsoft.com/office/drawing/2014/main" id="{EB6897B0-2FE7-189D-5468-5A28117A6405}"/>
                </a:ext>
              </a:extLst>
            </p:cNvPr>
            <p:cNvGrpSpPr/>
            <p:nvPr/>
          </p:nvGrpSpPr>
          <p:grpSpPr>
            <a:xfrm flipH="1">
              <a:off x="9547312" y="5330165"/>
              <a:ext cx="468902" cy="782838"/>
              <a:chOff x="9547312" y="5330165"/>
              <a:chExt cx="468902" cy="782838"/>
            </a:xfrm>
          </p:grpSpPr>
          <p:sp>
            <p:nvSpPr>
              <p:cNvPr id="234" name="Parallelogramm 233">
                <a:extLst>
                  <a:ext uri="{FF2B5EF4-FFF2-40B4-BE49-F238E27FC236}">
                    <a16:creationId xmlns:a16="http://schemas.microsoft.com/office/drawing/2014/main" id="{D378FF60-A560-796A-68A4-5444CE8824CE}"/>
                  </a:ext>
                </a:extLst>
              </p:cNvPr>
              <p:cNvSpPr/>
              <p:nvPr/>
            </p:nvSpPr>
            <p:spPr>
              <a:xfrm flipH="1">
                <a:off x="9639903" y="5408273"/>
                <a:ext cx="277245" cy="623303"/>
              </a:xfrm>
              <a:prstGeom prst="parallelogram">
                <a:avLst>
                  <a:gd name="adj" fmla="val 5997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000"/>
              </a:p>
            </p:txBody>
          </p:sp>
          <p:sp>
            <p:nvSpPr>
              <p:cNvPr id="235" name="Rechteck 234">
                <a:extLst>
                  <a:ext uri="{FF2B5EF4-FFF2-40B4-BE49-F238E27FC236}">
                    <a16:creationId xmlns:a16="http://schemas.microsoft.com/office/drawing/2014/main" id="{E12AB9C7-F594-C339-8D47-BAC05EB53839}"/>
                  </a:ext>
                </a:extLst>
              </p:cNvPr>
              <p:cNvSpPr/>
              <p:nvPr/>
            </p:nvSpPr>
            <p:spPr>
              <a:xfrm>
                <a:off x="9547312" y="5330165"/>
                <a:ext cx="277246" cy="10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000"/>
              </a:p>
            </p:txBody>
          </p:sp>
          <p:sp>
            <p:nvSpPr>
              <p:cNvPr id="236" name="Rechteck 235">
                <a:extLst>
                  <a:ext uri="{FF2B5EF4-FFF2-40B4-BE49-F238E27FC236}">
                    <a16:creationId xmlns:a16="http://schemas.microsoft.com/office/drawing/2014/main" id="{75AEACC4-46D8-35C6-2B4D-027E0CA74B7B}"/>
                  </a:ext>
                </a:extLst>
              </p:cNvPr>
              <p:cNvSpPr/>
              <p:nvPr/>
            </p:nvSpPr>
            <p:spPr>
              <a:xfrm>
                <a:off x="9738968" y="6008228"/>
                <a:ext cx="277246" cy="10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000"/>
              </a:p>
            </p:txBody>
          </p:sp>
        </p:grpSp>
        <p:pic>
          <p:nvPicPr>
            <p:cNvPr id="237" name="Inhaltsplatzhalter 5" descr="Ein Bild, das Text, Diagramm, Screenshot, Farbigkeit enthält.&#10;&#10;KI-generierte Inhalte können fehlerhaft sein.">
              <a:extLst>
                <a:ext uri="{FF2B5EF4-FFF2-40B4-BE49-F238E27FC236}">
                  <a16:creationId xmlns:a16="http://schemas.microsoft.com/office/drawing/2014/main" id="{D09C129B-2F44-10A5-ED4A-42041348C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0" t="44503" r="27931" b="932"/>
            <a:stretch/>
          </p:blipFill>
          <p:spPr>
            <a:xfrm>
              <a:off x="120497" y="147374"/>
              <a:ext cx="5250721" cy="2046987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</p:pic>
        <p:sp>
          <p:nvSpPr>
            <p:cNvPr id="238" name="Textfeld 237">
              <a:extLst>
                <a:ext uri="{FF2B5EF4-FFF2-40B4-BE49-F238E27FC236}">
                  <a16:creationId xmlns:a16="http://schemas.microsoft.com/office/drawing/2014/main" id="{43D1C405-BC22-0276-4C00-3E64AF04B471}"/>
                </a:ext>
              </a:extLst>
            </p:cNvPr>
            <p:cNvSpPr txBox="1"/>
            <p:nvPr/>
          </p:nvSpPr>
          <p:spPr>
            <a:xfrm>
              <a:off x="111270" y="2194361"/>
              <a:ext cx="5259948" cy="46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Neg. Coupling DC</a:t>
              </a:r>
            </a:p>
          </p:txBody>
        </p:sp>
        <p:pic>
          <p:nvPicPr>
            <p:cNvPr id="239" name="Grafik 238" descr="Ein Bild, das Farbigkeit, Screenshot, Diagramm, Design enthält.&#10;&#10;KI-generierte Inhalte können fehlerhaft sein.">
              <a:extLst>
                <a:ext uri="{FF2B5EF4-FFF2-40B4-BE49-F238E27FC236}">
                  <a16:creationId xmlns:a16="http://schemas.microsoft.com/office/drawing/2014/main" id="{E901D254-D384-85C8-FF4D-7CD1BE4C9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" t="45065" r="28379" b="1423"/>
            <a:stretch/>
          </p:blipFill>
          <p:spPr>
            <a:xfrm>
              <a:off x="120497" y="2809936"/>
              <a:ext cx="5250721" cy="2031839"/>
            </a:xfrm>
            <a:prstGeom prst="rect">
              <a:avLst/>
            </a:prstGeom>
          </p:spPr>
        </p:pic>
        <p:sp>
          <p:nvSpPr>
            <p:cNvPr id="240" name="Textfeld 239">
              <a:extLst>
                <a:ext uri="{FF2B5EF4-FFF2-40B4-BE49-F238E27FC236}">
                  <a16:creationId xmlns:a16="http://schemas.microsoft.com/office/drawing/2014/main" id="{3DE8C5A9-93F5-50CB-2289-DE10741EA780}"/>
                </a:ext>
              </a:extLst>
            </p:cNvPr>
            <p:cNvSpPr txBox="1"/>
            <p:nvPr/>
          </p:nvSpPr>
          <p:spPr>
            <a:xfrm>
              <a:off x="120497" y="4840213"/>
              <a:ext cx="5250722" cy="46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Neg. Coupling Fundamental</a:t>
              </a:r>
            </a:p>
          </p:txBody>
        </p:sp>
        <p:pic>
          <p:nvPicPr>
            <p:cNvPr id="241" name="Grafik 240" descr="Ein Bild, das Text, Screenshot, Diagramm, Farbigkeit enthält.&#10;&#10;KI-generierte Inhalte können fehlerhaft sein.">
              <a:extLst>
                <a:ext uri="{FF2B5EF4-FFF2-40B4-BE49-F238E27FC236}">
                  <a16:creationId xmlns:a16="http://schemas.microsoft.com/office/drawing/2014/main" id="{4AF80B63-E7A7-873D-5004-B864AFA88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4" t="44598" r="28206" b="1098"/>
            <a:stretch/>
          </p:blipFill>
          <p:spPr>
            <a:xfrm>
              <a:off x="5537877" y="2809936"/>
              <a:ext cx="5250721" cy="2043396"/>
            </a:xfrm>
            <a:prstGeom prst="rect">
              <a:avLst/>
            </a:prstGeom>
          </p:spPr>
        </p:pic>
        <p:sp>
          <p:nvSpPr>
            <p:cNvPr id="242" name="Textfeld 241">
              <a:extLst>
                <a:ext uri="{FF2B5EF4-FFF2-40B4-BE49-F238E27FC236}">
                  <a16:creationId xmlns:a16="http://schemas.microsoft.com/office/drawing/2014/main" id="{630229B1-210A-7A1D-D4D1-6ACDED5191F0}"/>
                </a:ext>
              </a:extLst>
            </p:cNvPr>
            <p:cNvSpPr txBox="1"/>
            <p:nvPr/>
          </p:nvSpPr>
          <p:spPr>
            <a:xfrm>
              <a:off x="5537877" y="4840213"/>
              <a:ext cx="5250722" cy="46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Pos. Coupling Fundamental</a:t>
              </a:r>
            </a:p>
          </p:txBody>
        </p:sp>
        <p:pic>
          <p:nvPicPr>
            <p:cNvPr id="243" name="Grafik 242" descr="Ein Bild, das Farbigkeit, Diagramm, Screenshot, Grafiken enthält.&#10;&#10;KI-generierte Inhalte können fehlerhaft sein.">
              <a:extLst>
                <a:ext uri="{FF2B5EF4-FFF2-40B4-BE49-F238E27FC236}">
                  <a16:creationId xmlns:a16="http://schemas.microsoft.com/office/drawing/2014/main" id="{4F8FDC0E-E4AF-8086-A9AE-7CF7499CB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7" t="44493" r="28263" b="1290"/>
            <a:stretch/>
          </p:blipFill>
          <p:spPr>
            <a:xfrm>
              <a:off x="5537877" y="144621"/>
              <a:ext cx="5259948" cy="2046987"/>
            </a:xfrm>
            <a:prstGeom prst="rect">
              <a:avLst/>
            </a:prstGeom>
          </p:spPr>
        </p:pic>
        <p:sp>
          <p:nvSpPr>
            <p:cNvPr id="244" name="Textfeld 243">
              <a:extLst>
                <a:ext uri="{FF2B5EF4-FFF2-40B4-BE49-F238E27FC236}">
                  <a16:creationId xmlns:a16="http://schemas.microsoft.com/office/drawing/2014/main" id="{15E8E55C-B132-5D57-B334-3FA2B46FA85B}"/>
                </a:ext>
              </a:extLst>
            </p:cNvPr>
            <p:cNvSpPr txBox="1"/>
            <p:nvPr/>
          </p:nvSpPr>
          <p:spPr>
            <a:xfrm>
              <a:off x="5537878" y="2191608"/>
              <a:ext cx="5250720" cy="46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Pos. Coupling DC</a:t>
              </a:r>
            </a:p>
          </p:txBody>
        </p:sp>
      </p:grpSp>
      <p:pic>
        <p:nvPicPr>
          <p:cNvPr id="246" name="Picture 2" descr="Changes when operating with high magnetic flux">
            <a:extLst>
              <a:ext uri="{FF2B5EF4-FFF2-40B4-BE49-F238E27FC236}">
                <a16:creationId xmlns:a16="http://schemas.microsoft.com/office/drawing/2014/main" id="{D7B650C9-D503-FC12-20A6-7CD585C8B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7" r="41340" b="3927"/>
          <a:stretch>
            <a:fillRect/>
          </a:stretch>
        </p:blipFill>
        <p:spPr bwMode="auto">
          <a:xfrm>
            <a:off x="361008" y="4556760"/>
            <a:ext cx="2950863" cy="16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12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DAF0-6810-901D-6F0F-015485EB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2E35642-ACAC-661D-6D29-B078BE57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39" y="964770"/>
            <a:ext cx="5318039" cy="560742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8E30E05-D113-EEE9-A5D0-FA0CEC5C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Air-Gap and Winding Optimization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4C1FCF-41CE-07AB-F52C-FE707474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80DEB46-29AB-6428-2FB5-2A301D4CAE59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5939232" cy="46265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Current crowds in areas of large H-field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Dual Air-Gap improves field distribution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Different winding widths avoid areas of high H-field</a:t>
            </a:r>
          </a:p>
          <a:p>
            <a:pPr lvl="1" indent="-28800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73FF35C8-AC29-8670-1BF3-B72E13366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86" y="3145744"/>
            <a:ext cx="5939232" cy="151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3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0F87-B612-F1AB-C279-0BDD180C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86F27-E404-DF16-A2B7-E9F9937A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Comparison between Geometries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89316A-DACE-D232-0CE0-E75B2119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777A6A2-6308-BD58-B10C-C0EA088F128A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46265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Coupled Designs are smaller.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Four-Pole Structure </a:t>
            </a:r>
            <a:r>
              <a:rPr lang="en-US" sz="2400" dirty="0" err="1"/>
              <a:t>perfoms</a:t>
            </a:r>
            <a:r>
              <a:rPr lang="en-US" sz="2400" dirty="0"/>
              <a:t> best while having the lowest copper-loss.</a:t>
            </a: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FD49FD-5D64-5C61-1DFF-76BE53B0345B}"/>
              </a:ext>
            </a:extLst>
          </p:cNvPr>
          <p:cNvGrpSpPr/>
          <p:nvPr/>
        </p:nvGrpSpPr>
        <p:grpSpPr>
          <a:xfrm>
            <a:off x="4623958" y="964770"/>
            <a:ext cx="7269555" cy="3389249"/>
            <a:chOff x="4448872" y="2859099"/>
            <a:chExt cx="7269555" cy="3389249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D88F444-5911-7A9E-C62E-AF1AB95BC65B}"/>
                </a:ext>
              </a:extLst>
            </p:cNvPr>
            <p:cNvSpPr/>
            <p:nvPr/>
          </p:nvSpPr>
          <p:spPr>
            <a:xfrm rot="10800000">
              <a:off x="4448873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05F0F6C8-F8A8-3381-15B6-2256993D7525}"/>
                </a:ext>
              </a:extLst>
            </p:cNvPr>
            <p:cNvSpPr/>
            <p:nvPr/>
          </p:nvSpPr>
          <p:spPr>
            <a:xfrm rot="10800000">
              <a:off x="512597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Rechteck 3">
              <a:extLst>
                <a:ext uri="{FF2B5EF4-FFF2-40B4-BE49-F238E27FC236}">
                  <a16:creationId xmlns:a16="http://schemas.microsoft.com/office/drawing/2014/main" id="{BB6D1316-1734-7501-92B3-3F79BDFCE43C}"/>
                </a:ext>
              </a:extLst>
            </p:cNvPr>
            <p:cNvSpPr/>
            <p:nvPr/>
          </p:nvSpPr>
          <p:spPr>
            <a:xfrm rot="5400000">
              <a:off x="4751069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Rechteck 3">
              <a:extLst>
                <a:ext uri="{FF2B5EF4-FFF2-40B4-BE49-F238E27FC236}">
                  <a16:creationId xmlns:a16="http://schemas.microsoft.com/office/drawing/2014/main" id="{8C641B31-315E-1BCA-2C4F-FB6394A7F0E5}"/>
                </a:ext>
              </a:extLst>
            </p:cNvPr>
            <p:cNvSpPr/>
            <p:nvPr/>
          </p:nvSpPr>
          <p:spPr>
            <a:xfrm rot="5400000">
              <a:off x="5966692" y="1341282"/>
              <a:ext cx="258615" cy="32942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" name="Rechteck 3">
              <a:extLst>
                <a:ext uri="{FF2B5EF4-FFF2-40B4-BE49-F238E27FC236}">
                  <a16:creationId xmlns:a16="http://schemas.microsoft.com/office/drawing/2014/main" id="{5D77653C-FE97-3F2A-AB91-CC807A32A10A}"/>
                </a:ext>
              </a:extLst>
            </p:cNvPr>
            <p:cNvSpPr/>
            <p:nvPr/>
          </p:nvSpPr>
          <p:spPr>
            <a:xfrm rot="10800000" flipH="1">
              <a:off x="596269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hteck 6">
              <a:extLst>
                <a:ext uri="{FF2B5EF4-FFF2-40B4-BE49-F238E27FC236}">
                  <a16:creationId xmlns:a16="http://schemas.microsoft.com/office/drawing/2014/main" id="{C6605848-FFDB-CCEE-5381-EB7B36F1A06B}"/>
                </a:ext>
              </a:extLst>
            </p:cNvPr>
            <p:cNvSpPr/>
            <p:nvPr/>
          </p:nvSpPr>
          <p:spPr>
            <a:xfrm rot="10800000" flipH="1">
              <a:off x="5311555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hteck 3">
              <a:extLst>
                <a:ext uri="{FF2B5EF4-FFF2-40B4-BE49-F238E27FC236}">
                  <a16:creationId xmlns:a16="http://schemas.microsoft.com/office/drawing/2014/main" id="{0D480C32-439D-2622-5DD4-8B3EE86F68B4}"/>
                </a:ext>
              </a:extLst>
            </p:cNvPr>
            <p:cNvSpPr/>
            <p:nvPr/>
          </p:nvSpPr>
          <p:spPr>
            <a:xfrm rot="16200000" flipH="1">
              <a:off x="5613750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" name="Rechteck 3">
              <a:extLst>
                <a:ext uri="{FF2B5EF4-FFF2-40B4-BE49-F238E27FC236}">
                  <a16:creationId xmlns:a16="http://schemas.microsoft.com/office/drawing/2014/main" id="{926410C3-B36E-26B5-8D34-17A726967FDF}"/>
                </a:ext>
              </a:extLst>
            </p:cNvPr>
            <p:cNvSpPr/>
            <p:nvPr/>
          </p:nvSpPr>
          <p:spPr>
            <a:xfrm rot="10800000">
              <a:off x="601743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" name="Rechteck 6">
              <a:extLst>
                <a:ext uri="{FF2B5EF4-FFF2-40B4-BE49-F238E27FC236}">
                  <a16:creationId xmlns:a16="http://schemas.microsoft.com/office/drawing/2014/main" id="{9F201EF1-341C-BC18-A690-FC62D2102152}"/>
                </a:ext>
              </a:extLst>
            </p:cNvPr>
            <p:cNvSpPr/>
            <p:nvPr/>
          </p:nvSpPr>
          <p:spPr>
            <a:xfrm rot="10800000">
              <a:off x="6694930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" name="Rechteck 3">
              <a:extLst>
                <a:ext uri="{FF2B5EF4-FFF2-40B4-BE49-F238E27FC236}">
                  <a16:creationId xmlns:a16="http://schemas.microsoft.com/office/drawing/2014/main" id="{AEC429EC-8396-125A-4BB4-66758B54340A}"/>
                </a:ext>
              </a:extLst>
            </p:cNvPr>
            <p:cNvSpPr/>
            <p:nvPr/>
          </p:nvSpPr>
          <p:spPr>
            <a:xfrm rot="5400000">
              <a:off x="631963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5" name="Rechteck 3">
              <a:extLst>
                <a:ext uri="{FF2B5EF4-FFF2-40B4-BE49-F238E27FC236}">
                  <a16:creationId xmlns:a16="http://schemas.microsoft.com/office/drawing/2014/main" id="{C7717711-EFB0-B994-8B4A-56D93AEEE62B}"/>
                </a:ext>
              </a:extLst>
            </p:cNvPr>
            <p:cNvSpPr/>
            <p:nvPr/>
          </p:nvSpPr>
          <p:spPr>
            <a:xfrm rot="10800000" flipH="1">
              <a:off x="7531262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7" name="Rechteck 6">
              <a:extLst>
                <a:ext uri="{FF2B5EF4-FFF2-40B4-BE49-F238E27FC236}">
                  <a16:creationId xmlns:a16="http://schemas.microsoft.com/office/drawing/2014/main" id="{29328138-D61A-7EE7-8AE5-EC20448F05BA}"/>
                </a:ext>
              </a:extLst>
            </p:cNvPr>
            <p:cNvSpPr/>
            <p:nvPr/>
          </p:nvSpPr>
          <p:spPr>
            <a:xfrm rot="10800000" flipH="1">
              <a:off x="688051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8" name="Rechteck 3">
              <a:extLst>
                <a:ext uri="{FF2B5EF4-FFF2-40B4-BE49-F238E27FC236}">
                  <a16:creationId xmlns:a16="http://schemas.microsoft.com/office/drawing/2014/main" id="{97914D1D-19C4-7545-1CB9-AF0CC0B3BE2E}"/>
                </a:ext>
              </a:extLst>
            </p:cNvPr>
            <p:cNvSpPr/>
            <p:nvPr/>
          </p:nvSpPr>
          <p:spPr>
            <a:xfrm rot="16200000" flipH="1">
              <a:off x="718231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1EC89B4B-464D-0F9D-3C28-6CB9C97A70D9}"/>
                </a:ext>
              </a:extLst>
            </p:cNvPr>
            <p:cNvSpPr/>
            <p:nvPr/>
          </p:nvSpPr>
          <p:spPr>
            <a:xfrm rot="10800000">
              <a:off x="8084787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C79D1E48-B5D1-9D3B-37D0-98C0AE972186}"/>
                </a:ext>
              </a:extLst>
            </p:cNvPr>
            <p:cNvSpPr/>
            <p:nvPr/>
          </p:nvSpPr>
          <p:spPr>
            <a:xfrm rot="10800000">
              <a:off x="890582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Rechteck 3">
              <a:extLst>
                <a:ext uri="{FF2B5EF4-FFF2-40B4-BE49-F238E27FC236}">
                  <a16:creationId xmlns:a16="http://schemas.microsoft.com/office/drawing/2014/main" id="{7A56AE6F-CB1F-B10F-7C5C-5069C7DCD7A2}"/>
                </a:ext>
              </a:extLst>
            </p:cNvPr>
            <p:cNvSpPr/>
            <p:nvPr/>
          </p:nvSpPr>
          <p:spPr>
            <a:xfrm rot="5400000">
              <a:off x="8480955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Rechteck 3">
              <a:extLst>
                <a:ext uri="{FF2B5EF4-FFF2-40B4-BE49-F238E27FC236}">
                  <a16:creationId xmlns:a16="http://schemas.microsoft.com/office/drawing/2014/main" id="{90004A31-03AC-ED50-9A34-FBC10AECDDA2}"/>
                </a:ext>
              </a:extLst>
            </p:cNvPr>
            <p:cNvSpPr/>
            <p:nvPr/>
          </p:nvSpPr>
          <p:spPr>
            <a:xfrm rot="5400000">
              <a:off x="9772051" y="1175013"/>
              <a:ext cx="259111" cy="36336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3" name="Rechteck 6">
              <a:extLst>
                <a:ext uri="{FF2B5EF4-FFF2-40B4-BE49-F238E27FC236}">
                  <a16:creationId xmlns:a16="http://schemas.microsoft.com/office/drawing/2014/main" id="{702792DA-FAA3-EFBD-9EBD-6965575B6EFE}"/>
                </a:ext>
              </a:extLst>
            </p:cNvPr>
            <p:cNvSpPr/>
            <p:nvPr/>
          </p:nvSpPr>
          <p:spPr>
            <a:xfrm rot="10800000" flipH="1">
              <a:off x="913193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4" name="Rechteck 3">
              <a:extLst>
                <a:ext uri="{FF2B5EF4-FFF2-40B4-BE49-F238E27FC236}">
                  <a16:creationId xmlns:a16="http://schemas.microsoft.com/office/drawing/2014/main" id="{B04AD2D0-BE46-74FD-EF53-9E73952CC2E9}"/>
                </a:ext>
              </a:extLst>
            </p:cNvPr>
            <p:cNvSpPr/>
            <p:nvPr/>
          </p:nvSpPr>
          <p:spPr>
            <a:xfrm rot="16200000" flipH="1">
              <a:off x="953200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Rechteck 6">
              <a:extLst>
                <a:ext uri="{FF2B5EF4-FFF2-40B4-BE49-F238E27FC236}">
                  <a16:creationId xmlns:a16="http://schemas.microsoft.com/office/drawing/2014/main" id="{06C9BB36-A15B-FF36-2716-DD30FED8B316}"/>
                </a:ext>
              </a:extLst>
            </p:cNvPr>
            <p:cNvSpPr/>
            <p:nvPr/>
          </p:nvSpPr>
          <p:spPr>
            <a:xfrm rot="10800000">
              <a:off x="1043696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Rechteck 3">
              <a:extLst>
                <a:ext uri="{FF2B5EF4-FFF2-40B4-BE49-F238E27FC236}">
                  <a16:creationId xmlns:a16="http://schemas.microsoft.com/office/drawing/2014/main" id="{137AB0FD-5E13-7B97-0164-C52AFD7470A6}"/>
                </a:ext>
              </a:extLst>
            </p:cNvPr>
            <p:cNvSpPr/>
            <p:nvPr/>
          </p:nvSpPr>
          <p:spPr>
            <a:xfrm rot="5400000">
              <a:off x="10012096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Rechteck 3">
              <a:extLst>
                <a:ext uri="{FF2B5EF4-FFF2-40B4-BE49-F238E27FC236}">
                  <a16:creationId xmlns:a16="http://schemas.microsoft.com/office/drawing/2014/main" id="{9F9BF11C-6FDD-9706-EC14-3C5405A08841}"/>
                </a:ext>
              </a:extLst>
            </p:cNvPr>
            <p:cNvSpPr/>
            <p:nvPr/>
          </p:nvSpPr>
          <p:spPr>
            <a:xfrm rot="10800000" flipH="1">
              <a:off x="11460302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Rechteck 6">
              <a:extLst>
                <a:ext uri="{FF2B5EF4-FFF2-40B4-BE49-F238E27FC236}">
                  <a16:creationId xmlns:a16="http://schemas.microsoft.com/office/drawing/2014/main" id="{7AFCE9B2-4A96-E224-6BA7-390EB741CDA3}"/>
                </a:ext>
              </a:extLst>
            </p:cNvPr>
            <p:cNvSpPr/>
            <p:nvPr/>
          </p:nvSpPr>
          <p:spPr>
            <a:xfrm rot="10800000" flipH="1">
              <a:off x="1066307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Rechteck 3">
              <a:extLst>
                <a:ext uri="{FF2B5EF4-FFF2-40B4-BE49-F238E27FC236}">
                  <a16:creationId xmlns:a16="http://schemas.microsoft.com/office/drawing/2014/main" id="{CA5E0A67-4C7E-4A8B-7AE4-0D7C189B536C}"/>
                </a:ext>
              </a:extLst>
            </p:cNvPr>
            <p:cNvSpPr/>
            <p:nvPr/>
          </p:nvSpPr>
          <p:spPr>
            <a:xfrm rot="16200000" flipH="1">
              <a:off x="1106314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A4CE21AB-FC26-5BF1-F441-E0061FACD3D4}"/>
                </a:ext>
              </a:extLst>
            </p:cNvPr>
            <p:cNvSpPr/>
            <p:nvPr/>
          </p:nvSpPr>
          <p:spPr>
            <a:xfrm rot="10800000">
              <a:off x="808201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1" name="Rechteck 3">
              <a:extLst>
                <a:ext uri="{FF2B5EF4-FFF2-40B4-BE49-F238E27FC236}">
                  <a16:creationId xmlns:a16="http://schemas.microsoft.com/office/drawing/2014/main" id="{9AD1D87D-93E8-517A-DC33-A167A4EA2D19}"/>
                </a:ext>
              </a:extLst>
            </p:cNvPr>
            <p:cNvSpPr/>
            <p:nvPr/>
          </p:nvSpPr>
          <p:spPr>
            <a:xfrm rot="5400000">
              <a:off x="8142166" y="549479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Rechteck 3">
              <a:extLst>
                <a:ext uri="{FF2B5EF4-FFF2-40B4-BE49-F238E27FC236}">
                  <a16:creationId xmlns:a16="http://schemas.microsoft.com/office/drawing/2014/main" id="{B61072D5-957A-E714-4DC3-F2206A585841}"/>
                </a:ext>
              </a:extLst>
            </p:cNvPr>
            <p:cNvSpPr/>
            <p:nvPr/>
          </p:nvSpPr>
          <p:spPr>
            <a:xfrm rot="10800000" flipH="1">
              <a:off x="962634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3" name="Rechteck 3">
              <a:extLst>
                <a:ext uri="{FF2B5EF4-FFF2-40B4-BE49-F238E27FC236}">
                  <a16:creationId xmlns:a16="http://schemas.microsoft.com/office/drawing/2014/main" id="{808DB1A0-37FA-0248-F5DD-6D0D975AEC56}"/>
                </a:ext>
              </a:extLst>
            </p:cNvPr>
            <p:cNvSpPr/>
            <p:nvPr/>
          </p:nvSpPr>
          <p:spPr>
            <a:xfrm rot="16200000" flipH="1">
              <a:off x="9489029" y="549479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4" name="Rechteck 3">
              <a:extLst>
                <a:ext uri="{FF2B5EF4-FFF2-40B4-BE49-F238E27FC236}">
                  <a16:creationId xmlns:a16="http://schemas.microsoft.com/office/drawing/2014/main" id="{32105FD1-6A93-6B30-69EE-26FEE1126D6E}"/>
                </a:ext>
              </a:extLst>
            </p:cNvPr>
            <p:cNvSpPr/>
            <p:nvPr/>
          </p:nvSpPr>
          <p:spPr>
            <a:xfrm rot="10800000">
              <a:off x="9947686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5" name="Rechteck 3">
              <a:extLst>
                <a:ext uri="{FF2B5EF4-FFF2-40B4-BE49-F238E27FC236}">
                  <a16:creationId xmlns:a16="http://schemas.microsoft.com/office/drawing/2014/main" id="{32AE6BB1-040C-8DD0-3D5C-C1813E76FAF7}"/>
                </a:ext>
              </a:extLst>
            </p:cNvPr>
            <p:cNvSpPr/>
            <p:nvPr/>
          </p:nvSpPr>
          <p:spPr>
            <a:xfrm rot="10800000" flipH="1">
              <a:off x="11492017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F4EF03F2-6489-0737-6ABD-FA2FA596C131}"/>
                </a:ext>
              </a:extLst>
            </p:cNvPr>
            <p:cNvSpPr/>
            <p:nvPr/>
          </p:nvSpPr>
          <p:spPr>
            <a:xfrm rot="10800000">
              <a:off x="4448872" y="5003340"/>
              <a:ext cx="197286" cy="6024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7" name="Rechteck 3">
              <a:extLst>
                <a:ext uri="{FF2B5EF4-FFF2-40B4-BE49-F238E27FC236}">
                  <a16:creationId xmlns:a16="http://schemas.microsoft.com/office/drawing/2014/main" id="{961B867F-1847-A171-6ACD-60C08F0A357F}"/>
                </a:ext>
              </a:extLst>
            </p:cNvPr>
            <p:cNvSpPr/>
            <p:nvPr/>
          </p:nvSpPr>
          <p:spPr>
            <a:xfrm rot="5400000">
              <a:off x="5121961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Rechteck 3">
              <a:extLst>
                <a:ext uri="{FF2B5EF4-FFF2-40B4-BE49-F238E27FC236}">
                  <a16:creationId xmlns:a16="http://schemas.microsoft.com/office/drawing/2014/main" id="{909F13EC-30C2-224B-8D24-0ACB2C08E945}"/>
                </a:ext>
              </a:extLst>
            </p:cNvPr>
            <p:cNvSpPr/>
            <p:nvPr/>
          </p:nvSpPr>
          <p:spPr>
            <a:xfrm rot="5400000">
              <a:off x="5123041" y="4111409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39" name="Rechteck 3">
              <a:extLst>
                <a:ext uri="{FF2B5EF4-FFF2-40B4-BE49-F238E27FC236}">
                  <a16:creationId xmlns:a16="http://schemas.microsoft.com/office/drawing/2014/main" id="{8E6C4715-EBEE-C63B-6A1D-FB1B50CF393E}"/>
                </a:ext>
              </a:extLst>
            </p:cNvPr>
            <p:cNvSpPr/>
            <p:nvPr/>
          </p:nvSpPr>
          <p:spPr>
            <a:xfrm rot="10800000" flipH="1">
              <a:off x="5858539" y="5003340"/>
              <a:ext cx="197286" cy="64083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Rechteck 3">
              <a:extLst>
                <a:ext uri="{FF2B5EF4-FFF2-40B4-BE49-F238E27FC236}">
                  <a16:creationId xmlns:a16="http://schemas.microsoft.com/office/drawing/2014/main" id="{6A1256A1-A30D-6618-ABF1-A33054572A61}"/>
                </a:ext>
              </a:extLst>
            </p:cNvPr>
            <p:cNvSpPr/>
            <p:nvPr/>
          </p:nvSpPr>
          <p:spPr>
            <a:xfrm rot="10800000">
              <a:off x="6151862" y="5003340"/>
              <a:ext cx="197286" cy="63229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C37ACF4B-ABAC-261A-21E5-B368F1F668CA}"/>
                </a:ext>
              </a:extLst>
            </p:cNvPr>
            <p:cNvSpPr/>
            <p:nvPr/>
          </p:nvSpPr>
          <p:spPr>
            <a:xfrm rot="10800000" flipH="1">
              <a:off x="7561529" y="5003340"/>
              <a:ext cx="197286" cy="70987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F8519776-73F3-B4D2-1EA2-5A7B1B606887}"/>
                </a:ext>
              </a:extLst>
            </p:cNvPr>
            <p:cNvSpPr/>
            <p:nvPr/>
          </p:nvSpPr>
          <p:spPr>
            <a:xfrm rot="10800000">
              <a:off x="8786318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1555DFE0-B61D-95F8-23D8-49705F339E4B}"/>
                </a:ext>
              </a:extLst>
            </p:cNvPr>
            <p:cNvSpPr/>
            <p:nvPr/>
          </p:nvSpPr>
          <p:spPr>
            <a:xfrm rot="10800000">
              <a:off x="8959130" y="5079450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4" name="Rechteck 3">
              <a:extLst>
                <a:ext uri="{FF2B5EF4-FFF2-40B4-BE49-F238E27FC236}">
                  <a16:creationId xmlns:a16="http://schemas.microsoft.com/office/drawing/2014/main" id="{5F16BB48-68F9-42DA-AD37-5C634956295B}"/>
                </a:ext>
              </a:extLst>
            </p:cNvPr>
            <p:cNvSpPr/>
            <p:nvPr/>
          </p:nvSpPr>
          <p:spPr>
            <a:xfrm rot="5400000">
              <a:off x="8819241" y="5299779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5" name="Rechteck 3">
              <a:extLst>
                <a:ext uri="{FF2B5EF4-FFF2-40B4-BE49-F238E27FC236}">
                  <a16:creationId xmlns:a16="http://schemas.microsoft.com/office/drawing/2014/main" id="{186ECEDB-D171-120B-8E81-AAFE92F27F12}"/>
                </a:ext>
              </a:extLst>
            </p:cNvPr>
            <p:cNvSpPr/>
            <p:nvPr/>
          </p:nvSpPr>
          <p:spPr>
            <a:xfrm rot="5400000">
              <a:off x="8142166" y="4726006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6" name="Rechteck 3">
              <a:extLst>
                <a:ext uri="{FF2B5EF4-FFF2-40B4-BE49-F238E27FC236}">
                  <a16:creationId xmlns:a16="http://schemas.microsoft.com/office/drawing/2014/main" id="{BA49A9DE-452B-B868-35FE-69A5A8256371}"/>
                </a:ext>
              </a:extLst>
            </p:cNvPr>
            <p:cNvSpPr/>
            <p:nvPr/>
          </p:nvSpPr>
          <p:spPr>
            <a:xfrm rot="16200000" flipH="1">
              <a:off x="9489029" y="4726005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7" name="Rechteck 3">
              <a:extLst>
                <a:ext uri="{FF2B5EF4-FFF2-40B4-BE49-F238E27FC236}">
                  <a16:creationId xmlns:a16="http://schemas.microsoft.com/office/drawing/2014/main" id="{94E30CAF-F626-1E50-F60A-4B7C298FBFCE}"/>
                </a:ext>
              </a:extLst>
            </p:cNvPr>
            <p:cNvSpPr/>
            <p:nvPr/>
          </p:nvSpPr>
          <p:spPr>
            <a:xfrm rot="5400000">
              <a:off x="8819241" y="4530993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Rechteck 3">
              <a:extLst>
                <a:ext uri="{FF2B5EF4-FFF2-40B4-BE49-F238E27FC236}">
                  <a16:creationId xmlns:a16="http://schemas.microsoft.com/office/drawing/2014/main" id="{77EBA1FD-A441-A4E7-1C20-D4527847347B}"/>
                </a:ext>
              </a:extLst>
            </p:cNvPr>
            <p:cNvSpPr/>
            <p:nvPr/>
          </p:nvSpPr>
          <p:spPr>
            <a:xfrm rot="5400000">
              <a:off x="10007841" y="5494790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Rechteck 3">
              <a:extLst>
                <a:ext uri="{FF2B5EF4-FFF2-40B4-BE49-F238E27FC236}">
                  <a16:creationId xmlns:a16="http://schemas.microsoft.com/office/drawing/2014/main" id="{01F051C6-69A9-6E70-37DC-906B491A11F0}"/>
                </a:ext>
              </a:extLst>
            </p:cNvPr>
            <p:cNvSpPr/>
            <p:nvPr/>
          </p:nvSpPr>
          <p:spPr>
            <a:xfrm rot="16200000" flipH="1">
              <a:off x="11354704" y="5494789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6AC05F97-AE4D-4B48-D678-F0CEA454D4D7}"/>
                </a:ext>
              </a:extLst>
            </p:cNvPr>
            <p:cNvSpPr/>
            <p:nvPr/>
          </p:nvSpPr>
          <p:spPr>
            <a:xfrm rot="10800000">
              <a:off x="10651993" y="5079446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5F581FB7-D1FE-1EB8-BE66-D45AF112EDA2}"/>
                </a:ext>
              </a:extLst>
            </p:cNvPr>
            <p:cNvSpPr/>
            <p:nvPr/>
          </p:nvSpPr>
          <p:spPr>
            <a:xfrm rot="10800000">
              <a:off x="10824805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Rechteck 3">
              <a:extLst>
                <a:ext uri="{FF2B5EF4-FFF2-40B4-BE49-F238E27FC236}">
                  <a16:creationId xmlns:a16="http://schemas.microsoft.com/office/drawing/2014/main" id="{2BE4E447-06BF-0075-2FB4-F5BB4FC00F75}"/>
                </a:ext>
              </a:extLst>
            </p:cNvPr>
            <p:cNvSpPr/>
            <p:nvPr/>
          </p:nvSpPr>
          <p:spPr>
            <a:xfrm rot="5400000">
              <a:off x="10684916" y="5299777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5" name="Rechteck 3">
              <a:extLst>
                <a:ext uri="{FF2B5EF4-FFF2-40B4-BE49-F238E27FC236}">
                  <a16:creationId xmlns:a16="http://schemas.microsoft.com/office/drawing/2014/main" id="{C0A4BF88-25B5-0B1F-0808-0A37C8653DE5}"/>
                </a:ext>
              </a:extLst>
            </p:cNvPr>
            <p:cNvSpPr/>
            <p:nvPr/>
          </p:nvSpPr>
          <p:spPr>
            <a:xfrm rot="5400000">
              <a:off x="10007841" y="472600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6" name="Rechteck 3">
              <a:extLst>
                <a:ext uri="{FF2B5EF4-FFF2-40B4-BE49-F238E27FC236}">
                  <a16:creationId xmlns:a16="http://schemas.microsoft.com/office/drawing/2014/main" id="{391C763D-26CD-69BD-CF4D-8567936D3537}"/>
                </a:ext>
              </a:extLst>
            </p:cNvPr>
            <p:cNvSpPr/>
            <p:nvPr/>
          </p:nvSpPr>
          <p:spPr>
            <a:xfrm rot="16200000" flipH="1">
              <a:off x="11354704" y="472600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7" name="Rechteck 3">
              <a:extLst>
                <a:ext uri="{FF2B5EF4-FFF2-40B4-BE49-F238E27FC236}">
                  <a16:creationId xmlns:a16="http://schemas.microsoft.com/office/drawing/2014/main" id="{3751DE6D-DC90-91D7-45D7-D1BEF9623C02}"/>
                </a:ext>
              </a:extLst>
            </p:cNvPr>
            <p:cNvSpPr/>
            <p:nvPr/>
          </p:nvSpPr>
          <p:spPr>
            <a:xfrm rot="5400000">
              <a:off x="10684916" y="4530990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839913A-0887-A3ED-E859-F14D6565C855}"/>
                </a:ext>
              </a:extLst>
            </p:cNvPr>
            <p:cNvSpPr/>
            <p:nvPr/>
          </p:nvSpPr>
          <p:spPr>
            <a:xfrm rot="10800000">
              <a:off x="5081245" y="5108326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9" name="Rechteck 3">
              <a:extLst>
                <a:ext uri="{FF2B5EF4-FFF2-40B4-BE49-F238E27FC236}">
                  <a16:creationId xmlns:a16="http://schemas.microsoft.com/office/drawing/2014/main" id="{C04BAA52-D199-24F4-ACCF-3662A8E41A5A}"/>
                </a:ext>
              </a:extLst>
            </p:cNvPr>
            <p:cNvSpPr/>
            <p:nvPr/>
          </p:nvSpPr>
          <p:spPr>
            <a:xfrm rot="5400000">
              <a:off x="6826386" y="4107142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486D72CE-EBEC-DCF7-D2CD-E3F7536E1B74}"/>
                </a:ext>
              </a:extLst>
            </p:cNvPr>
            <p:cNvSpPr/>
            <p:nvPr/>
          </p:nvSpPr>
          <p:spPr>
            <a:xfrm rot="10800000">
              <a:off x="6784591" y="5104059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1" name="Rechteck 3">
              <a:extLst>
                <a:ext uri="{FF2B5EF4-FFF2-40B4-BE49-F238E27FC236}">
                  <a16:creationId xmlns:a16="http://schemas.microsoft.com/office/drawing/2014/main" id="{55BDC67E-AEE0-E2C8-E378-3EF5691BC25F}"/>
                </a:ext>
              </a:extLst>
            </p:cNvPr>
            <p:cNvSpPr/>
            <p:nvPr/>
          </p:nvSpPr>
          <p:spPr>
            <a:xfrm rot="5400000">
              <a:off x="6826983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0BF5C0FF-FFAD-2541-4236-65B56E37DE10}"/>
                </a:ext>
              </a:extLst>
            </p:cNvPr>
            <p:cNvSpPr txBox="1"/>
            <p:nvPr/>
          </p:nvSpPr>
          <p:spPr>
            <a:xfrm>
              <a:off x="4448873" y="3938347"/>
              <a:ext cx="32942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/>
                <a:t>(a) Double-PQ </a:t>
              </a:r>
              <a:r>
                <a:rPr lang="de-DE" sz="2000" dirty="0" err="1"/>
                <a:t>with</a:t>
              </a:r>
              <a:r>
                <a:rPr lang="de-DE" sz="2000" dirty="0"/>
                <a:t> Dual Air Gap</a:t>
              </a:r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51A0E0E7-5C6E-9846-3E3E-63D0E50EA314}"/>
                </a:ext>
              </a:extLst>
            </p:cNvPr>
            <p:cNvSpPr txBox="1"/>
            <p:nvPr/>
          </p:nvSpPr>
          <p:spPr>
            <a:xfrm>
              <a:off x="8082013" y="3928008"/>
              <a:ext cx="36336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(b) </a:t>
              </a:r>
              <a:r>
                <a:rPr lang="de-DE" sz="2000" dirty="0" err="1">
                  <a:cs typeface="Times New Roman" panose="02020603050405020304" pitchFamily="18" charset="0"/>
                </a:rPr>
                <a:t>Four</a:t>
              </a:r>
              <a:r>
                <a:rPr lang="de-DE" sz="2000" dirty="0">
                  <a:cs typeface="Times New Roman" panose="02020603050405020304" pitchFamily="18" charset="0"/>
                </a:rPr>
                <a:t>-Pole </a:t>
              </a:r>
              <a:r>
                <a:rPr lang="de-DE" sz="2000" dirty="0" err="1"/>
                <a:t>with</a:t>
              </a:r>
              <a:r>
                <a:rPr lang="de-DE" sz="2000" dirty="0">
                  <a:cs typeface="Times New Roman" panose="02020603050405020304" pitchFamily="18" charset="0"/>
                </a:rPr>
                <a:t> Dual Air Gap</a:t>
              </a:r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36840EC-4A4F-5120-F47F-3D1B75D7A534}"/>
                </a:ext>
              </a:extLst>
            </p:cNvPr>
            <p:cNvSpPr txBox="1"/>
            <p:nvPr/>
          </p:nvSpPr>
          <p:spPr>
            <a:xfrm>
              <a:off x="4448873" y="5848238"/>
              <a:ext cx="32942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(c) </a:t>
              </a:r>
              <a:r>
                <a:rPr lang="de-DE" sz="2000" dirty="0" err="1">
                  <a:cs typeface="Times New Roman" panose="02020603050405020304" pitchFamily="18" charset="0"/>
                </a:rPr>
                <a:t>Modified</a:t>
              </a:r>
              <a:r>
                <a:rPr lang="de-DE" sz="2000" dirty="0">
                  <a:cs typeface="Times New Roman" panose="02020603050405020304" pitchFamily="18" charset="0"/>
                </a:rPr>
                <a:t> EE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528C5AC2-617C-76EB-A31C-5059FA8B0DB7}"/>
                </a:ext>
              </a:extLst>
            </p:cNvPr>
            <p:cNvSpPr txBox="1"/>
            <p:nvPr/>
          </p:nvSpPr>
          <p:spPr>
            <a:xfrm>
              <a:off x="8082013" y="5848238"/>
              <a:ext cx="3626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(d) </a:t>
              </a:r>
              <a:r>
                <a:rPr lang="de-DE" sz="2000" dirty="0" err="1">
                  <a:cs typeface="Times New Roman" panose="02020603050405020304" pitchFamily="18" charset="0"/>
                </a:rPr>
                <a:t>Vertical</a:t>
              </a:r>
              <a:r>
                <a:rPr lang="de-DE" sz="2000" dirty="0">
                  <a:cs typeface="Times New Roman" panose="02020603050405020304" pitchFamily="18" charset="0"/>
                </a:rPr>
                <a:t> Gap</a:t>
              </a:r>
            </a:p>
          </p:txBody>
        </p: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6588A2B6-9C1F-9781-7A2E-4AD74A5C0CC3}"/>
                </a:ext>
              </a:extLst>
            </p:cNvPr>
            <p:cNvGrpSpPr/>
            <p:nvPr/>
          </p:nvGrpSpPr>
          <p:grpSpPr>
            <a:xfrm>
              <a:off x="5460983" y="5149749"/>
              <a:ext cx="349166" cy="344071"/>
              <a:chOff x="1559719" y="2843791"/>
              <a:chExt cx="502445" cy="512127"/>
            </a:xfrm>
          </p:grpSpPr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539E1628-5F32-3DFF-F48C-358F09D53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BC06AD7D-73C2-2011-B544-4B6C5433E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776CE43E-DF95-3229-BEFD-DA0283FF1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BA885B72-8885-3F39-0C6E-7C992B7F2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6876070F-A5B4-EF56-75B6-9D589D56F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C548B001-851C-16FE-B647-B03B097185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6A4713AD-3A64-BACE-6068-7D03B12EC6C9}"/>
                </a:ext>
              </a:extLst>
            </p:cNvPr>
            <p:cNvGrpSpPr/>
            <p:nvPr/>
          </p:nvGrpSpPr>
          <p:grpSpPr>
            <a:xfrm>
              <a:off x="4691495" y="5146080"/>
              <a:ext cx="349166" cy="344071"/>
              <a:chOff x="1559719" y="2843791"/>
              <a:chExt cx="502445" cy="512127"/>
            </a:xfrm>
          </p:grpSpPr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8AA11516-2AEA-2EEF-D4AF-5F19884EED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4FD8A7AF-6B53-3745-DD46-667E4B8A0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650FE9B0-2098-CC77-14B4-D4E576E9E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381A2759-997B-E3B7-3A67-E086E77A1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88ACB85A-EF3E-6BB6-2404-57CD91518B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0E0B5DB0-382C-7644-422A-DC8C4F34D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6B618263-1697-D84E-BAB0-03C1C480E6AD}"/>
                </a:ext>
              </a:extLst>
            </p:cNvPr>
            <p:cNvGrpSpPr/>
            <p:nvPr/>
          </p:nvGrpSpPr>
          <p:grpSpPr>
            <a:xfrm>
              <a:off x="4718574" y="3226862"/>
              <a:ext cx="349166" cy="344071"/>
              <a:chOff x="1559719" y="2843791"/>
              <a:chExt cx="502445" cy="512127"/>
            </a:xfrm>
          </p:grpSpPr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F1647BF5-2804-9A96-5DB2-9C31F05605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36FBE3D4-DE0A-BA3F-E147-659C67F35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448033D6-C785-1719-C96B-F036AFB1F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88042328-0A6B-FE71-E591-42616BA61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C1D83AAF-37F1-2375-F53A-6EAD8C574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9CBFA0A0-0639-3FC4-7D64-1C92478F3E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7B35691D-AFF4-5054-0195-A1BFBC3396CB}"/>
                </a:ext>
              </a:extLst>
            </p:cNvPr>
            <p:cNvGrpSpPr/>
            <p:nvPr/>
          </p:nvGrpSpPr>
          <p:grpSpPr>
            <a:xfrm>
              <a:off x="5552594" y="3229740"/>
              <a:ext cx="349166" cy="344071"/>
              <a:chOff x="1559719" y="2843791"/>
              <a:chExt cx="502445" cy="512127"/>
            </a:xfrm>
          </p:grpSpPr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0E6820BD-C8CC-D8A7-15C3-D980F0E29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C35F7D4E-0869-A554-BFAF-A9A8404BA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09593889-687A-9A06-4D8D-E185839F7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EAABF62B-7FE3-61C2-C537-D8B0E2D7B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580C627F-72B1-3A9F-8C57-DFC63A5F0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C47B9337-2ED7-5A1A-CF6F-6C50D2657A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0DD7643D-96B5-27C2-C302-0C7894E72268}"/>
                </a:ext>
              </a:extLst>
            </p:cNvPr>
            <p:cNvGrpSpPr/>
            <p:nvPr/>
          </p:nvGrpSpPr>
          <p:grpSpPr>
            <a:xfrm>
              <a:off x="8450530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F9CC2F35-A301-C000-44E2-ACA5394EB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68C471DB-B584-E48A-5E0F-0DB20452AB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B11C321C-0E7D-F35F-9F69-EDF9D5B03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78B8E414-B0A3-0EF6-6DF5-F384154A8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6897546E-17E1-2E5E-4B59-65456F264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605ACF2E-8C79-3AB9-2906-5226A63166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A214EEB4-FFF4-7B60-14DC-843C8606A7EF}"/>
                </a:ext>
              </a:extLst>
            </p:cNvPr>
            <p:cNvGrpSpPr/>
            <p:nvPr/>
          </p:nvGrpSpPr>
          <p:grpSpPr>
            <a:xfrm>
              <a:off x="9441344" y="3236818"/>
              <a:ext cx="349166" cy="344071"/>
              <a:chOff x="1559719" y="2843791"/>
              <a:chExt cx="502445" cy="512127"/>
            </a:xfrm>
          </p:grpSpPr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FC4E43ED-A5ED-C38F-F825-AD2D609ED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67F83E61-EDCC-6232-52E7-8C68F45DFC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2DA875E3-12C6-A2D6-5DD3-26A00955F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CC25A0DF-6060-7769-789C-59CE0A1FE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089F4D83-9A1E-D32A-E877-2F1548A3A5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4BFD984A-09A5-48DA-52FB-A27CB236ED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B1DA9DBE-871F-CEFA-BC4C-9D1E3344B4C6}"/>
                </a:ext>
              </a:extLst>
            </p:cNvPr>
            <p:cNvGrpSpPr/>
            <p:nvPr/>
          </p:nvGrpSpPr>
          <p:grpSpPr>
            <a:xfrm>
              <a:off x="8359024" y="5145085"/>
              <a:ext cx="349166" cy="344071"/>
              <a:chOff x="1559719" y="2843791"/>
              <a:chExt cx="502445" cy="512127"/>
            </a:xfrm>
          </p:grpSpPr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67D13EFE-75C3-81F5-CBD8-77D1ACADB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11203FC0-8571-D4A6-396B-936BCD3941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CC4245FB-D389-F462-AF11-4B1BEE472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6FB37E6-4309-5466-108C-34E240DD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710F8294-81B9-35BB-9E4E-7FE5D0650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B2A9E174-645C-21A2-6843-228AC5B801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79B573AD-AD0E-2145-9A15-B6992F5A322B}"/>
                </a:ext>
              </a:extLst>
            </p:cNvPr>
            <p:cNvGrpSpPr/>
            <p:nvPr/>
          </p:nvGrpSpPr>
          <p:grpSpPr>
            <a:xfrm>
              <a:off x="9204711" y="5145883"/>
              <a:ext cx="349166" cy="344071"/>
              <a:chOff x="1559719" y="2843791"/>
              <a:chExt cx="502445" cy="512127"/>
            </a:xfrm>
          </p:grpSpPr>
          <p:cxnSp>
            <p:nvCxnSpPr>
              <p:cNvPr id="138" name="Gerader Verbinder 137">
                <a:extLst>
                  <a:ext uri="{FF2B5EF4-FFF2-40B4-BE49-F238E27FC236}">
                    <a16:creationId xmlns:a16="http://schemas.microsoft.com/office/drawing/2014/main" id="{43E7C968-6EBC-E4EB-73F9-67022989B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r Verbinder 138">
                <a:extLst>
                  <a:ext uri="{FF2B5EF4-FFF2-40B4-BE49-F238E27FC236}">
                    <a16:creationId xmlns:a16="http://schemas.microsoft.com/office/drawing/2014/main" id="{513A97BC-03AB-576E-FC12-45A62CA2D5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Gerader Verbinder 139">
                <a:extLst>
                  <a:ext uri="{FF2B5EF4-FFF2-40B4-BE49-F238E27FC236}">
                    <a16:creationId xmlns:a16="http://schemas.microsoft.com/office/drawing/2014/main" id="{F615C39B-BA42-8ACB-80FA-BE24E6E1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r Verbinder 140">
                <a:extLst>
                  <a:ext uri="{FF2B5EF4-FFF2-40B4-BE49-F238E27FC236}">
                    <a16:creationId xmlns:a16="http://schemas.microsoft.com/office/drawing/2014/main" id="{A286509F-5F5A-FAB0-6DE1-C6DBBBB8A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7C9D5785-C1E7-7ACD-5179-956DA6275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Gerader Verbinder 142">
                <a:extLst>
                  <a:ext uri="{FF2B5EF4-FFF2-40B4-BE49-F238E27FC236}">
                    <a16:creationId xmlns:a16="http://schemas.microsoft.com/office/drawing/2014/main" id="{63457337-F340-B514-5614-A5396992E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uppieren 75">
              <a:extLst>
                <a:ext uri="{FF2B5EF4-FFF2-40B4-BE49-F238E27FC236}">
                  <a16:creationId xmlns:a16="http://schemas.microsoft.com/office/drawing/2014/main" id="{64DC48D1-75C4-C1F9-CE81-D3F883E4506E}"/>
                </a:ext>
              </a:extLst>
            </p:cNvPr>
            <p:cNvGrpSpPr/>
            <p:nvPr/>
          </p:nvGrpSpPr>
          <p:grpSpPr>
            <a:xfrm>
              <a:off x="6289947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32" name="Gerader Verbinder 131">
                <a:extLst>
                  <a:ext uri="{FF2B5EF4-FFF2-40B4-BE49-F238E27FC236}">
                    <a16:creationId xmlns:a16="http://schemas.microsoft.com/office/drawing/2014/main" id="{64A57D80-0B7C-6442-04F6-35DCABFC1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74F13EDC-108A-98DD-809E-4A74A0012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r Verbinder 133">
                <a:extLst>
                  <a:ext uri="{FF2B5EF4-FFF2-40B4-BE49-F238E27FC236}">
                    <a16:creationId xmlns:a16="http://schemas.microsoft.com/office/drawing/2014/main" id="{6591521E-C037-2956-E70C-4D93A3B25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C164DCC1-7631-B77A-97B2-46D9C6ECE0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AA28C657-88D8-F954-49DE-D8912389DD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12396C23-99E2-FA48-238F-DA89660364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9D262F33-A832-5112-E91B-F12FAC0F1054}"/>
                </a:ext>
              </a:extLst>
            </p:cNvPr>
            <p:cNvGrpSpPr/>
            <p:nvPr/>
          </p:nvGrpSpPr>
          <p:grpSpPr>
            <a:xfrm>
              <a:off x="7124257" y="3238066"/>
              <a:ext cx="349166" cy="344071"/>
              <a:chOff x="1559719" y="2843791"/>
              <a:chExt cx="502445" cy="512127"/>
            </a:xfrm>
          </p:grpSpPr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955C7034-767C-406C-4569-1DE102ABB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8675DF00-C32A-DDAE-8BF2-E6A7F3E8B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BBB983C5-8DA4-E8B2-553F-2719BE4DD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2F24D7FB-B67D-A2AD-0988-2A91A4E43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B964005F-FA36-E4BD-0DAC-CE4BBB8F8F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AC69079C-FBB2-6028-E257-AE55E2197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2BD2CC00-C278-B637-CD54-4863D550D468}"/>
                </a:ext>
              </a:extLst>
            </p:cNvPr>
            <p:cNvGrpSpPr/>
            <p:nvPr/>
          </p:nvGrpSpPr>
          <p:grpSpPr>
            <a:xfrm>
              <a:off x="6392229" y="5151720"/>
              <a:ext cx="349166" cy="344071"/>
              <a:chOff x="1559719" y="2843791"/>
              <a:chExt cx="502445" cy="512127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50852957-0EDE-62FF-A1CE-7A60CC2D9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94D4CF75-B25B-0A63-E670-374B0766DB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238FF026-3651-8061-7D09-64CF77AAF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A7C33B61-98F9-2853-B6AD-8D8FDB8892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E3AAB171-B05E-D440-1631-718C789B4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8D09AB0F-4EDC-E202-AE67-206CBDB96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uppieren 78">
              <a:extLst>
                <a:ext uri="{FF2B5EF4-FFF2-40B4-BE49-F238E27FC236}">
                  <a16:creationId xmlns:a16="http://schemas.microsoft.com/office/drawing/2014/main" id="{C093CECD-89D9-F842-0D52-32953A81C0FB}"/>
                </a:ext>
              </a:extLst>
            </p:cNvPr>
            <p:cNvGrpSpPr/>
            <p:nvPr/>
          </p:nvGrpSpPr>
          <p:grpSpPr>
            <a:xfrm>
              <a:off x="7169167" y="5153847"/>
              <a:ext cx="349166" cy="344071"/>
              <a:chOff x="1559719" y="2843791"/>
              <a:chExt cx="502445" cy="512127"/>
            </a:xfrm>
          </p:grpSpPr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3A86E372-3514-D1FD-DC68-E4B2C80FC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AF14E9BC-1138-982F-891E-729D9D08A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3133B597-E1FA-AE29-6E61-410FC908B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F8CCACE3-72A8-8D5F-2BFA-3FE2DFFF8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90203D3F-0D2A-9BBB-1CBD-231328EB61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Gerader Verbinder 118">
                <a:extLst>
                  <a:ext uri="{FF2B5EF4-FFF2-40B4-BE49-F238E27FC236}">
                    <a16:creationId xmlns:a16="http://schemas.microsoft.com/office/drawing/2014/main" id="{46BC344A-8475-DEE6-3C7B-1E7BB76795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uppieren 79">
              <a:extLst>
                <a:ext uri="{FF2B5EF4-FFF2-40B4-BE49-F238E27FC236}">
                  <a16:creationId xmlns:a16="http://schemas.microsoft.com/office/drawing/2014/main" id="{F750BF89-38F3-AB66-B471-12A1E119A607}"/>
                </a:ext>
              </a:extLst>
            </p:cNvPr>
            <p:cNvGrpSpPr/>
            <p:nvPr/>
          </p:nvGrpSpPr>
          <p:grpSpPr>
            <a:xfrm>
              <a:off x="9996840" y="3236224"/>
              <a:ext cx="349166" cy="344071"/>
              <a:chOff x="1559719" y="2843791"/>
              <a:chExt cx="502445" cy="512127"/>
            </a:xfrm>
          </p:grpSpPr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67534DE3-A906-4ADF-ADC8-D12E3DB0E0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D8D2A642-1938-4485-2667-BF00BEF679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EBE24B26-3D4F-69CF-C60D-EA752098B3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E779A77D-E290-B63C-7327-FA63C386D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D7FA56C2-E793-44F3-0FC8-50C69714C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5F55C34F-56EA-345D-2B20-AE704FD5F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E7961173-6DBF-42B2-1E05-C47CB882DBE7}"/>
                </a:ext>
              </a:extLst>
            </p:cNvPr>
            <p:cNvGrpSpPr/>
            <p:nvPr/>
          </p:nvGrpSpPr>
          <p:grpSpPr>
            <a:xfrm>
              <a:off x="10969543" y="3228276"/>
              <a:ext cx="349166" cy="344071"/>
              <a:chOff x="1559719" y="2843791"/>
              <a:chExt cx="502445" cy="512127"/>
            </a:xfrm>
          </p:grpSpPr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5EF88792-FDEA-3A79-0BA6-865DF8CE3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97DDC08D-78B1-32FC-8205-DE9C0B70D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A9814267-4D75-1E1B-A439-FDE83D07B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AD7E28CF-F036-E28F-0D3F-8836497EEA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59F530F9-A017-1462-82B2-1CD9B8A53A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2EF8B6C2-1B37-B78A-D94E-FCE804604E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A12B7DB7-AF66-3FFD-C656-C9966B09B7E2}"/>
                </a:ext>
              </a:extLst>
            </p:cNvPr>
            <p:cNvGrpSpPr/>
            <p:nvPr/>
          </p:nvGrpSpPr>
          <p:grpSpPr>
            <a:xfrm>
              <a:off x="10228591" y="5143369"/>
              <a:ext cx="349166" cy="344071"/>
              <a:chOff x="1559719" y="2843791"/>
              <a:chExt cx="502445" cy="512127"/>
            </a:xfrm>
          </p:grpSpPr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407D6DDE-5E9C-67F3-40F8-FEF81E87EB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8338076B-C4C8-C68D-9BE6-BDC4FDC10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3FAD373F-E6E2-9D8F-661F-796CAA3E9D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C2EE2A04-B8D6-15BE-0DCC-B8E90ECC3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B7EE2357-3EC7-B2A6-8F44-2D847358F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FE316DA3-02D3-B348-7AD0-15A07C933F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877C7117-47B1-A895-EC6E-5EA22860056D}"/>
                </a:ext>
              </a:extLst>
            </p:cNvPr>
            <p:cNvGrpSpPr/>
            <p:nvPr/>
          </p:nvGrpSpPr>
          <p:grpSpPr>
            <a:xfrm>
              <a:off x="11070385" y="5135815"/>
              <a:ext cx="349166" cy="344071"/>
              <a:chOff x="1559719" y="2843791"/>
              <a:chExt cx="502445" cy="512127"/>
            </a:xfrm>
          </p:grpSpPr>
          <p:cxnSp>
            <p:nvCxnSpPr>
              <p:cNvPr id="90" name="Gerader Verbinder 89">
                <a:extLst>
                  <a:ext uri="{FF2B5EF4-FFF2-40B4-BE49-F238E27FC236}">
                    <a16:creationId xmlns:a16="http://schemas.microsoft.com/office/drawing/2014/main" id="{FBAEDB58-74C1-9B57-F8C2-63E17173F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Gerader Verbinder 90">
                <a:extLst>
                  <a:ext uri="{FF2B5EF4-FFF2-40B4-BE49-F238E27FC236}">
                    <a16:creationId xmlns:a16="http://schemas.microsoft.com/office/drawing/2014/main" id="{84EFFAFC-217C-9404-36E3-2DD0FFA50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Gerader Verbinder 91">
                <a:extLst>
                  <a:ext uri="{FF2B5EF4-FFF2-40B4-BE49-F238E27FC236}">
                    <a16:creationId xmlns:a16="http://schemas.microsoft.com/office/drawing/2014/main" id="{907412F5-C2B3-4D72-CB9F-24675CE760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CE5E48EF-68E3-5B27-A8EB-EC5B36124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2C06DAFF-7B9B-E346-2E63-86C3480F5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410AAACE-368A-37F8-C5B7-3ED8A48531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7" name="Grafik 186">
            <a:extLst>
              <a:ext uri="{FF2B5EF4-FFF2-40B4-BE49-F238E27FC236}">
                <a16:creationId xmlns:a16="http://schemas.microsoft.com/office/drawing/2014/main" id="{7BEC30C1-30BB-8541-C3EB-503843B8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609" y="4663776"/>
            <a:ext cx="6227854" cy="1879997"/>
          </a:xfrm>
          <a:prstGeom prst="rect">
            <a:avLst/>
          </a:prstGeom>
        </p:spPr>
      </p:pic>
      <p:pic>
        <p:nvPicPr>
          <p:cNvPr id="188" name="Grafik 187">
            <a:extLst>
              <a:ext uri="{FF2B5EF4-FFF2-40B4-BE49-F238E27FC236}">
                <a16:creationId xmlns:a16="http://schemas.microsoft.com/office/drawing/2014/main" id="{50D882B6-719E-B08E-8475-4E3F7BBC5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8" y="3764613"/>
            <a:ext cx="3781499" cy="209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78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5922-EC40-5FFF-5615-9B7C6CBF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404895-32FB-79B9-8D8F-910C4DD5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Experimental Prototype – Build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A9ECFB-DBC5-914F-CF83-3DB0E30D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9B98D00-AB1D-334B-B476-1C9DF22737FA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46265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45 x 29 x 9.5 mm</a:t>
            </a:r>
            <a:endParaRPr lang="en-US" sz="2000" dirty="0"/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pic>
        <p:nvPicPr>
          <p:cNvPr id="88" name="Grafik 87">
            <a:extLst>
              <a:ext uri="{FF2B5EF4-FFF2-40B4-BE49-F238E27FC236}">
                <a16:creationId xmlns:a16="http://schemas.microsoft.com/office/drawing/2014/main" id="{640CC2B3-0E1C-A7D9-F57A-9FA9C3682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28" y="1708978"/>
            <a:ext cx="5370478" cy="2532463"/>
          </a:xfrm>
          <a:prstGeom prst="rect">
            <a:avLst/>
          </a:prstGeom>
        </p:spPr>
      </p:pic>
      <p:pic>
        <p:nvPicPr>
          <p:cNvPr id="186" name="Grafik 185">
            <a:extLst>
              <a:ext uri="{FF2B5EF4-FFF2-40B4-BE49-F238E27FC236}">
                <a16:creationId xmlns:a16="http://schemas.microsoft.com/office/drawing/2014/main" id="{F04B75E9-2E39-D202-96F4-E5C4CEC89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23" y="751481"/>
            <a:ext cx="5568220" cy="3489960"/>
          </a:xfrm>
          <a:prstGeom prst="rect">
            <a:avLst/>
          </a:prstGeom>
        </p:spPr>
      </p:pic>
      <p:pic>
        <p:nvPicPr>
          <p:cNvPr id="188" name="Grafik 187">
            <a:extLst>
              <a:ext uri="{FF2B5EF4-FFF2-40B4-BE49-F238E27FC236}">
                <a16:creationId xmlns:a16="http://schemas.microsoft.com/office/drawing/2014/main" id="{8BCC800D-D969-F7B7-31F8-AA23E68DE4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030"/>
          <a:stretch>
            <a:fillRect/>
          </a:stretch>
        </p:blipFill>
        <p:spPr>
          <a:xfrm>
            <a:off x="4709615" y="4357544"/>
            <a:ext cx="3428280" cy="1930507"/>
          </a:xfrm>
          <a:prstGeom prst="rect">
            <a:avLst/>
          </a:prstGeom>
        </p:spPr>
      </p:pic>
      <p:pic>
        <p:nvPicPr>
          <p:cNvPr id="189" name="Grafik 188">
            <a:extLst>
              <a:ext uri="{FF2B5EF4-FFF2-40B4-BE49-F238E27FC236}">
                <a16:creationId xmlns:a16="http://schemas.microsoft.com/office/drawing/2014/main" id="{4231379E-0F0C-BBC9-7F80-3CB55576E5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910"/>
          <a:stretch>
            <a:fillRect/>
          </a:stretch>
        </p:blipFill>
        <p:spPr>
          <a:xfrm>
            <a:off x="8423663" y="4361547"/>
            <a:ext cx="3428280" cy="187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1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1D8D-697A-4911-E0DE-602A9EDA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rafik 83">
            <a:extLst>
              <a:ext uri="{FF2B5EF4-FFF2-40B4-BE49-F238E27FC236}">
                <a16:creationId xmlns:a16="http://schemas.microsoft.com/office/drawing/2014/main" id="{F484E133-0E4D-89C4-9527-82C123660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964770"/>
            <a:ext cx="4495800" cy="565394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FCEA69A-ABC9-14FC-63A9-F53FEBA7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Experimental Prototype - Measurements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6A5815-7C41-C898-CFB6-10E94464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62CB538-BF12-CAD4-D859-7D546E888D22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5537674" cy="22567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Power density: 80 kW/L (1300 W/in³)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Boxed volume: 12.4 cm³</a:t>
            </a:r>
          </a:p>
          <a:p>
            <a:pPr marL="283500" indent="-342900"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Input ripple: &lt;250 mV</a:t>
            </a:r>
            <a:br>
              <a:rPr lang="en-US" sz="2400" dirty="0"/>
            </a:br>
            <a:r>
              <a:rPr lang="en-US" sz="2400" dirty="0"/>
              <a:t>Output ripple: &lt;150 mV</a:t>
            </a:r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28509592-2949-EEEA-EB00-F74F2E311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54" y="3791744"/>
            <a:ext cx="4312946" cy="295412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B386ED0-F5F0-4E03-6728-589EE2820A7D}"/>
              </a:ext>
            </a:extLst>
          </p:cNvPr>
          <p:cNvSpPr txBox="1"/>
          <p:nvPr/>
        </p:nvSpPr>
        <p:spPr>
          <a:xfrm>
            <a:off x="504986" y="2994660"/>
            <a:ext cx="3297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3500" indent="-34290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Maximum efficiency: 96.3% at 550 W.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6BCE05D-674C-268F-B43C-618190A3944C}"/>
              </a:ext>
            </a:extLst>
          </p:cNvPr>
          <p:cNvSpPr txBox="1"/>
          <p:nvPr/>
        </p:nvSpPr>
        <p:spPr>
          <a:xfrm>
            <a:off x="504986" y="3954780"/>
            <a:ext cx="271065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Soft-switching at all loads with variable frequency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231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2878-C9B5-40E1-BC89-9FF31ED6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7E337F-516A-0F0D-79BD-F6DE2205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6" y="364210"/>
            <a:ext cx="11557474" cy="60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Conclusion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214287-B05A-1CEB-0DF4-2A8BE755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7B9A691-ADD6-A6E7-CA04-B0B9420595F6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10330654" cy="49999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Transformer model provides intuitive understanding of 2-phase coupled inductors</a:t>
            </a:r>
          </a:p>
          <a:p>
            <a:r>
              <a:rPr lang="en-US" sz="2600" dirty="0"/>
              <a:t>Benefit of coupled inductors: Smaller core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Positive Coupling is beneficial in most cases as it reduces AC flux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Negative coupling when DC-flux matters (high-frequency materials).</a:t>
            </a:r>
            <a:br>
              <a:rPr lang="en-US" sz="2200" dirty="0"/>
            </a:br>
            <a:r>
              <a:rPr lang="en-US" sz="2200" dirty="0"/>
              <a:t>Reduces core size by 50% in this case.</a:t>
            </a:r>
          </a:p>
          <a:p>
            <a:r>
              <a:rPr lang="en-US" sz="2600" dirty="0"/>
              <a:t>Dual air gaps and stepped conductor widths improve current distribution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30% reduction in copper loss</a:t>
            </a:r>
          </a:p>
          <a:p>
            <a:r>
              <a:rPr lang="en-US" sz="2600" dirty="0"/>
              <a:t>Experimental prototype: 80 kW/L (1300 W/in³) at 1 kW output and 96.3% peak efficiency.</a:t>
            </a:r>
          </a:p>
        </p:txBody>
      </p:sp>
    </p:spTree>
    <p:extLst>
      <p:ext uri="{BB962C8B-B14F-4D97-AF65-F5344CB8AC3E}">
        <p14:creationId xmlns:p14="http://schemas.microsoft.com/office/powerpoint/2010/main" val="1708139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77A40F4-CF34-123B-201B-0D94299A14A1}"/>
              </a:ext>
            </a:extLst>
          </p:cNvPr>
          <p:cNvSpPr/>
          <p:nvPr/>
        </p:nvSpPr>
        <p:spPr>
          <a:xfrm>
            <a:off x="391160" y="3165315"/>
            <a:ext cx="2536190" cy="45719"/>
          </a:xfrm>
          <a:prstGeom prst="rect">
            <a:avLst/>
          </a:prstGeom>
          <a:solidFill>
            <a:srgbClr val="018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6A4124-215A-1CDC-F158-6DB6A64706D9}"/>
              </a:ext>
            </a:extLst>
          </p:cNvPr>
          <p:cNvSpPr txBox="1"/>
          <p:nvPr/>
        </p:nvSpPr>
        <p:spPr>
          <a:xfrm>
            <a:off x="391160" y="2642095"/>
            <a:ext cx="284480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sz="2800" b="1" dirty="0">
                <a:solidFill>
                  <a:srgbClr val="B4016D"/>
                </a:solidFill>
              </a:rPr>
              <a:t>CONTACT US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776E92-6E03-7474-9A03-49CC08DE5CE9}"/>
              </a:ext>
            </a:extLst>
          </p:cNvPr>
          <p:cNvSpPr txBox="1"/>
          <p:nvPr/>
        </p:nvSpPr>
        <p:spPr>
          <a:xfrm>
            <a:off x="391160" y="3429000"/>
            <a:ext cx="85305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Adrian Keil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1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Gean Maia de Sousa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2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Vincent Lorentz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3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Thomas Heckel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1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, 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152400">
                    <a:schemeClr val="bg1">
                      <a:alpha val="90000"/>
                    </a:schemeClr>
                  </a:glow>
                </a:effectLst>
              </a:rPr>
              <a:t>Marcelo</a:t>
            </a:r>
            <a:r>
              <a:rPr lang="en-US" altLang="ja-JP" sz="28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 Lobo Heldwein</a:t>
            </a:r>
            <a:r>
              <a:rPr lang="en-US" altLang="ja-JP" sz="2800" baseline="30000" dirty="0">
                <a:solidFill>
                  <a:srgbClr val="2B2F6B"/>
                </a:solidFill>
                <a:effectLst>
                  <a:glow rad="317500">
                    <a:schemeClr val="bg1">
                      <a:alpha val="79000"/>
                    </a:schemeClr>
                  </a:glow>
                </a:effectLst>
              </a:rPr>
              <a:t>2</a:t>
            </a:r>
            <a:endParaRPr lang="en-US" altLang="ja-JP" sz="2800" dirty="0">
              <a:solidFill>
                <a:srgbClr val="2B2F6B"/>
              </a:solidFill>
              <a:effectLst>
                <a:glow rad="317500">
                  <a:schemeClr val="bg1">
                    <a:alpha val="79000"/>
                  </a:schemeClr>
                </a:glow>
              </a:effectLst>
            </a:endParaRPr>
          </a:p>
          <a:p>
            <a:endParaRPr kumimoji="1" lang="ja-JP" altLang="en-US" sz="2800" dirty="0">
              <a:solidFill>
                <a:srgbClr val="2B2F6B"/>
              </a:solidFill>
              <a:effectLst>
                <a:glow rad="317500">
                  <a:schemeClr val="bg1">
                    <a:alpha val="79000"/>
                  </a:schemeClr>
                </a:glow>
              </a:effectLst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CACBD1-53E5-5540-6B0A-635BB6B0A0FF}"/>
              </a:ext>
            </a:extLst>
          </p:cNvPr>
          <p:cNvSpPr txBox="1"/>
          <p:nvPr/>
        </p:nvSpPr>
        <p:spPr>
          <a:xfrm>
            <a:off x="1489520" y="243668"/>
            <a:ext cx="3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May 31 - June 4, 2026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B1840B6-F196-C7BF-6F90-3785E9A6A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4710" y="4399279"/>
            <a:ext cx="2294890" cy="2294890"/>
          </a:xfrm>
          <a:prstGeom prst="rect">
            <a:avLst/>
          </a:prstGeom>
        </p:spPr>
      </p:pic>
      <p:sp>
        <p:nvSpPr>
          <p:cNvPr id="8" name="テキスト ボックス 5">
            <a:extLst>
              <a:ext uri="{FF2B5EF4-FFF2-40B4-BE49-F238E27FC236}">
                <a16:creationId xmlns:a16="http://schemas.microsoft.com/office/drawing/2014/main" id="{54AF5FFE-01DB-51D3-B9EA-60BEB19DA587}"/>
              </a:ext>
            </a:extLst>
          </p:cNvPr>
          <p:cNvSpPr txBox="1"/>
          <p:nvPr/>
        </p:nvSpPr>
        <p:spPr>
          <a:xfrm>
            <a:off x="391160" y="4502872"/>
            <a:ext cx="1104565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1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Fraunhofer Institute for Integrated Systems and Device Technology IISB,</a:t>
            </a:r>
            <a:b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</a:br>
            <a:r>
              <a:rPr lang="en-US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2 </a:t>
            </a:r>
            <a:r>
              <a:rPr lang="en-US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High-Power Converter Systems, Technical University of Munich</a:t>
            </a:r>
            <a:endParaRPr lang="en-US" altLang="ja-JP" dirty="0">
              <a:solidFill>
                <a:srgbClr val="2B2F6B"/>
              </a:solidFill>
              <a:effectLst>
                <a:glow rad="152400">
                  <a:srgbClr val="F7F2F6">
                    <a:alpha val="90000"/>
                  </a:srgbClr>
                </a:glow>
              </a:effectLst>
            </a:endParaRPr>
          </a:p>
          <a:p>
            <a:r>
              <a:rPr lang="en-US" altLang="ja-JP" baseline="30000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3 </a:t>
            </a:r>
            <a:r>
              <a:rPr lang="en-US" altLang="ja-JP" dirty="0">
                <a:solidFill>
                  <a:srgbClr val="2B2F6B"/>
                </a:solidFill>
                <a:effectLst>
                  <a:glow rad="152400">
                    <a:srgbClr val="F7F2F6">
                      <a:alpha val="90000"/>
                    </a:srgbClr>
                  </a:glow>
                </a:effectLst>
              </a:rPr>
              <a:t>Chair of Electronics for Electrical Energy Storage, University of Bayreuth</a:t>
            </a:r>
          </a:p>
        </p:txBody>
      </p:sp>
    </p:spTree>
    <p:extLst>
      <p:ext uri="{BB962C8B-B14F-4D97-AF65-F5344CB8AC3E}">
        <p14:creationId xmlns:p14="http://schemas.microsoft.com/office/powerpoint/2010/main" val="2186840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1D428-2C9C-6E61-B947-29BD17F9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2BB60-C32D-493A-56D6-FC5749E3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Presentation Guidelines: Format</a:t>
            </a:r>
            <a:endParaRPr kumimoji="1" lang="ja-JP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9A5911-A5DF-2FF5-F23A-05E1EE319EC0}"/>
              </a:ext>
            </a:extLst>
          </p:cNvPr>
          <p:cNvSpPr txBox="1">
            <a:spLocks/>
          </p:cNvSpPr>
          <p:nvPr/>
        </p:nvSpPr>
        <p:spPr>
          <a:xfrm>
            <a:off x="504986" y="1180260"/>
            <a:ext cx="10972800" cy="524256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Total duration of presentation is 20 minutes, 15 minutes for presentation and 5 minutes for Q&amp;A.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>
                <a:highlight>
                  <a:srgbClr val="FFFF00"/>
                </a:highlight>
              </a:rPr>
              <a:t>Limit your presentation to 15 slides and 20MB.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The presentation must not have ‘Confidential’ or ‘Proprietary’ tags.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>
                <a:highlight>
                  <a:srgbClr val="FFFF00"/>
                </a:highlight>
              </a:rPr>
              <a:t>File format must be Microsoft pptx or Adobe pdf for presentation and pdf only for downloadable proceedings.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>
                <a:highlight>
                  <a:srgbClr val="FFFF00"/>
                </a:highlight>
              </a:rPr>
              <a:t>Authors must submit an Adobe version of their presentation file which is verified for conversion accuracy (pptx </a:t>
            </a:r>
            <a:r>
              <a:rPr lang="en-US" sz="2000" dirty="0">
                <a:highlight>
                  <a:srgbClr val="FFFF00"/>
                </a:highlight>
                <a:sym typeface="Wingdings" panose="05000000000000000000" pitchFamily="2" charset="2"/>
              </a:rPr>
              <a:t> pdf)</a:t>
            </a:r>
            <a:r>
              <a:rPr lang="en-US" sz="2000" dirty="0">
                <a:highlight>
                  <a:srgbClr val="FFFF00"/>
                </a:highlight>
              </a:rPr>
              <a:t>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Slide size must be Widescreen(16:9) and follow this pptx template.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The footer on the: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title slide must include Presentation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Number.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other slides must only include the slide number.  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34413B-D26C-8F74-7970-8839BF5E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4407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354F1D-5ECA-A234-1020-2ABCDAB9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Presentation Guidelines: Font Sizes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199A-7967-7B38-3964-773353E70919}"/>
              </a:ext>
            </a:extLst>
          </p:cNvPr>
          <p:cNvSpPr txBox="1">
            <a:spLocks/>
          </p:cNvSpPr>
          <p:nvPr/>
        </p:nvSpPr>
        <p:spPr>
          <a:xfrm>
            <a:off x="504986" y="1150241"/>
            <a:ext cx="10972800" cy="515895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Recommended minimum Arial font sizes</a:t>
            </a:r>
            <a:endParaRPr lang="en-US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Titles: 32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Sub-Titles: 28</a:t>
            </a:r>
          </a:p>
          <a:p>
            <a:r>
              <a:rPr lang="en-US" sz="2400" dirty="0"/>
              <a:t>Major Bullets: 24</a:t>
            </a:r>
          </a:p>
          <a:p>
            <a:pPr lvl="1"/>
            <a:r>
              <a:rPr lang="en-US" sz="2000" dirty="0"/>
              <a:t>Indented Bullets: 20</a:t>
            </a:r>
          </a:p>
          <a:p>
            <a:pPr marL="76198" indent="0">
              <a:buFont typeface="Arial" panose="020B0604020202020204" pitchFamily="34" charset="0"/>
              <a:buNone/>
            </a:pPr>
            <a:r>
              <a:rPr lang="en-US" sz="1800" dirty="0"/>
              <a:t>Text on graphs, figures,…: 18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C5A85F-B7C7-72D9-E53A-01B0A323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5602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C862-5E3D-2907-78D0-735FCA5E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7BB701-8AE7-79B4-9173-BBA75FBA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Inductor Design – Potential Geometries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C48C96-9197-86E7-E41B-FDF25301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A9C9-B8E3-4631-BB24-23AC53088C8C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DA649A-71FC-108E-0439-E44FC1A8A8C6}"/>
              </a:ext>
            </a:extLst>
          </p:cNvPr>
          <p:cNvSpPr txBox="1">
            <a:spLocks/>
          </p:cNvSpPr>
          <p:nvPr/>
        </p:nvSpPr>
        <p:spPr>
          <a:xfrm>
            <a:off x="504986" y="1111288"/>
            <a:ext cx="3428280" cy="49466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Investigation of 4 different designs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(a) and (b): Coupled</a:t>
            </a:r>
          </a:p>
          <a:p>
            <a:pPr lvl="1">
              <a:spcBef>
                <a:spcPts val="0"/>
              </a:spcBef>
              <a:spcAft>
                <a:spcPts val="1600"/>
              </a:spcAft>
            </a:pPr>
            <a:r>
              <a:rPr lang="en-US" sz="2000" dirty="0"/>
              <a:t>(c) and (d): Uncoupled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Merged into 2d Design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sz="2400" dirty="0"/>
              <a:t>In reality: Always round limbs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1600"/>
              </a:spcAft>
            </a:pPr>
            <a:endParaRPr lang="en-US" sz="2000" dirty="0"/>
          </a:p>
        </p:txBody>
      </p: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75B5C502-C32A-DE2A-BE28-BE8C04CA55E4}"/>
              </a:ext>
            </a:extLst>
          </p:cNvPr>
          <p:cNvGrpSpPr/>
          <p:nvPr/>
        </p:nvGrpSpPr>
        <p:grpSpPr>
          <a:xfrm>
            <a:off x="4517452" y="2370639"/>
            <a:ext cx="7269555" cy="3772082"/>
            <a:chOff x="4448872" y="2859099"/>
            <a:chExt cx="7269555" cy="3772082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E1C06960-989A-F669-F667-D09A875A8BCE}"/>
                </a:ext>
              </a:extLst>
            </p:cNvPr>
            <p:cNvSpPr/>
            <p:nvPr/>
          </p:nvSpPr>
          <p:spPr>
            <a:xfrm rot="10800000">
              <a:off x="4448873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D002434-511A-518D-778B-8400E245B9C7}"/>
                </a:ext>
              </a:extLst>
            </p:cNvPr>
            <p:cNvSpPr/>
            <p:nvPr/>
          </p:nvSpPr>
          <p:spPr>
            <a:xfrm rot="10800000">
              <a:off x="512597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Rechteck 3">
              <a:extLst>
                <a:ext uri="{FF2B5EF4-FFF2-40B4-BE49-F238E27FC236}">
                  <a16:creationId xmlns:a16="http://schemas.microsoft.com/office/drawing/2014/main" id="{E6C2A2AD-A4FB-45FB-323E-B61A8FA95DCA}"/>
                </a:ext>
              </a:extLst>
            </p:cNvPr>
            <p:cNvSpPr/>
            <p:nvPr/>
          </p:nvSpPr>
          <p:spPr>
            <a:xfrm rot="5400000">
              <a:off x="4751069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Rechteck 3">
              <a:extLst>
                <a:ext uri="{FF2B5EF4-FFF2-40B4-BE49-F238E27FC236}">
                  <a16:creationId xmlns:a16="http://schemas.microsoft.com/office/drawing/2014/main" id="{CE672BC0-9098-58D4-5A62-106E9FDE15EA}"/>
                </a:ext>
              </a:extLst>
            </p:cNvPr>
            <p:cNvSpPr/>
            <p:nvPr/>
          </p:nvSpPr>
          <p:spPr>
            <a:xfrm rot="5400000">
              <a:off x="5966692" y="1341282"/>
              <a:ext cx="258615" cy="32942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9" name="Rechteck 3">
              <a:extLst>
                <a:ext uri="{FF2B5EF4-FFF2-40B4-BE49-F238E27FC236}">
                  <a16:creationId xmlns:a16="http://schemas.microsoft.com/office/drawing/2014/main" id="{DAC78AFE-C528-CB67-F660-468B7D06049A}"/>
                </a:ext>
              </a:extLst>
            </p:cNvPr>
            <p:cNvSpPr/>
            <p:nvPr/>
          </p:nvSpPr>
          <p:spPr>
            <a:xfrm rot="10800000" flipH="1">
              <a:off x="596269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hteck 6">
              <a:extLst>
                <a:ext uri="{FF2B5EF4-FFF2-40B4-BE49-F238E27FC236}">
                  <a16:creationId xmlns:a16="http://schemas.microsoft.com/office/drawing/2014/main" id="{11FD9DF3-77A4-09FC-7C62-6C4DEE05C69F}"/>
                </a:ext>
              </a:extLst>
            </p:cNvPr>
            <p:cNvSpPr/>
            <p:nvPr/>
          </p:nvSpPr>
          <p:spPr>
            <a:xfrm rot="10800000" flipH="1">
              <a:off x="5311555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hteck 3">
              <a:extLst>
                <a:ext uri="{FF2B5EF4-FFF2-40B4-BE49-F238E27FC236}">
                  <a16:creationId xmlns:a16="http://schemas.microsoft.com/office/drawing/2014/main" id="{4A41F2B9-A44E-17BF-328F-3B764A139CED}"/>
                </a:ext>
              </a:extLst>
            </p:cNvPr>
            <p:cNvSpPr/>
            <p:nvPr/>
          </p:nvSpPr>
          <p:spPr>
            <a:xfrm rot="16200000" flipH="1">
              <a:off x="5613750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" name="Rechteck 3">
              <a:extLst>
                <a:ext uri="{FF2B5EF4-FFF2-40B4-BE49-F238E27FC236}">
                  <a16:creationId xmlns:a16="http://schemas.microsoft.com/office/drawing/2014/main" id="{BB3E8D29-D495-4D35-08DA-286D0AC08DBE}"/>
                </a:ext>
              </a:extLst>
            </p:cNvPr>
            <p:cNvSpPr/>
            <p:nvPr/>
          </p:nvSpPr>
          <p:spPr>
            <a:xfrm rot="10800000">
              <a:off x="6017437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3" name="Rechteck 6">
              <a:extLst>
                <a:ext uri="{FF2B5EF4-FFF2-40B4-BE49-F238E27FC236}">
                  <a16:creationId xmlns:a16="http://schemas.microsoft.com/office/drawing/2014/main" id="{95014F8F-5C5F-6CA5-D366-6F3C574D1D9D}"/>
                </a:ext>
              </a:extLst>
            </p:cNvPr>
            <p:cNvSpPr/>
            <p:nvPr/>
          </p:nvSpPr>
          <p:spPr>
            <a:xfrm rot="10800000">
              <a:off x="6694930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" name="Rechteck 3">
              <a:extLst>
                <a:ext uri="{FF2B5EF4-FFF2-40B4-BE49-F238E27FC236}">
                  <a16:creationId xmlns:a16="http://schemas.microsoft.com/office/drawing/2014/main" id="{2D75787B-7186-C1F7-06B8-2294579ED273}"/>
                </a:ext>
              </a:extLst>
            </p:cNvPr>
            <p:cNvSpPr/>
            <p:nvPr/>
          </p:nvSpPr>
          <p:spPr>
            <a:xfrm rot="5400000">
              <a:off x="631963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5" name="Rechteck 3">
              <a:extLst>
                <a:ext uri="{FF2B5EF4-FFF2-40B4-BE49-F238E27FC236}">
                  <a16:creationId xmlns:a16="http://schemas.microsoft.com/office/drawing/2014/main" id="{F9263520-E39C-7ADB-7267-1EC79CDDEE09}"/>
                </a:ext>
              </a:extLst>
            </p:cNvPr>
            <p:cNvSpPr/>
            <p:nvPr/>
          </p:nvSpPr>
          <p:spPr>
            <a:xfrm rot="10800000" flipH="1">
              <a:off x="7531262" y="3183389"/>
              <a:ext cx="211863" cy="49110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7" name="Rechteck 6">
              <a:extLst>
                <a:ext uri="{FF2B5EF4-FFF2-40B4-BE49-F238E27FC236}">
                  <a16:creationId xmlns:a16="http://schemas.microsoft.com/office/drawing/2014/main" id="{92A52B4A-0905-AF1A-DEDD-3DFD5FA0DC04}"/>
                </a:ext>
              </a:extLst>
            </p:cNvPr>
            <p:cNvSpPr/>
            <p:nvPr/>
          </p:nvSpPr>
          <p:spPr>
            <a:xfrm rot="10800000" flipH="1">
              <a:off x="6880512" y="3191311"/>
              <a:ext cx="185907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8" name="Rechteck 3">
              <a:extLst>
                <a:ext uri="{FF2B5EF4-FFF2-40B4-BE49-F238E27FC236}">
                  <a16:creationId xmlns:a16="http://schemas.microsoft.com/office/drawing/2014/main" id="{480DE158-1520-7C20-B442-28D00A86D66E}"/>
                </a:ext>
              </a:extLst>
            </p:cNvPr>
            <p:cNvSpPr/>
            <p:nvPr/>
          </p:nvSpPr>
          <p:spPr>
            <a:xfrm rot="16200000" flipH="1">
              <a:off x="7182314" y="3372296"/>
              <a:ext cx="258615" cy="8630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280A1E72-054A-16A1-6666-509A2E90E380}"/>
                </a:ext>
              </a:extLst>
            </p:cNvPr>
            <p:cNvSpPr/>
            <p:nvPr/>
          </p:nvSpPr>
          <p:spPr>
            <a:xfrm rot="10800000">
              <a:off x="8084787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3457F868-8FE4-EB2C-B585-079F68695ABE}"/>
                </a:ext>
              </a:extLst>
            </p:cNvPr>
            <p:cNvSpPr/>
            <p:nvPr/>
          </p:nvSpPr>
          <p:spPr>
            <a:xfrm rot="10800000">
              <a:off x="890582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" name="Rechteck 3">
              <a:extLst>
                <a:ext uri="{FF2B5EF4-FFF2-40B4-BE49-F238E27FC236}">
                  <a16:creationId xmlns:a16="http://schemas.microsoft.com/office/drawing/2014/main" id="{A395FD9A-06E6-7554-A9CA-D3AB3A2F8F56}"/>
                </a:ext>
              </a:extLst>
            </p:cNvPr>
            <p:cNvSpPr/>
            <p:nvPr/>
          </p:nvSpPr>
          <p:spPr>
            <a:xfrm rot="5400000">
              <a:off x="8480955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" name="Rechteck 3">
              <a:extLst>
                <a:ext uri="{FF2B5EF4-FFF2-40B4-BE49-F238E27FC236}">
                  <a16:creationId xmlns:a16="http://schemas.microsoft.com/office/drawing/2014/main" id="{A73ACFF1-670C-92A0-2FF6-5AA5E0A7BB05}"/>
                </a:ext>
              </a:extLst>
            </p:cNvPr>
            <p:cNvSpPr/>
            <p:nvPr/>
          </p:nvSpPr>
          <p:spPr>
            <a:xfrm rot="5400000">
              <a:off x="9772051" y="1175013"/>
              <a:ext cx="259111" cy="36336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" name="Rechteck 6">
              <a:extLst>
                <a:ext uri="{FF2B5EF4-FFF2-40B4-BE49-F238E27FC236}">
                  <a16:creationId xmlns:a16="http://schemas.microsoft.com/office/drawing/2014/main" id="{CF91903E-FAC2-B1D2-FA00-C428EAB0D299}"/>
                </a:ext>
              </a:extLst>
            </p:cNvPr>
            <p:cNvSpPr/>
            <p:nvPr/>
          </p:nvSpPr>
          <p:spPr>
            <a:xfrm rot="10800000" flipH="1">
              <a:off x="913193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5" name="Rechteck 3">
              <a:extLst>
                <a:ext uri="{FF2B5EF4-FFF2-40B4-BE49-F238E27FC236}">
                  <a16:creationId xmlns:a16="http://schemas.microsoft.com/office/drawing/2014/main" id="{1930AF88-FC84-3CFD-EB2C-40F95E53DD5F}"/>
                </a:ext>
              </a:extLst>
            </p:cNvPr>
            <p:cNvSpPr/>
            <p:nvPr/>
          </p:nvSpPr>
          <p:spPr>
            <a:xfrm rot="16200000" flipH="1">
              <a:off x="953200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" name="Rechteck 6">
              <a:extLst>
                <a:ext uri="{FF2B5EF4-FFF2-40B4-BE49-F238E27FC236}">
                  <a16:creationId xmlns:a16="http://schemas.microsoft.com/office/drawing/2014/main" id="{CE55C1CA-113F-A9CB-A9C7-DAACC3DD40F4}"/>
                </a:ext>
              </a:extLst>
            </p:cNvPr>
            <p:cNvSpPr/>
            <p:nvPr/>
          </p:nvSpPr>
          <p:spPr>
            <a:xfrm rot="10800000">
              <a:off x="10436965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Rechteck 3">
              <a:extLst>
                <a:ext uri="{FF2B5EF4-FFF2-40B4-BE49-F238E27FC236}">
                  <a16:creationId xmlns:a16="http://schemas.microsoft.com/office/drawing/2014/main" id="{A7D8FFCB-B676-9C5D-DE38-CECE0A1CC922}"/>
                </a:ext>
              </a:extLst>
            </p:cNvPr>
            <p:cNvSpPr/>
            <p:nvPr/>
          </p:nvSpPr>
          <p:spPr>
            <a:xfrm rot="5400000">
              <a:off x="10012096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Rechteck 3">
              <a:extLst>
                <a:ext uri="{FF2B5EF4-FFF2-40B4-BE49-F238E27FC236}">
                  <a16:creationId xmlns:a16="http://schemas.microsoft.com/office/drawing/2014/main" id="{3C28CD49-801D-3C97-29FB-F91F3E5C4112}"/>
                </a:ext>
              </a:extLst>
            </p:cNvPr>
            <p:cNvSpPr/>
            <p:nvPr/>
          </p:nvSpPr>
          <p:spPr>
            <a:xfrm rot="10800000" flipH="1">
              <a:off x="11460302" y="3187189"/>
              <a:ext cx="258125" cy="4920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Rechteck 6">
              <a:extLst>
                <a:ext uri="{FF2B5EF4-FFF2-40B4-BE49-F238E27FC236}">
                  <a16:creationId xmlns:a16="http://schemas.microsoft.com/office/drawing/2014/main" id="{798AD080-D6C1-B98D-A252-C07EA446E838}"/>
                </a:ext>
              </a:extLst>
            </p:cNvPr>
            <p:cNvSpPr/>
            <p:nvPr/>
          </p:nvSpPr>
          <p:spPr>
            <a:xfrm rot="10800000" flipH="1">
              <a:off x="10663070" y="3197247"/>
              <a:ext cx="226501" cy="41999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3" name="Rechteck 3">
              <a:extLst>
                <a:ext uri="{FF2B5EF4-FFF2-40B4-BE49-F238E27FC236}">
                  <a16:creationId xmlns:a16="http://schemas.microsoft.com/office/drawing/2014/main" id="{34AA872D-A05E-999D-5C5F-AF5E4CD3D695}"/>
                </a:ext>
              </a:extLst>
            </p:cNvPr>
            <p:cNvSpPr/>
            <p:nvPr/>
          </p:nvSpPr>
          <p:spPr>
            <a:xfrm rot="16200000" flipH="1">
              <a:off x="11063147" y="3283068"/>
              <a:ext cx="259111" cy="10514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AD59032E-E6E5-305C-A727-3B7A32E87E25}"/>
                </a:ext>
              </a:extLst>
            </p:cNvPr>
            <p:cNvSpPr/>
            <p:nvPr/>
          </p:nvSpPr>
          <p:spPr>
            <a:xfrm rot="10800000">
              <a:off x="808201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5" name="Rechteck 3">
              <a:extLst>
                <a:ext uri="{FF2B5EF4-FFF2-40B4-BE49-F238E27FC236}">
                  <a16:creationId xmlns:a16="http://schemas.microsoft.com/office/drawing/2014/main" id="{05A7EE6C-9E35-48CB-5277-C6D344842C0A}"/>
                </a:ext>
              </a:extLst>
            </p:cNvPr>
            <p:cNvSpPr/>
            <p:nvPr/>
          </p:nvSpPr>
          <p:spPr>
            <a:xfrm rot="5400000">
              <a:off x="8142166" y="549479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7" name="Rechteck 3">
              <a:extLst>
                <a:ext uri="{FF2B5EF4-FFF2-40B4-BE49-F238E27FC236}">
                  <a16:creationId xmlns:a16="http://schemas.microsoft.com/office/drawing/2014/main" id="{5E7948D7-C0D5-66B0-EC05-773E305C8D35}"/>
                </a:ext>
              </a:extLst>
            </p:cNvPr>
            <p:cNvSpPr/>
            <p:nvPr/>
          </p:nvSpPr>
          <p:spPr>
            <a:xfrm rot="10800000" flipH="1">
              <a:off x="9626343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Rechteck 3">
              <a:extLst>
                <a:ext uri="{FF2B5EF4-FFF2-40B4-BE49-F238E27FC236}">
                  <a16:creationId xmlns:a16="http://schemas.microsoft.com/office/drawing/2014/main" id="{1A31DB66-2484-9752-DBE4-E94740DF9BC1}"/>
                </a:ext>
              </a:extLst>
            </p:cNvPr>
            <p:cNvSpPr/>
            <p:nvPr/>
          </p:nvSpPr>
          <p:spPr>
            <a:xfrm rot="16200000" flipH="1">
              <a:off x="9489029" y="549479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Rechteck 3">
              <a:extLst>
                <a:ext uri="{FF2B5EF4-FFF2-40B4-BE49-F238E27FC236}">
                  <a16:creationId xmlns:a16="http://schemas.microsoft.com/office/drawing/2014/main" id="{BDA480F8-4BE0-6A21-8FAC-30EBC03F28FF}"/>
                </a:ext>
              </a:extLst>
            </p:cNvPr>
            <p:cNvSpPr/>
            <p:nvPr/>
          </p:nvSpPr>
          <p:spPr>
            <a:xfrm rot="10800000">
              <a:off x="9947686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500A666A-E1F6-8538-129F-EB0088E9E4AA}"/>
                </a:ext>
              </a:extLst>
            </p:cNvPr>
            <p:cNvSpPr/>
            <p:nvPr/>
          </p:nvSpPr>
          <p:spPr>
            <a:xfrm rot="10800000" flipH="1">
              <a:off x="11492017" y="4997989"/>
              <a:ext cx="216133" cy="5569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818D323-07BE-8210-476E-DB23F8B4246D}"/>
                </a:ext>
              </a:extLst>
            </p:cNvPr>
            <p:cNvSpPr/>
            <p:nvPr/>
          </p:nvSpPr>
          <p:spPr>
            <a:xfrm rot="10800000">
              <a:off x="4448872" y="5003340"/>
              <a:ext cx="197286" cy="6024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3" name="Rechteck 3">
              <a:extLst>
                <a:ext uri="{FF2B5EF4-FFF2-40B4-BE49-F238E27FC236}">
                  <a16:creationId xmlns:a16="http://schemas.microsoft.com/office/drawing/2014/main" id="{CAFFBEE1-6F2F-4F9F-9C47-034BA2850C04}"/>
                </a:ext>
              </a:extLst>
            </p:cNvPr>
            <p:cNvSpPr/>
            <p:nvPr/>
          </p:nvSpPr>
          <p:spPr>
            <a:xfrm rot="5400000">
              <a:off x="5121961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4" name="Rechteck 3">
              <a:extLst>
                <a:ext uri="{FF2B5EF4-FFF2-40B4-BE49-F238E27FC236}">
                  <a16:creationId xmlns:a16="http://schemas.microsoft.com/office/drawing/2014/main" id="{D13968A6-4686-B6BA-108F-CA82116C569D}"/>
                </a:ext>
              </a:extLst>
            </p:cNvPr>
            <p:cNvSpPr/>
            <p:nvPr/>
          </p:nvSpPr>
          <p:spPr>
            <a:xfrm rot="5400000">
              <a:off x="5123041" y="4111409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45" name="Rechteck 3">
              <a:extLst>
                <a:ext uri="{FF2B5EF4-FFF2-40B4-BE49-F238E27FC236}">
                  <a16:creationId xmlns:a16="http://schemas.microsoft.com/office/drawing/2014/main" id="{A8E41648-9AD5-F96A-33BD-C0F46B0A5496}"/>
                </a:ext>
              </a:extLst>
            </p:cNvPr>
            <p:cNvSpPr/>
            <p:nvPr/>
          </p:nvSpPr>
          <p:spPr>
            <a:xfrm rot="10800000" flipH="1">
              <a:off x="5858539" y="5003340"/>
              <a:ext cx="197286" cy="64083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6" name="Rechteck 3">
              <a:extLst>
                <a:ext uri="{FF2B5EF4-FFF2-40B4-BE49-F238E27FC236}">
                  <a16:creationId xmlns:a16="http://schemas.microsoft.com/office/drawing/2014/main" id="{C48259B5-2A59-CD53-6988-6CBBEB09D266}"/>
                </a:ext>
              </a:extLst>
            </p:cNvPr>
            <p:cNvSpPr/>
            <p:nvPr/>
          </p:nvSpPr>
          <p:spPr>
            <a:xfrm rot="10800000">
              <a:off x="6151862" y="5003340"/>
              <a:ext cx="197286" cy="63229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8" name="Rechteck 3">
              <a:extLst>
                <a:ext uri="{FF2B5EF4-FFF2-40B4-BE49-F238E27FC236}">
                  <a16:creationId xmlns:a16="http://schemas.microsoft.com/office/drawing/2014/main" id="{D723EB9C-D9C0-2E40-D00A-EEFB627B6733}"/>
                </a:ext>
              </a:extLst>
            </p:cNvPr>
            <p:cNvSpPr/>
            <p:nvPr/>
          </p:nvSpPr>
          <p:spPr>
            <a:xfrm rot="10800000" flipH="1">
              <a:off x="7561529" y="5003340"/>
              <a:ext cx="197286" cy="70987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A73E9425-0B66-822F-EF49-5A7E55F41681}"/>
                </a:ext>
              </a:extLst>
            </p:cNvPr>
            <p:cNvSpPr/>
            <p:nvPr/>
          </p:nvSpPr>
          <p:spPr>
            <a:xfrm rot="10800000">
              <a:off x="8786318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8FBB8769-D197-2FC6-1B82-7B30081AEDF0}"/>
                </a:ext>
              </a:extLst>
            </p:cNvPr>
            <p:cNvSpPr/>
            <p:nvPr/>
          </p:nvSpPr>
          <p:spPr>
            <a:xfrm rot="10800000">
              <a:off x="8959130" y="5079450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" name="Rechteck 3">
              <a:extLst>
                <a:ext uri="{FF2B5EF4-FFF2-40B4-BE49-F238E27FC236}">
                  <a16:creationId xmlns:a16="http://schemas.microsoft.com/office/drawing/2014/main" id="{AD71D11E-EC6E-D19C-73EF-1E27995BA76F}"/>
                </a:ext>
              </a:extLst>
            </p:cNvPr>
            <p:cNvSpPr/>
            <p:nvPr/>
          </p:nvSpPr>
          <p:spPr>
            <a:xfrm rot="5400000">
              <a:off x="8819241" y="5299779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4" name="Rechteck 3">
              <a:extLst>
                <a:ext uri="{FF2B5EF4-FFF2-40B4-BE49-F238E27FC236}">
                  <a16:creationId xmlns:a16="http://schemas.microsoft.com/office/drawing/2014/main" id="{9FCB9061-0BF5-FDC4-01B9-D00D3A58EBC3}"/>
                </a:ext>
              </a:extLst>
            </p:cNvPr>
            <p:cNvSpPr/>
            <p:nvPr/>
          </p:nvSpPr>
          <p:spPr>
            <a:xfrm rot="5400000">
              <a:off x="8142166" y="4726006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5" name="Rechteck 3">
              <a:extLst>
                <a:ext uri="{FF2B5EF4-FFF2-40B4-BE49-F238E27FC236}">
                  <a16:creationId xmlns:a16="http://schemas.microsoft.com/office/drawing/2014/main" id="{69B45E79-D301-F305-F47E-305CF2CA75E7}"/>
                </a:ext>
              </a:extLst>
            </p:cNvPr>
            <p:cNvSpPr/>
            <p:nvPr/>
          </p:nvSpPr>
          <p:spPr>
            <a:xfrm rot="16200000" flipH="1">
              <a:off x="9489029" y="4726005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2" name="Rechteck 3">
              <a:extLst>
                <a:ext uri="{FF2B5EF4-FFF2-40B4-BE49-F238E27FC236}">
                  <a16:creationId xmlns:a16="http://schemas.microsoft.com/office/drawing/2014/main" id="{3F8AEF25-4B03-8C45-FDB3-6F192BA4FF84}"/>
                </a:ext>
              </a:extLst>
            </p:cNvPr>
            <p:cNvSpPr/>
            <p:nvPr/>
          </p:nvSpPr>
          <p:spPr>
            <a:xfrm rot="5400000">
              <a:off x="8819241" y="4530993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Rechteck 3">
              <a:extLst>
                <a:ext uri="{FF2B5EF4-FFF2-40B4-BE49-F238E27FC236}">
                  <a16:creationId xmlns:a16="http://schemas.microsoft.com/office/drawing/2014/main" id="{1E795B10-252F-9A55-7AB7-DDFE532E67C7}"/>
                </a:ext>
              </a:extLst>
            </p:cNvPr>
            <p:cNvSpPr/>
            <p:nvPr/>
          </p:nvSpPr>
          <p:spPr>
            <a:xfrm rot="5400000">
              <a:off x="10007841" y="5494790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4" name="Rechteck 3">
              <a:extLst>
                <a:ext uri="{FF2B5EF4-FFF2-40B4-BE49-F238E27FC236}">
                  <a16:creationId xmlns:a16="http://schemas.microsoft.com/office/drawing/2014/main" id="{A1C523B6-66E9-2E45-D481-C719EDD95EAB}"/>
                </a:ext>
              </a:extLst>
            </p:cNvPr>
            <p:cNvSpPr/>
            <p:nvPr/>
          </p:nvSpPr>
          <p:spPr>
            <a:xfrm rot="16200000" flipH="1">
              <a:off x="11354704" y="5494789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1A1F648E-4B30-D115-A6F2-009697526FD6}"/>
                </a:ext>
              </a:extLst>
            </p:cNvPr>
            <p:cNvSpPr/>
            <p:nvPr/>
          </p:nvSpPr>
          <p:spPr>
            <a:xfrm rot="10800000">
              <a:off x="10651993" y="5079446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8E60E66E-0A4E-5E0B-5531-A1117E97D76C}"/>
                </a:ext>
              </a:extLst>
            </p:cNvPr>
            <p:cNvSpPr/>
            <p:nvPr/>
          </p:nvSpPr>
          <p:spPr>
            <a:xfrm rot="10800000">
              <a:off x="10824805" y="5079448"/>
              <a:ext cx="173116" cy="4754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Rechteck 3">
              <a:extLst>
                <a:ext uri="{FF2B5EF4-FFF2-40B4-BE49-F238E27FC236}">
                  <a16:creationId xmlns:a16="http://schemas.microsoft.com/office/drawing/2014/main" id="{78CDAB0A-662E-DCE3-B48C-00A2BA316A21}"/>
                </a:ext>
              </a:extLst>
            </p:cNvPr>
            <p:cNvSpPr/>
            <p:nvPr/>
          </p:nvSpPr>
          <p:spPr>
            <a:xfrm rot="5400000">
              <a:off x="10684916" y="5299777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9" name="Rechteck 3">
              <a:extLst>
                <a:ext uri="{FF2B5EF4-FFF2-40B4-BE49-F238E27FC236}">
                  <a16:creationId xmlns:a16="http://schemas.microsoft.com/office/drawing/2014/main" id="{5F4E5F93-D3C1-4A25-8EA6-CA4113751989}"/>
                </a:ext>
              </a:extLst>
            </p:cNvPr>
            <p:cNvSpPr/>
            <p:nvPr/>
          </p:nvSpPr>
          <p:spPr>
            <a:xfrm rot="5400000">
              <a:off x="10007841" y="4726003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Rechteck 3">
              <a:extLst>
                <a:ext uri="{FF2B5EF4-FFF2-40B4-BE49-F238E27FC236}">
                  <a16:creationId xmlns:a16="http://schemas.microsoft.com/office/drawing/2014/main" id="{E769C0FF-A621-2AE7-F675-663B6737BE2E}"/>
                </a:ext>
              </a:extLst>
            </p:cNvPr>
            <p:cNvSpPr/>
            <p:nvPr/>
          </p:nvSpPr>
          <p:spPr>
            <a:xfrm rot="16200000" flipH="1">
              <a:off x="11354704" y="4726002"/>
              <a:ext cx="293293" cy="4135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" name="Rechteck 3">
              <a:extLst>
                <a:ext uri="{FF2B5EF4-FFF2-40B4-BE49-F238E27FC236}">
                  <a16:creationId xmlns:a16="http://schemas.microsoft.com/office/drawing/2014/main" id="{DC238D2C-338F-786C-38E9-FECB583EF10B}"/>
                </a:ext>
              </a:extLst>
            </p:cNvPr>
            <p:cNvSpPr/>
            <p:nvPr/>
          </p:nvSpPr>
          <p:spPr>
            <a:xfrm rot="5400000">
              <a:off x="10684916" y="4530990"/>
              <a:ext cx="293293" cy="8036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B3112C13-D770-8AF9-D924-F8A2E6CAAA50}"/>
                </a:ext>
              </a:extLst>
            </p:cNvPr>
            <p:cNvSpPr/>
            <p:nvPr/>
          </p:nvSpPr>
          <p:spPr>
            <a:xfrm rot="10800000">
              <a:off x="5081245" y="5108326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4" name="Rechteck 3">
              <a:extLst>
                <a:ext uri="{FF2B5EF4-FFF2-40B4-BE49-F238E27FC236}">
                  <a16:creationId xmlns:a16="http://schemas.microsoft.com/office/drawing/2014/main" id="{66855C21-82E3-0972-2646-0030787F32FA}"/>
                </a:ext>
              </a:extLst>
            </p:cNvPr>
            <p:cNvSpPr/>
            <p:nvPr/>
          </p:nvSpPr>
          <p:spPr>
            <a:xfrm rot="5400000">
              <a:off x="6826386" y="4107142"/>
              <a:ext cx="258616" cy="16069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AB0629C3-89C1-CC70-4490-D33D3281D528}"/>
                </a:ext>
              </a:extLst>
            </p:cNvPr>
            <p:cNvSpPr/>
            <p:nvPr/>
          </p:nvSpPr>
          <p:spPr>
            <a:xfrm rot="10800000">
              <a:off x="6784591" y="5104059"/>
              <a:ext cx="341382" cy="41918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Rechteck 3">
              <a:extLst>
                <a:ext uri="{FF2B5EF4-FFF2-40B4-BE49-F238E27FC236}">
                  <a16:creationId xmlns:a16="http://schemas.microsoft.com/office/drawing/2014/main" id="{DE497D72-2730-6339-04D1-3F7DA92CAE06}"/>
                </a:ext>
              </a:extLst>
            </p:cNvPr>
            <p:cNvSpPr/>
            <p:nvPr/>
          </p:nvSpPr>
          <p:spPr>
            <a:xfrm rot="5400000">
              <a:off x="6826983" y="4916536"/>
              <a:ext cx="258614" cy="16047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850A8270-04DA-2905-F557-43A9B6F1CC9F}"/>
                </a:ext>
              </a:extLst>
            </p:cNvPr>
            <p:cNvSpPr txBox="1"/>
            <p:nvPr/>
          </p:nvSpPr>
          <p:spPr>
            <a:xfrm>
              <a:off x="4448873" y="3938347"/>
              <a:ext cx="32942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/>
                <a:t>(a) Double-PQ </a:t>
              </a:r>
              <a:r>
                <a:rPr lang="de-DE" sz="2000" dirty="0" err="1"/>
                <a:t>with</a:t>
              </a:r>
              <a:r>
                <a:rPr lang="de-DE" sz="2000" dirty="0"/>
                <a:t> Dual Air Gap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4123725A-B271-D256-CEE6-7AE585EF6250}"/>
                </a:ext>
              </a:extLst>
            </p:cNvPr>
            <p:cNvSpPr txBox="1"/>
            <p:nvPr/>
          </p:nvSpPr>
          <p:spPr>
            <a:xfrm>
              <a:off x="8082013" y="3928008"/>
              <a:ext cx="36336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(b) </a:t>
              </a:r>
              <a:r>
                <a:rPr lang="de-DE" sz="2000" dirty="0" err="1">
                  <a:cs typeface="Times New Roman" panose="02020603050405020304" pitchFamily="18" charset="0"/>
                </a:rPr>
                <a:t>Four</a:t>
              </a:r>
              <a:r>
                <a:rPr lang="de-DE" sz="2000" dirty="0">
                  <a:cs typeface="Times New Roman" panose="02020603050405020304" pitchFamily="18" charset="0"/>
                </a:rPr>
                <a:t>-Pole </a:t>
              </a:r>
              <a:r>
                <a:rPr lang="de-DE" sz="2000" dirty="0" err="1"/>
                <a:t>with</a:t>
              </a:r>
              <a:r>
                <a:rPr lang="de-DE" sz="2000" dirty="0">
                  <a:cs typeface="Times New Roman" panose="02020603050405020304" pitchFamily="18" charset="0"/>
                </a:rPr>
                <a:t> Dual Air Gap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43774A19-48BA-F941-9CE4-B96E804E9E69}"/>
                </a:ext>
              </a:extLst>
            </p:cNvPr>
            <p:cNvSpPr txBox="1"/>
            <p:nvPr/>
          </p:nvSpPr>
          <p:spPr>
            <a:xfrm>
              <a:off x="4448873" y="5848238"/>
              <a:ext cx="32942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(c) </a:t>
              </a:r>
              <a:r>
                <a:rPr lang="de-DE" sz="2000" dirty="0" err="1">
                  <a:cs typeface="Times New Roman" panose="02020603050405020304" pitchFamily="18" charset="0"/>
                </a:rPr>
                <a:t>Modified</a:t>
              </a:r>
              <a:r>
                <a:rPr lang="de-DE" sz="2000" dirty="0">
                  <a:cs typeface="Times New Roman" panose="02020603050405020304" pitchFamily="18" charset="0"/>
                </a:rPr>
                <a:t> EE</a:t>
              </a:r>
            </a:p>
          </p:txBody>
        </p: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22AB4753-5F4C-1EA7-713D-18B22FAC6440}"/>
                </a:ext>
              </a:extLst>
            </p:cNvPr>
            <p:cNvSpPr txBox="1"/>
            <p:nvPr/>
          </p:nvSpPr>
          <p:spPr>
            <a:xfrm>
              <a:off x="8082013" y="5848238"/>
              <a:ext cx="3626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cs typeface="Times New Roman" panose="02020603050405020304" pitchFamily="18" charset="0"/>
                </a:rPr>
                <a:t>(d) </a:t>
              </a:r>
              <a:r>
                <a:rPr lang="de-DE" sz="2000" dirty="0" err="1">
                  <a:cs typeface="Times New Roman" panose="02020603050405020304" pitchFamily="18" charset="0"/>
                </a:rPr>
                <a:t>Vertical</a:t>
              </a:r>
              <a:r>
                <a:rPr lang="de-DE" sz="2000" dirty="0">
                  <a:cs typeface="Times New Roman" panose="02020603050405020304" pitchFamily="18" charset="0"/>
                </a:rPr>
                <a:t> Gap</a:t>
              </a: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71E2BBD5-FC94-31ED-E4F9-BE883C92E80D}"/>
                </a:ext>
              </a:extLst>
            </p:cNvPr>
            <p:cNvSpPr txBox="1"/>
            <p:nvPr/>
          </p:nvSpPr>
          <p:spPr>
            <a:xfrm>
              <a:off x="7222521" y="5923295"/>
              <a:ext cx="18328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solidFill>
                    <a:srgbClr val="00B050">
                      <a:alpha val="69000"/>
                    </a:srgbClr>
                  </a:solidFill>
                  <a:cs typeface="Times New Roman" panose="02020603050405020304" pitchFamily="18" charset="0"/>
                </a:rPr>
                <a:t>Additional Air Gap</a:t>
              </a:r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E4349CE5-A1FB-FFAC-D51E-8BDB6A1F9E4C}"/>
                </a:ext>
              </a:extLst>
            </p:cNvPr>
            <p:cNvSpPr/>
            <p:nvPr/>
          </p:nvSpPr>
          <p:spPr>
            <a:xfrm>
              <a:off x="7097095" y="6037888"/>
              <a:ext cx="178136" cy="76707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09124326-0C95-4EDE-6C2E-8DC12617EDEA}"/>
                </a:ext>
              </a:extLst>
            </p:cNvPr>
            <p:cNvGrpSpPr/>
            <p:nvPr/>
          </p:nvGrpSpPr>
          <p:grpSpPr>
            <a:xfrm>
              <a:off x="5460983" y="5149749"/>
              <a:ext cx="349166" cy="344071"/>
              <a:chOff x="1559719" y="2843791"/>
              <a:chExt cx="502445" cy="512127"/>
            </a:xfrm>
          </p:grpSpPr>
          <p:cxnSp>
            <p:nvCxnSpPr>
              <p:cNvPr id="84" name="Gerader Verbinder 83">
                <a:extLst>
                  <a:ext uri="{FF2B5EF4-FFF2-40B4-BE49-F238E27FC236}">
                    <a16:creationId xmlns:a16="http://schemas.microsoft.com/office/drawing/2014/main" id="{0FA24C50-918A-249D-962F-DF89208B44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r Verbinder 84">
                <a:extLst>
                  <a:ext uri="{FF2B5EF4-FFF2-40B4-BE49-F238E27FC236}">
                    <a16:creationId xmlns:a16="http://schemas.microsoft.com/office/drawing/2014/main" id="{5E9DFC6A-9E29-E18D-D3D9-6E23A81597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r Verbinder 85">
                <a:extLst>
                  <a:ext uri="{FF2B5EF4-FFF2-40B4-BE49-F238E27FC236}">
                    <a16:creationId xmlns:a16="http://schemas.microsoft.com/office/drawing/2014/main" id="{F5EECC8C-7F5D-7626-D8A7-9060EA691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r Verbinder 86">
                <a:extLst>
                  <a:ext uri="{FF2B5EF4-FFF2-40B4-BE49-F238E27FC236}">
                    <a16:creationId xmlns:a16="http://schemas.microsoft.com/office/drawing/2014/main" id="{EF8CF7A1-4F5B-6C10-42A8-1D42DB11A1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E61E639D-9904-0006-FDD3-73D6414A8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885C791E-601F-7B64-1A9C-2F26FDD98F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10B51FC5-AB09-85EB-4CBB-9ECC9F29D86F}"/>
                </a:ext>
              </a:extLst>
            </p:cNvPr>
            <p:cNvGrpSpPr/>
            <p:nvPr/>
          </p:nvGrpSpPr>
          <p:grpSpPr>
            <a:xfrm>
              <a:off x="4691495" y="5146080"/>
              <a:ext cx="349166" cy="344071"/>
              <a:chOff x="1559719" y="2843791"/>
              <a:chExt cx="502445" cy="512127"/>
            </a:xfrm>
          </p:grpSpPr>
          <p:cxnSp>
            <p:nvCxnSpPr>
              <p:cNvPr id="91" name="Gerader Verbinder 90">
                <a:extLst>
                  <a:ext uri="{FF2B5EF4-FFF2-40B4-BE49-F238E27FC236}">
                    <a16:creationId xmlns:a16="http://schemas.microsoft.com/office/drawing/2014/main" id="{AD641027-EEB9-9E1F-2CC2-CE4E88C41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Gerader Verbinder 91">
                <a:extLst>
                  <a:ext uri="{FF2B5EF4-FFF2-40B4-BE49-F238E27FC236}">
                    <a16:creationId xmlns:a16="http://schemas.microsoft.com/office/drawing/2014/main" id="{F6197496-4067-9031-27AB-955AC45C07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r Verbinder 92">
                <a:extLst>
                  <a:ext uri="{FF2B5EF4-FFF2-40B4-BE49-F238E27FC236}">
                    <a16:creationId xmlns:a16="http://schemas.microsoft.com/office/drawing/2014/main" id="{ED7A793F-FA01-9021-EE56-731416911B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B6873D9B-7A7D-7C13-12CA-7F4BF231F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44CC854B-FEDE-1EDD-81A0-5526E033E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F741AEDF-E701-D135-B7F0-057303ECB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BA33EACF-0DDC-6A0D-09BF-462A9CCE6E82}"/>
                </a:ext>
              </a:extLst>
            </p:cNvPr>
            <p:cNvGrpSpPr/>
            <p:nvPr/>
          </p:nvGrpSpPr>
          <p:grpSpPr>
            <a:xfrm>
              <a:off x="4718574" y="3226862"/>
              <a:ext cx="349166" cy="344071"/>
              <a:chOff x="1559719" y="2843791"/>
              <a:chExt cx="502445" cy="512127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348CCFC0-6212-D842-D55B-7E15711F3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C4D39F8B-B7B1-B0C5-F758-FCFB6C961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>
                <a:extLst>
                  <a:ext uri="{FF2B5EF4-FFF2-40B4-BE49-F238E27FC236}">
                    <a16:creationId xmlns:a16="http://schemas.microsoft.com/office/drawing/2014/main" id="{DFBBA73B-A060-2952-CC27-651E30B813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D83DFDA8-93C1-C58B-EAD0-0505880E8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091D888A-A8B9-F213-889A-257F58029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9831AD43-81CE-7F3E-4777-7F34DA50F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4C88F033-96B8-EAD6-6ABA-7131CD3BFC47}"/>
                </a:ext>
              </a:extLst>
            </p:cNvPr>
            <p:cNvGrpSpPr/>
            <p:nvPr/>
          </p:nvGrpSpPr>
          <p:grpSpPr>
            <a:xfrm>
              <a:off x="5552594" y="3229740"/>
              <a:ext cx="349166" cy="344071"/>
              <a:chOff x="1559719" y="2843791"/>
              <a:chExt cx="502445" cy="512127"/>
            </a:xfrm>
          </p:grpSpPr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77EB443C-2825-97A5-180A-08C6CCA4A6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r Verbinder 105">
                <a:extLst>
                  <a:ext uri="{FF2B5EF4-FFF2-40B4-BE49-F238E27FC236}">
                    <a16:creationId xmlns:a16="http://schemas.microsoft.com/office/drawing/2014/main" id="{38634857-B953-4887-3ED4-22C33AF29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>
                <a:extLst>
                  <a:ext uri="{FF2B5EF4-FFF2-40B4-BE49-F238E27FC236}">
                    <a16:creationId xmlns:a16="http://schemas.microsoft.com/office/drawing/2014/main" id="{41CF5EFC-0849-5679-3534-0A7A1B8765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6AF21ED2-401E-AE67-F628-D06C871BC9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E988A8C8-B7C6-F12B-B72B-D3804DCB69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E8B60AE7-691D-5716-9AAE-5834D900B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65E84C75-B10A-CD65-7F3C-5E9858078850}"/>
                </a:ext>
              </a:extLst>
            </p:cNvPr>
            <p:cNvGrpSpPr/>
            <p:nvPr/>
          </p:nvGrpSpPr>
          <p:grpSpPr>
            <a:xfrm>
              <a:off x="8450530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12" name="Gerader Verbinder 111">
                <a:extLst>
                  <a:ext uri="{FF2B5EF4-FFF2-40B4-BE49-F238E27FC236}">
                    <a16:creationId xmlns:a16="http://schemas.microsoft.com/office/drawing/2014/main" id="{4698A956-1363-06AB-30BF-1EEAA47820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>
                <a:extLst>
                  <a:ext uri="{FF2B5EF4-FFF2-40B4-BE49-F238E27FC236}">
                    <a16:creationId xmlns:a16="http://schemas.microsoft.com/office/drawing/2014/main" id="{FD79C07E-99BF-855E-F27C-0BBAB1CC6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r Verbinder 113">
                <a:extLst>
                  <a:ext uri="{FF2B5EF4-FFF2-40B4-BE49-F238E27FC236}">
                    <a16:creationId xmlns:a16="http://schemas.microsoft.com/office/drawing/2014/main" id="{26C83270-3F79-374D-11E4-0A23AF7E2E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Gerader Verbinder 114">
                <a:extLst>
                  <a:ext uri="{FF2B5EF4-FFF2-40B4-BE49-F238E27FC236}">
                    <a16:creationId xmlns:a16="http://schemas.microsoft.com/office/drawing/2014/main" id="{12FCB86D-5F9A-E561-4E09-1FABBEB372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DB9D2E4C-5982-D957-1819-254CA7ED7A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2D46AAC4-6B22-469E-B2CB-9F5E75027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Gruppieren 117">
              <a:extLst>
                <a:ext uri="{FF2B5EF4-FFF2-40B4-BE49-F238E27FC236}">
                  <a16:creationId xmlns:a16="http://schemas.microsoft.com/office/drawing/2014/main" id="{1F1E0FFD-35CD-BC9A-4883-D6BCB0CEC935}"/>
                </a:ext>
              </a:extLst>
            </p:cNvPr>
            <p:cNvGrpSpPr/>
            <p:nvPr/>
          </p:nvGrpSpPr>
          <p:grpSpPr>
            <a:xfrm>
              <a:off x="9441344" y="3236818"/>
              <a:ext cx="349166" cy="344071"/>
              <a:chOff x="1559719" y="2843791"/>
              <a:chExt cx="502445" cy="512127"/>
            </a:xfrm>
          </p:grpSpPr>
          <p:cxnSp>
            <p:nvCxnSpPr>
              <p:cNvPr id="119" name="Gerader Verbinder 118">
                <a:extLst>
                  <a:ext uri="{FF2B5EF4-FFF2-40B4-BE49-F238E27FC236}">
                    <a16:creationId xmlns:a16="http://schemas.microsoft.com/office/drawing/2014/main" id="{C3753BA3-7BA1-0E0F-EAD3-EA7D58F534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FCF07F0B-1F55-DDF1-0E03-E44BBEFA87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FFE8653C-701F-977C-B7BF-0F12E691A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9E804CBD-E91E-D04C-03AB-702B1674F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6DC63691-7C46-086A-A3BF-A76F7558C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EFE86EB3-1EF7-19FD-84F1-64D39A3584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uppieren 124">
              <a:extLst>
                <a:ext uri="{FF2B5EF4-FFF2-40B4-BE49-F238E27FC236}">
                  <a16:creationId xmlns:a16="http://schemas.microsoft.com/office/drawing/2014/main" id="{C6550EEE-A932-9057-544C-2AE61566A975}"/>
                </a:ext>
              </a:extLst>
            </p:cNvPr>
            <p:cNvGrpSpPr/>
            <p:nvPr/>
          </p:nvGrpSpPr>
          <p:grpSpPr>
            <a:xfrm>
              <a:off x="8359024" y="5145085"/>
              <a:ext cx="349166" cy="344071"/>
              <a:chOff x="1559719" y="2843791"/>
              <a:chExt cx="502445" cy="512127"/>
            </a:xfrm>
          </p:grpSpPr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EAC7F713-CD14-5731-9BB4-702DCDDDA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48718E6C-B96F-F3CD-4735-78B46370DE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B1A9E790-1D83-93C3-2E85-0270D1C05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2ACCE5C4-AE58-BE7C-0CDA-7CB818762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r Verbinder 129">
                <a:extLst>
                  <a:ext uri="{FF2B5EF4-FFF2-40B4-BE49-F238E27FC236}">
                    <a16:creationId xmlns:a16="http://schemas.microsoft.com/office/drawing/2014/main" id="{89C8478D-6053-AEFF-0686-7C44E55F62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BE041632-CBF5-8460-FC06-94ABB62CB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94B299EE-06D3-D5EC-3362-A1FDF88B5D5D}"/>
                </a:ext>
              </a:extLst>
            </p:cNvPr>
            <p:cNvGrpSpPr/>
            <p:nvPr/>
          </p:nvGrpSpPr>
          <p:grpSpPr>
            <a:xfrm>
              <a:off x="9204711" y="5145883"/>
              <a:ext cx="349166" cy="344071"/>
              <a:chOff x="1559719" y="2843791"/>
              <a:chExt cx="502445" cy="512127"/>
            </a:xfrm>
          </p:grpSpPr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633E1362-5D35-95E9-CB70-1DC85EAAB2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r Verbinder 133">
                <a:extLst>
                  <a:ext uri="{FF2B5EF4-FFF2-40B4-BE49-F238E27FC236}">
                    <a16:creationId xmlns:a16="http://schemas.microsoft.com/office/drawing/2014/main" id="{52F2F7E3-39BB-0C06-8891-C01C49209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r Verbinder 134">
                <a:extLst>
                  <a:ext uri="{FF2B5EF4-FFF2-40B4-BE49-F238E27FC236}">
                    <a16:creationId xmlns:a16="http://schemas.microsoft.com/office/drawing/2014/main" id="{EBAD6C95-7ABB-783C-4E0B-5AD8ABF03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DFDC032E-5FC5-EF0E-BBF3-475ABA1A06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54E513A9-386D-EB3A-952D-CB18E57A6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Gerader Verbinder 137">
                <a:extLst>
                  <a:ext uri="{FF2B5EF4-FFF2-40B4-BE49-F238E27FC236}">
                    <a16:creationId xmlns:a16="http://schemas.microsoft.com/office/drawing/2014/main" id="{7338C2A7-48BA-9326-780F-B10942DBE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uppieren 138">
              <a:extLst>
                <a:ext uri="{FF2B5EF4-FFF2-40B4-BE49-F238E27FC236}">
                  <a16:creationId xmlns:a16="http://schemas.microsoft.com/office/drawing/2014/main" id="{ECA07A01-A004-FFCB-7652-2EC305056AFA}"/>
                </a:ext>
              </a:extLst>
            </p:cNvPr>
            <p:cNvGrpSpPr/>
            <p:nvPr/>
          </p:nvGrpSpPr>
          <p:grpSpPr>
            <a:xfrm>
              <a:off x="6289947" y="3235207"/>
              <a:ext cx="349166" cy="344071"/>
              <a:chOff x="1559719" y="2843791"/>
              <a:chExt cx="502445" cy="512127"/>
            </a:xfrm>
          </p:grpSpPr>
          <p:cxnSp>
            <p:nvCxnSpPr>
              <p:cNvPr id="140" name="Gerader Verbinder 139">
                <a:extLst>
                  <a:ext uri="{FF2B5EF4-FFF2-40B4-BE49-F238E27FC236}">
                    <a16:creationId xmlns:a16="http://schemas.microsoft.com/office/drawing/2014/main" id="{86C0A14E-4D8C-E4DC-D5F6-06607AE4C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r Verbinder 140">
                <a:extLst>
                  <a:ext uri="{FF2B5EF4-FFF2-40B4-BE49-F238E27FC236}">
                    <a16:creationId xmlns:a16="http://schemas.microsoft.com/office/drawing/2014/main" id="{D5CE58C4-AF67-8DFA-48AF-803014826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r Verbinder 141">
                <a:extLst>
                  <a:ext uri="{FF2B5EF4-FFF2-40B4-BE49-F238E27FC236}">
                    <a16:creationId xmlns:a16="http://schemas.microsoft.com/office/drawing/2014/main" id="{760DA7E1-107A-05A8-65DD-5C462E474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Gerader Verbinder 142">
                <a:extLst>
                  <a:ext uri="{FF2B5EF4-FFF2-40B4-BE49-F238E27FC236}">
                    <a16:creationId xmlns:a16="http://schemas.microsoft.com/office/drawing/2014/main" id="{662DDEDE-8B88-60C9-2ACE-5A41B48F8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14C9AF5B-665E-8C3F-AA37-C2D9CD617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0994F025-46B9-6379-DA7C-052CB22F16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uppieren 145">
              <a:extLst>
                <a:ext uri="{FF2B5EF4-FFF2-40B4-BE49-F238E27FC236}">
                  <a16:creationId xmlns:a16="http://schemas.microsoft.com/office/drawing/2014/main" id="{F4BDB9D1-773D-373E-EC64-7AA757515708}"/>
                </a:ext>
              </a:extLst>
            </p:cNvPr>
            <p:cNvGrpSpPr/>
            <p:nvPr/>
          </p:nvGrpSpPr>
          <p:grpSpPr>
            <a:xfrm>
              <a:off x="7124257" y="3238066"/>
              <a:ext cx="349166" cy="344071"/>
              <a:chOff x="1559719" y="2843791"/>
              <a:chExt cx="502445" cy="512127"/>
            </a:xfrm>
          </p:grpSpPr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0F598F71-9A86-A634-0891-33302FF09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5368C3B2-D170-D872-817F-1B3971C1C9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5E659BB5-6129-0D58-BB9B-494D2F870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658E84B5-C4DB-1474-14D0-D5A9FC96AA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3B9D78A5-F101-56AA-63D5-23DA89650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CA25F9BC-392A-84E6-828A-291E010E36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Gruppieren 152">
              <a:extLst>
                <a:ext uri="{FF2B5EF4-FFF2-40B4-BE49-F238E27FC236}">
                  <a16:creationId xmlns:a16="http://schemas.microsoft.com/office/drawing/2014/main" id="{BBE694FE-B6EA-8655-9332-C7A60AA002E1}"/>
                </a:ext>
              </a:extLst>
            </p:cNvPr>
            <p:cNvGrpSpPr/>
            <p:nvPr/>
          </p:nvGrpSpPr>
          <p:grpSpPr>
            <a:xfrm>
              <a:off x="6392229" y="5151720"/>
              <a:ext cx="349166" cy="344071"/>
              <a:chOff x="1559719" y="2843791"/>
              <a:chExt cx="502445" cy="512127"/>
            </a:xfrm>
          </p:grpSpPr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C642EA2C-85B6-0D10-3A4D-A0A275E77A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8E4ADB41-72D8-8B12-0BE6-6BD08D099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D8BF628A-9754-055A-E7DB-976C05408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99535857-A340-A719-3A6C-E399F5B89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042A86B3-1867-2967-C0BC-2EF8C2E6D0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0DA925E8-F056-A52F-9A1C-F059A92422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5C63FA65-9AF2-CDBB-3E0F-25EFE0B836ED}"/>
                </a:ext>
              </a:extLst>
            </p:cNvPr>
            <p:cNvGrpSpPr/>
            <p:nvPr/>
          </p:nvGrpSpPr>
          <p:grpSpPr>
            <a:xfrm>
              <a:off x="7169167" y="5153847"/>
              <a:ext cx="349166" cy="344071"/>
              <a:chOff x="1559719" y="2843791"/>
              <a:chExt cx="502445" cy="512127"/>
            </a:xfrm>
          </p:grpSpPr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14908C1F-235C-F576-F17B-5E6601DB7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A30B7774-FE51-5A14-C5B7-6AD004CB4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905A8D24-7EC6-17BF-35C8-B73E7B25A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82CF9E05-DFBA-F143-795E-21F2AAFB99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536237AF-7304-A28F-11DE-899957979D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E521E77A-3F14-DDCF-A68E-621DE82E7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Gruppieren 166">
              <a:extLst>
                <a:ext uri="{FF2B5EF4-FFF2-40B4-BE49-F238E27FC236}">
                  <a16:creationId xmlns:a16="http://schemas.microsoft.com/office/drawing/2014/main" id="{DBA8A3A9-1291-BC64-9B30-8339C19C4691}"/>
                </a:ext>
              </a:extLst>
            </p:cNvPr>
            <p:cNvGrpSpPr/>
            <p:nvPr/>
          </p:nvGrpSpPr>
          <p:grpSpPr>
            <a:xfrm>
              <a:off x="9996840" y="3236224"/>
              <a:ext cx="349166" cy="344071"/>
              <a:chOff x="1559719" y="2843791"/>
              <a:chExt cx="502445" cy="512127"/>
            </a:xfrm>
          </p:grpSpPr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995172BD-BA91-7D11-DE24-C90BF76910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10970496-F1B7-38F0-2EEC-0B3C0C91BB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67D5B6B6-10CC-D97F-3CE8-BD04CBA523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951C4C5B-32F5-0A0D-5AE3-ECB3B64C5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79148BEA-C81A-5BA9-8827-63CA5A8B0A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A9854C06-3B6E-D445-349F-E710554ECD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Gruppieren 173">
              <a:extLst>
                <a:ext uri="{FF2B5EF4-FFF2-40B4-BE49-F238E27FC236}">
                  <a16:creationId xmlns:a16="http://schemas.microsoft.com/office/drawing/2014/main" id="{290B8119-06BF-D72C-7545-AA545AA461AC}"/>
                </a:ext>
              </a:extLst>
            </p:cNvPr>
            <p:cNvGrpSpPr/>
            <p:nvPr/>
          </p:nvGrpSpPr>
          <p:grpSpPr>
            <a:xfrm>
              <a:off x="10969543" y="3228276"/>
              <a:ext cx="349166" cy="344071"/>
              <a:chOff x="1559719" y="2843791"/>
              <a:chExt cx="502445" cy="512127"/>
            </a:xfrm>
          </p:grpSpPr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F9E005A4-EBAF-D6F9-7F95-2BB377C721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6BEFFCD9-4903-43EB-F0F9-0C3AC2C3FF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42DFAB0B-F2E9-370C-E46D-5232C1AA7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CED7AADD-72DF-35BB-0028-1BB26F660F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E60BD570-1111-D361-A49D-5A8B75332D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6DE05E42-AD3D-31A9-E131-DBFDF824B1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uppieren 180">
              <a:extLst>
                <a:ext uri="{FF2B5EF4-FFF2-40B4-BE49-F238E27FC236}">
                  <a16:creationId xmlns:a16="http://schemas.microsoft.com/office/drawing/2014/main" id="{7118BC70-32C7-55B0-63EB-5BB51EEA3C7B}"/>
                </a:ext>
              </a:extLst>
            </p:cNvPr>
            <p:cNvGrpSpPr/>
            <p:nvPr/>
          </p:nvGrpSpPr>
          <p:grpSpPr>
            <a:xfrm>
              <a:off x="10228591" y="5143369"/>
              <a:ext cx="349166" cy="344071"/>
              <a:chOff x="1559719" y="2843791"/>
              <a:chExt cx="502445" cy="512127"/>
            </a:xfrm>
          </p:grpSpPr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844F5A74-8892-A24C-AD59-42BCEF126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AD7BD087-EF6A-683C-AF89-4DF71D4A1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739FE952-F737-9F5D-CFC1-8CD19D6BE3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ACD9F790-D744-183D-BA2B-9CA9B2840F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r Verbinder 185">
                <a:extLst>
                  <a:ext uri="{FF2B5EF4-FFF2-40B4-BE49-F238E27FC236}">
                    <a16:creationId xmlns:a16="http://schemas.microsoft.com/office/drawing/2014/main" id="{14D70EBD-AB86-1074-BE6F-2F0C0E847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r Verbinder 186">
                <a:extLst>
                  <a:ext uri="{FF2B5EF4-FFF2-40B4-BE49-F238E27FC236}">
                    <a16:creationId xmlns:a16="http://schemas.microsoft.com/office/drawing/2014/main" id="{5F5E502A-0985-22D2-A363-0E63FDAFD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8" name="Gruppieren 187">
              <a:extLst>
                <a:ext uri="{FF2B5EF4-FFF2-40B4-BE49-F238E27FC236}">
                  <a16:creationId xmlns:a16="http://schemas.microsoft.com/office/drawing/2014/main" id="{9CF25839-32B8-9394-2C85-7F8D17AC57B3}"/>
                </a:ext>
              </a:extLst>
            </p:cNvPr>
            <p:cNvGrpSpPr/>
            <p:nvPr/>
          </p:nvGrpSpPr>
          <p:grpSpPr>
            <a:xfrm>
              <a:off x="11070385" y="5135815"/>
              <a:ext cx="349166" cy="344071"/>
              <a:chOff x="1559719" y="2843791"/>
              <a:chExt cx="502445" cy="512127"/>
            </a:xfrm>
          </p:grpSpPr>
          <p:cxnSp>
            <p:nvCxnSpPr>
              <p:cNvPr id="189" name="Gerader Verbinder 188">
                <a:extLst>
                  <a:ext uri="{FF2B5EF4-FFF2-40B4-BE49-F238E27FC236}">
                    <a16:creationId xmlns:a16="http://schemas.microsoft.com/office/drawing/2014/main" id="{FDF43967-24EA-A1C8-823F-63BDA2302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843791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Gerader Verbinder 189">
                <a:extLst>
                  <a:ext uri="{FF2B5EF4-FFF2-40B4-BE49-F238E27FC236}">
                    <a16:creationId xmlns:a16="http://schemas.microsoft.com/office/drawing/2014/main" id="{4B552B4B-8157-0047-97C7-DDC57D8983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2945846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Gerader Verbinder 190">
                <a:extLst>
                  <a:ext uri="{FF2B5EF4-FFF2-40B4-BE49-F238E27FC236}">
                    <a16:creationId xmlns:a16="http://schemas.microsoft.com/office/drawing/2014/main" id="{98AFE828-E19B-C6DF-6E84-001098F747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19" y="3043815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Gerader Verbinder 191">
                <a:extLst>
                  <a:ext uri="{FF2B5EF4-FFF2-40B4-BE49-F238E27FC236}">
                    <a16:creationId xmlns:a16="http://schemas.microsoft.com/office/drawing/2014/main" id="{182B8236-8BDA-CE9A-14B9-EC9C82200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1" y="314706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Gerader Verbinder 192">
                <a:extLst>
                  <a:ext uri="{FF2B5EF4-FFF2-40B4-BE49-F238E27FC236}">
                    <a16:creationId xmlns:a16="http://schemas.microsoft.com/office/drawing/2014/main" id="{21AD7D35-9683-CC92-26A3-A961CAC559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253307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r Verbinder 193">
                <a:extLst>
                  <a:ext uri="{FF2B5EF4-FFF2-40B4-BE49-F238E27FC236}">
                    <a16:creationId xmlns:a16="http://schemas.microsoft.com/office/drawing/2014/main" id="{6DC1C1AB-08DB-72D0-05C9-FADB7418D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9720" y="3355918"/>
                <a:ext cx="502443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340387B8-9DF8-7A8F-57C6-642569DFB230}"/>
                </a:ext>
              </a:extLst>
            </p:cNvPr>
            <p:cNvSpPr/>
            <p:nvPr/>
          </p:nvSpPr>
          <p:spPr>
            <a:xfrm>
              <a:off x="5081246" y="3539845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Ellipse 195">
              <a:extLst>
                <a:ext uri="{FF2B5EF4-FFF2-40B4-BE49-F238E27FC236}">
                  <a16:creationId xmlns:a16="http://schemas.microsoft.com/office/drawing/2014/main" id="{4C0364EF-9221-67CE-2C96-E3DCB7C58D81}"/>
                </a:ext>
              </a:extLst>
            </p:cNvPr>
            <p:cNvSpPr/>
            <p:nvPr/>
          </p:nvSpPr>
          <p:spPr>
            <a:xfrm>
              <a:off x="6644348" y="3527734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C7544A69-DB32-6A09-7776-2124C6FB784E}"/>
                </a:ext>
              </a:extLst>
            </p:cNvPr>
            <p:cNvSpPr/>
            <p:nvPr/>
          </p:nvSpPr>
          <p:spPr>
            <a:xfrm>
              <a:off x="8861817" y="3539070"/>
              <a:ext cx="532578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Ellipse 197">
              <a:extLst>
                <a:ext uri="{FF2B5EF4-FFF2-40B4-BE49-F238E27FC236}">
                  <a16:creationId xmlns:a16="http://schemas.microsoft.com/office/drawing/2014/main" id="{EFAA06A0-2491-3BF8-233C-3D4DE148B221}"/>
                </a:ext>
              </a:extLst>
            </p:cNvPr>
            <p:cNvSpPr/>
            <p:nvPr/>
          </p:nvSpPr>
          <p:spPr>
            <a:xfrm>
              <a:off x="10404278" y="3533253"/>
              <a:ext cx="532578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8A065522-2FEE-52A3-5AAE-B71532B2CF80}"/>
                </a:ext>
              </a:extLst>
            </p:cNvPr>
            <p:cNvSpPr/>
            <p:nvPr/>
          </p:nvSpPr>
          <p:spPr>
            <a:xfrm>
              <a:off x="6722999" y="5453415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5E225796-2733-4ED5-08CA-AA51CDA0E8A1}"/>
                </a:ext>
              </a:extLst>
            </p:cNvPr>
            <p:cNvSpPr/>
            <p:nvPr/>
          </p:nvSpPr>
          <p:spPr>
            <a:xfrm>
              <a:off x="5015440" y="5453415"/>
              <a:ext cx="465630" cy="179010"/>
            </a:xfrm>
            <a:prstGeom prst="ellipse">
              <a:avLst/>
            </a:prstGeom>
            <a:noFill/>
            <a:ln w="31750">
              <a:solidFill>
                <a:srgbClr val="00B05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17" name="Inhaltsplatzhalter 7" descr="Ein Bild, das Kreis, Keramik enthält.&#10;&#10;Automatisch generierte Beschreibung mit mittlerer Zuverlässigkeit">
            <a:extLst>
              <a:ext uri="{FF2B5EF4-FFF2-40B4-BE49-F238E27FC236}">
                <a16:creationId xmlns:a16="http://schemas.microsoft.com/office/drawing/2014/main" id="{8A0D6787-9E52-3D25-8D26-3AD0331D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937"/>
          <a:stretch>
            <a:fillRect/>
          </a:stretch>
        </p:blipFill>
        <p:spPr>
          <a:xfrm>
            <a:off x="5078332" y="1111288"/>
            <a:ext cx="2048755" cy="1048286"/>
          </a:xfrm>
          <a:prstGeom prst="rect">
            <a:avLst/>
          </a:prstGeom>
        </p:spPr>
      </p:pic>
      <p:pic>
        <p:nvPicPr>
          <p:cNvPr id="220" name="Grafik 219">
            <a:extLst>
              <a:ext uri="{FF2B5EF4-FFF2-40B4-BE49-F238E27FC236}">
                <a16:creationId xmlns:a16="http://schemas.microsoft.com/office/drawing/2014/main" id="{745640FF-82B1-2410-D64D-065EE64BF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250" y="1185006"/>
            <a:ext cx="2317609" cy="1048286"/>
          </a:xfrm>
          <a:prstGeom prst="rect">
            <a:avLst/>
          </a:prstGeom>
        </p:spPr>
      </p:pic>
      <p:pic>
        <p:nvPicPr>
          <p:cNvPr id="221" name="Inhaltsplatzhalter 8">
            <a:extLst>
              <a:ext uri="{FF2B5EF4-FFF2-40B4-BE49-F238E27FC236}">
                <a16:creationId xmlns:a16="http://schemas.microsoft.com/office/drawing/2014/main" id="{227C429F-A635-3045-1322-786A8EC73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486" y="187221"/>
            <a:ext cx="3001692" cy="89274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pic>
        <p:nvPicPr>
          <p:cNvPr id="222" name="Grafik 221">
            <a:extLst>
              <a:ext uri="{FF2B5EF4-FFF2-40B4-BE49-F238E27FC236}">
                <a16:creationId xmlns:a16="http://schemas.microsoft.com/office/drawing/2014/main" id="{C4B2C9B2-6B9B-5E85-F43D-2ACFEA80E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481" y="2517943"/>
            <a:ext cx="2169955" cy="1122452"/>
          </a:xfrm>
          <a:prstGeom prst="rect">
            <a:avLst/>
          </a:prstGeom>
        </p:spPr>
      </p:pic>
      <p:pic>
        <p:nvPicPr>
          <p:cNvPr id="223" name="Grafik 222">
            <a:extLst>
              <a:ext uri="{FF2B5EF4-FFF2-40B4-BE49-F238E27FC236}">
                <a16:creationId xmlns:a16="http://schemas.microsoft.com/office/drawing/2014/main" id="{821243A2-33F7-BC5D-F1C4-C2948F609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888" y="2445689"/>
            <a:ext cx="2048333" cy="1194706"/>
          </a:xfrm>
          <a:prstGeom prst="rect">
            <a:avLst/>
          </a:prstGeom>
        </p:spPr>
      </p:pic>
      <p:sp>
        <p:nvSpPr>
          <p:cNvPr id="224" name="Textfeld 223">
            <a:extLst>
              <a:ext uri="{FF2B5EF4-FFF2-40B4-BE49-F238E27FC236}">
                <a16:creationId xmlns:a16="http://schemas.microsoft.com/office/drawing/2014/main" id="{5D66772A-5378-6D30-9F82-1B2287437DB8}"/>
              </a:ext>
            </a:extLst>
          </p:cNvPr>
          <p:cNvSpPr txBox="1"/>
          <p:nvPr/>
        </p:nvSpPr>
        <p:spPr>
          <a:xfrm>
            <a:off x="974603" y="4421627"/>
            <a:ext cx="4065814" cy="2853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dirty="0">
                <a:solidFill>
                  <a:schemeClr val="bg2"/>
                </a:solidFill>
                <a:latin typeface="+mj-lt"/>
                <a:cs typeface="+mn-cs"/>
              </a:rPr>
              <a:t>Design Goals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TCM </a:t>
            </a:r>
            <a:r>
              <a:rPr lang="de-DE" sz="1600" dirty="0" err="1">
                <a:latin typeface="+mn-lt"/>
              </a:rPr>
              <a:t>under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full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load</a:t>
            </a:r>
            <a:r>
              <a:rPr lang="de-DE" sz="1600" dirty="0">
                <a:latin typeface="+mn-lt"/>
              </a:rPr>
              <a:t> at 1.5 MHz</a:t>
            </a: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de-DE" sz="1600" dirty="0" err="1">
                <a:latin typeface="+mn-lt"/>
              </a:rPr>
              <a:t>Approx</a:t>
            </a:r>
            <a:r>
              <a:rPr lang="de-DE" sz="1600" dirty="0">
                <a:latin typeface="+mn-lt"/>
              </a:rPr>
              <a:t>. 70 </a:t>
            </a:r>
            <a:r>
              <a:rPr lang="de-DE" sz="1600" dirty="0" err="1">
                <a:latin typeface="+mn-lt"/>
              </a:rPr>
              <a:t>nH</a:t>
            </a:r>
            <a:endParaRPr lang="de-DE" sz="16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Coupling-</a:t>
            </a:r>
            <a:r>
              <a:rPr lang="de-DE" sz="1600" dirty="0" err="1">
                <a:latin typeface="+mn-lt"/>
              </a:rPr>
              <a:t>factor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of</a:t>
            </a:r>
            <a:r>
              <a:rPr lang="de-DE" sz="1600" dirty="0">
                <a:latin typeface="+mn-lt"/>
              </a:rPr>
              <a:t> -0.2 </a:t>
            </a:r>
            <a:r>
              <a:rPr lang="de-DE" sz="1600" dirty="0" err="1">
                <a:latin typeface="+mn-lt"/>
              </a:rPr>
              <a:t>to</a:t>
            </a:r>
            <a:r>
              <a:rPr lang="de-DE" sz="1600" dirty="0">
                <a:latin typeface="+mn-lt"/>
              </a:rPr>
              <a:t> -0.4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de-DE" sz="1600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de-DE" dirty="0" err="1">
                <a:solidFill>
                  <a:schemeClr val="bg2"/>
                </a:solidFill>
                <a:latin typeface="+mj-lt"/>
                <a:cs typeface="+mn-cs"/>
              </a:rPr>
              <a:t>Constraints</a:t>
            </a:r>
            <a:endParaRPr lang="de-DE" dirty="0">
              <a:solidFill>
                <a:schemeClr val="bg2"/>
              </a:solidFill>
              <a:latin typeface="+mj-lt"/>
              <a:cs typeface="+mn-cs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Maximum </a:t>
            </a:r>
            <a:r>
              <a:rPr lang="de-DE" sz="1600" dirty="0" err="1">
                <a:latin typeface="+mn-lt"/>
              </a:rPr>
              <a:t>Hdc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of</a:t>
            </a:r>
            <a:r>
              <a:rPr lang="de-DE" sz="1600" dirty="0">
                <a:latin typeface="+mn-lt"/>
              </a:rPr>
              <a:t> 40 A/m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Maximum </a:t>
            </a:r>
            <a:r>
              <a:rPr lang="de-DE" sz="1600" dirty="0" err="1">
                <a:latin typeface="+mn-lt"/>
              </a:rPr>
              <a:t>Pcore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of</a:t>
            </a:r>
            <a:r>
              <a:rPr lang="de-DE" sz="1600" dirty="0">
                <a:latin typeface="+mn-lt"/>
              </a:rPr>
              <a:t> ~500mW/cm^3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de-DE" sz="16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de-DE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30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PEC2026">
      <a:majorFont>
        <a:latin typeface="Arial"/>
        <a:ea typeface="游ゴシック Light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d2721f-eecf-4e40-8c6d-8362eea2291f" xsi:nil="true"/>
    <lcf76f155ced4ddcb4097134ff3c332f xmlns="6c0a9c51-223e-40eb-be5b-a75f95f5efa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40AC5776D445D4AA0436B39D48A5D32" ma:contentTypeVersion="12" ma:contentTypeDescription="新しいドキュメントを作成します。" ma:contentTypeScope="" ma:versionID="6663799dbca32b369c6dca6c4d961f76">
  <xsd:schema xmlns:xsd="http://www.w3.org/2001/XMLSchema" xmlns:xs="http://www.w3.org/2001/XMLSchema" xmlns:p="http://schemas.microsoft.com/office/2006/metadata/properties" xmlns:ns2="6c0a9c51-223e-40eb-be5b-a75f95f5efa0" xmlns:ns3="98d2721f-eecf-4e40-8c6d-8362eea2291f" targetNamespace="http://schemas.microsoft.com/office/2006/metadata/properties" ma:root="true" ma:fieldsID="f042fade54ad518496d7cedc44997337" ns2:_="" ns3:_="">
    <xsd:import namespace="6c0a9c51-223e-40eb-be5b-a75f95f5efa0"/>
    <xsd:import namespace="98d2721f-eecf-4e40-8c6d-8362eea229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a9c51-223e-40eb-be5b-a75f95f5ef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3c3fff22-b943-49ca-97ed-32a132aa46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d2721f-eecf-4e40-8c6d-8362eea2291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d13a14-9a2e-4aa1-bdee-c6dec105810e}" ma:internalName="TaxCatchAll" ma:showField="CatchAllData" ma:web="98d2721f-eecf-4e40-8c6d-8362eea229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D0FFAF-C21B-4A62-86BA-4FF4CA45B7A1}">
  <ds:schemaRefs>
    <ds:schemaRef ds:uri="http://schemas.microsoft.com/office/2006/metadata/properties"/>
    <ds:schemaRef ds:uri="http://schemas.microsoft.com/office/infopath/2007/PartnerControls"/>
    <ds:schemaRef ds:uri="98d2721f-eecf-4e40-8c6d-8362eea2291f"/>
    <ds:schemaRef ds:uri="6c0a9c51-223e-40eb-be5b-a75f95f5efa0"/>
  </ds:schemaRefs>
</ds:datastoreItem>
</file>

<file path=customXml/itemProps2.xml><?xml version="1.0" encoding="utf-8"?>
<ds:datastoreItem xmlns:ds="http://schemas.openxmlformats.org/officeDocument/2006/customXml" ds:itemID="{50DA480F-844D-4315-AED5-78576D5FA2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a9c51-223e-40eb-be5b-a75f95f5efa0"/>
    <ds:schemaRef ds:uri="98d2721f-eecf-4e40-8c6d-8362eea229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685CB-1F4F-41D5-BF18-24A1358A69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Microsoft Office PowerPoint</Application>
  <PresentationFormat>Breitbild</PresentationFormat>
  <Paragraphs>162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游ゴシック</vt:lpstr>
      <vt:lpstr>Arial</vt:lpstr>
      <vt:lpstr>Times New Roman</vt:lpstr>
      <vt:lpstr>Wingdings</vt:lpstr>
      <vt:lpstr>Office テーマ</vt:lpstr>
      <vt:lpstr>Compact Single-Turn Coupled Inductor for MHz-Range Buck Converters with Zero-Voltage Switching</vt:lpstr>
      <vt:lpstr>Table of Contents</vt:lpstr>
      <vt:lpstr>Introduction – Working Principle</vt:lpstr>
      <vt:lpstr>Introduction – Modelling using the Transformer Model</vt:lpstr>
      <vt:lpstr>Introduction – Effects of Coupling</vt:lpstr>
      <vt:lpstr>Introduction – Effects of Coupling</vt:lpstr>
      <vt:lpstr>Inductor Design – Potential Geometries</vt:lpstr>
      <vt:lpstr>Inductor Design – Flux Distribution</vt:lpstr>
      <vt:lpstr>Inductor Design – Air-Gap and Winding Optimization</vt:lpstr>
      <vt:lpstr>Inductor Design – Comparison between Geometries</vt:lpstr>
      <vt:lpstr>Experimental Prototype – Build</vt:lpstr>
      <vt:lpstr>Experimental Prototype - Measurements</vt:lpstr>
      <vt:lpstr>Conclusion</vt:lpstr>
      <vt:lpstr>PowerPoint-Präsentation</vt:lpstr>
      <vt:lpstr>Presentation Guidelines: Format</vt:lpstr>
      <vt:lpstr>Presentation Guidelines: Font Sizes</vt:lpstr>
      <vt:lpstr>Inductor Design – Potential Geometries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Ryosuke Ota</dc:creator>
  <cp:lastModifiedBy>Keil, Adrian</cp:lastModifiedBy>
  <cp:revision>33</cp:revision>
  <dcterms:created xsi:type="dcterms:W3CDTF">2026-04-15T16:01:17Z</dcterms:created>
  <dcterms:modified xsi:type="dcterms:W3CDTF">2026-05-13T13:15:43Z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0x010100440AC5776D445D4AA0436B39D48A5D32</vt:lpwstr>
  </property>
</Properties>
</file>